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7"/>
  </p:notesMasterIdLst>
  <p:sldIdLst>
    <p:sldId id="256" r:id="rId2"/>
    <p:sldId id="912" r:id="rId3"/>
    <p:sldId id="462" r:id="rId4"/>
    <p:sldId id="463" r:id="rId5"/>
    <p:sldId id="513" r:id="rId6"/>
    <p:sldId id="474" r:id="rId7"/>
    <p:sldId id="464" r:id="rId8"/>
    <p:sldId id="514" r:id="rId9"/>
    <p:sldId id="914" r:id="rId10"/>
    <p:sldId id="521" r:id="rId11"/>
    <p:sldId id="499" r:id="rId12"/>
    <p:sldId id="497" r:id="rId13"/>
    <p:sldId id="528" r:id="rId14"/>
    <p:sldId id="529" r:id="rId15"/>
    <p:sldId id="458" r:id="rId16"/>
    <p:sldId id="460" r:id="rId17"/>
    <p:sldId id="461" r:id="rId18"/>
    <p:sldId id="498" r:id="rId19"/>
    <p:sldId id="476" r:id="rId20"/>
    <p:sldId id="477" r:id="rId21"/>
    <p:sldId id="512" r:id="rId22"/>
    <p:sldId id="915" r:id="rId23"/>
    <p:sldId id="916" r:id="rId24"/>
    <p:sldId id="917" r:id="rId25"/>
    <p:sldId id="530" r:id="rId26"/>
    <p:sldId id="918" r:id="rId27"/>
    <p:sldId id="518" r:id="rId28"/>
    <p:sldId id="523" r:id="rId29"/>
    <p:sldId id="495" r:id="rId30"/>
    <p:sldId id="465" r:id="rId31"/>
    <p:sldId id="466" r:id="rId32"/>
    <p:sldId id="470" r:id="rId33"/>
    <p:sldId id="471" r:id="rId34"/>
    <p:sldId id="919" r:id="rId35"/>
    <p:sldId id="510" r:id="rId36"/>
    <p:sldId id="509" r:id="rId37"/>
    <p:sldId id="511" r:id="rId38"/>
    <p:sldId id="924" r:id="rId39"/>
    <p:sldId id="923" r:id="rId40"/>
    <p:sldId id="478" r:id="rId41"/>
    <p:sldId id="479" r:id="rId42"/>
    <p:sldId id="491" r:id="rId43"/>
    <p:sldId id="501" r:id="rId44"/>
    <p:sldId id="502" r:id="rId45"/>
    <p:sldId id="503" r:id="rId46"/>
    <p:sldId id="504" r:id="rId47"/>
    <p:sldId id="505" r:id="rId48"/>
    <p:sldId id="506" r:id="rId49"/>
    <p:sldId id="507" r:id="rId50"/>
    <p:sldId id="920" r:id="rId51"/>
    <p:sldId id="481" r:id="rId52"/>
    <p:sldId id="480" r:id="rId53"/>
    <p:sldId id="482" r:id="rId54"/>
    <p:sldId id="483" r:id="rId55"/>
    <p:sldId id="921" r:id="rId56"/>
    <p:sldId id="484" r:id="rId57"/>
    <p:sldId id="494" r:id="rId58"/>
    <p:sldId id="486" r:id="rId59"/>
    <p:sldId id="489" r:id="rId60"/>
    <p:sldId id="487" r:id="rId61"/>
    <p:sldId id="488" r:id="rId62"/>
    <p:sldId id="519" r:id="rId63"/>
    <p:sldId id="520" r:id="rId64"/>
    <p:sldId id="490" r:id="rId65"/>
    <p:sldId id="492" r:id="rId66"/>
    <p:sldId id="524" r:id="rId67"/>
    <p:sldId id="525" r:id="rId68"/>
    <p:sldId id="526" r:id="rId69"/>
    <p:sldId id="527" r:id="rId70"/>
    <p:sldId id="531" r:id="rId71"/>
    <p:sldId id="922" r:id="rId72"/>
    <p:sldId id="533" r:id="rId73"/>
    <p:sldId id="902" r:id="rId74"/>
    <p:sldId id="536" r:id="rId75"/>
    <p:sldId id="535" r:id="rId76"/>
    <p:sldId id="534" r:id="rId77"/>
    <p:sldId id="900" r:id="rId78"/>
    <p:sldId id="901" r:id="rId79"/>
    <p:sldId id="903" r:id="rId80"/>
    <p:sldId id="907" r:id="rId81"/>
    <p:sldId id="908" r:id="rId82"/>
    <p:sldId id="905" r:id="rId83"/>
    <p:sldId id="906" r:id="rId84"/>
    <p:sldId id="911" r:id="rId85"/>
    <p:sldId id="910"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99" autoAdjust="0"/>
    <p:restoredTop sz="82563"/>
  </p:normalViewPr>
  <p:slideViewPr>
    <p:cSldViewPr snapToGrid="0">
      <p:cViewPr varScale="1">
        <p:scale>
          <a:sx n="83" d="100"/>
          <a:sy n="83" d="100"/>
        </p:scale>
        <p:origin x="954" y="3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4E883-838E-46A4-BC24-2EBE39BEFC29}" type="datetimeFigureOut">
              <a:rPr lang="zh-CN" altLang="en-US" smtClean="0"/>
              <a:t>2023/5/24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7A338-FDA7-4604-81C9-D3D2E770A9F6}" type="slidenum">
              <a:rPr lang="zh-CN" altLang="en-US" smtClean="0"/>
              <a:t>‹#›</a:t>
            </a:fld>
            <a:endParaRPr lang="zh-CN" altLang="en-US"/>
          </a:p>
        </p:txBody>
      </p:sp>
    </p:spTree>
    <p:extLst>
      <p:ext uri="{BB962C8B-B14F-4D97-AF65-F5344CB8AC3E}">
        <p14:creationId xmlns:p14="http://schemas.microsoft.com/office/powerpoint/2010/main" val="1285514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3</a:t>
            </a:fld>
            <a:endParaRPr lang="zh-CN" altLang="en-US"/>
          </a:p>
        </p:txBody>
      </p:sp>
    </p:spTree>
    <p:extLst>
      <p:ext uri="{BB962C8B-B14F-4D97-AF65-F5344CB8AC3E}">
        <p14:creationId xmlns:p14="http://schemas.microsoft.com/office/powerpoint/2010/main" val="859999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From</a:t>
            </a:r>
            <a:r>
              <a:rPr kumimoji="1" lang="zh-CN" altLang="en-US" dirty="0"/>
              <a:t> </a:t>
            </a:r>
            <a:r>
              <a:rPr kumimoji="1" lang="en" altLang="zh-CN" dirty="0"/>
              <a:t>https://</a:t>
            </a:r>
            <a:r>
              <a:rPr kumimoji="1" lang="en" altLang="zh-CN" dirty="0" err="1"/>
              <a:t>www.slideshare.net</a:t>
            </a:r>
            <a:r>
              <a:rPr kumimoji="1" lang="en" altLang="zh-CN" dirty="0"/>
              <a:t>/</a:t>
            </a:r>
            <a:r>
              <a:rPr kumimoji="1" lang="en" altLang="zh-CN" dirty="0" err="1"/>
              <a:t>ergauravrawat</a:t>
            </a:r>
            <a:r>
              <a:rPr kumimoji="1" lang="en" altLang="zh-CN" dirty="0"/>
              <a:t>/fault-tolerance-23055058</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9</a:t>
            </a:fld>
            <a:endParaRPr lang="zh-CN" altLang="en-US"/>
          </a:p>
        </p:txBody>
      </p:sp>
    </p:spTree>
    <p:extLst>
      <p:ext uri="{BB962C8B-B14F-4D97-AF65-F5344CB8AC3E}">
        <p14:creationId xmlns:p14="http://schemas.microsoft.com/office/powerpoint/2010/main" val="2020922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TODO</a:t>
            </a:r>
            <a:r>
              <a:rPr kumimoji="1" lang="zh-CN" altLang="en-US" dirty="0"/>
              <a:t>：定义不同</a:t>
            </a:r>
          </a:p>
        </p:txBody>
      </p:sp>
      <p:sp>
        <p:nvSpPr>
          <p:cNvPr id="4" name="灯片编号占位符 3"/>
          <p:cNvSpPr>
            <a:spLocks noGrp="1"/>
          </p:cNvSpPr>
          <p:nvPr>
            <p:ph type="sldNum" sz="quarter" idx="5"/>
          </p:nvPr>
        </p:nvSpPr>
        <p:spPr/>
        <p:txBody>
          <a:bodyPr/>
          <a:lstStyle/>
          <a:p>
            <a:fld id="{CAD7A338-FDA7-4604-81C9-D3D2E770A9F6}" type="slidenum">
              <a:rPr lang="zh-CN" altLang="en-US" smtClean="0"/>
              <a:t>10</a:t>
            </a:fld>
            <a:endParaRPr lang="zh-CN" altLang="en-US"/>
          </a:p>
        </p:txBody>
      </p:sp>
    </p:spTree>
    <p:extLst>
      <p:ext uri="{BB962C8B-B14F-4D97-AF65-F5344CB8AC3E}">
        <p14:creationId xmlns:p14="http://schemas.microsoft.com/office/powerpoint/2010/main" val="3995037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TODO</a:t>
            </a:r>
            <a:r>
              <a:rPr kumimoji="1" lang="zh-CN" altLang="en-US" dirty="0"/>
              <a:t>：定义不同</a:t>
            </a:r>
          </a:p>
        </p:txBody>
      </p:sp>
      <p:sp>
        <p:nvSpPr>
          <p:cNvPr id="4" name="灯片编号占位符 3"/>
          <p:cNvSpPr>
            <a:spLocks noGrp="1"/>
          </p:cNvSpPr>
          <p:nvPr>
            <p:ph type="sldNum" sz="quarter" idx="5"/>
          </p:nvPr>
        </p:nvSpPr>
        <p:spPr/>
        <p:txBody>
          <a:bodyPr/>
          <a:lstStyle/>
          <a:p>
            <a:fld id="{CAD7A338-FDA7-4604-81C9-D3D2E770A9F6}" type="slidenum">
              <a:rPr lang="zh-CN" altLang="en-US" smtClean="0"/>
              <a:t>12</a:t>
            </a:fld>
            <a:endParaRPr lang="zh-CN" altLang="en-US"/>
          </a:p>
        </p:txBody>
      </p:sp>
    </p:spTree>
    <p:extLst>
      <p:ext uri="{BB962C8B-B14F-4D97-AF65-F5344CB8AC3E}">
        <p14:creationId xmlns:p14="http://schemas.microsoft.com/office/powerpoint/2010/main" val="2203757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TODO</a:t>
            </a:r>
            <a:r>
              <a:rPr kumimoji="1" lang="zh-CN" altLang="en-US" dirty="0"/>
              <a:t>：定义不同</a:t>
            </a:r>
          </a:p>
        </p:txBody>
      </p:sp>
      <p:sp>
        <p:nvSpPr>
          <p:cNvPr id="4" name="灯片编号占位符 3"/>
          <p:cNvSpPr>
            <a:spLocks noGrp="1"/>
          </p:cNvSpPr>
          <p:nvPr>
            <p:ph type="sldNum" sz="quarter" idx="5"/>
          </p:nvPr>
        </p:nvSpPr>
        <p:spPr/>
        <p:txBody>
          <a:bodyPr/>
          <a:lstStyle/>
          <a:p>
            <a:fld id="{CAD7A338-FDA7-4604-81C9-D3D2E770A9F6}" type="slidenum">
              <a:rPr lang="zh-CN" altLang="en-US" smtClean="0"/>
              <a:t>13</a:t>
            </a:fld>
            <a:endParaRPr lang="zh-CN" altLang="en-US"/>
          </a:p>
        </p:txBody>
      </p:sp>
    </p:spTree>
    <p:extLst>
      <p:ext uri="{BB962C8B-B14F-4D97-AF65-F5344CB8AC3E}">
        <p14:creationId xmlns:p14="http://schemas.microsoft.com/office/powerpoint/2010/main" val="753741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TODO</a:t>
            </a:r>
            <a:r>
              <a:rPr kumimoji="1" lang="zh-CN" altLang="en-US" dirty="0"/>
              <a:t>：定义不同</a:t>
            </a:r>
          </a:p>
        </p:txBody>
      </p:sp>
      <p:sp>
        <p:nvSpPr>
          <p:cNvPr id="4" name="灯片编号占位符 3"/>
          <p:cNvSpPr>
            <a:spLocks noGrp="1"/>
          </p:cNvSpPr>
          <p:nvPr>
            <p:ph type="sldNum" sz="quarter" idx="5"/>
          </p:nvPr>
        </p:nvSpPr>
        <p:spPr/>
        <p:txBody>
          <a:bodyPr/>
          <a:lstStyle/>
          <a:p>
            <a:fld id="{CAD7A338-FDA7-4604-81C9-D3D2E770A9F6}" type="slidenum">
              <a:rPr lang="zh-CN" altLang="en-US" smtClean="0"/>
              <a:t>14</a:t>
            </a:fld>
            <a:endParaRPr lang="zh-CN" altLang="en-US"/>
          </a:p>
        </p:txBody>
      </p:sp>
    </p:spTree>
    <p:extLst>
      <p:ext uri="{BB962C8B-B14F-4D97-AF65-F5344CB8AC3E}">
        <p14:creationId xmlns:p14="http://schemas.microsoft.com/office/powerpoint/2010/main" val="970638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From</a:t>
            </a:r>
            <a:r>
              <a:rPr kumimoji="1" lang="zh-CN" altLang="en-US" dirty="0"/>
              <a:t> </a:t>
            </a:r>
            <a:r>
              <a:rPr kumimoji="1" lang="en" altLang="zh-CN" dirty="0"/>
              <a:t>https://</a:t>
            </a:r>
            <a:r>
              <a:rPr kumimoji="1" lang="en" altLang="zh-CN" dirty="0" err="1"/>
              <a:t>www.slideshare.net</a:t>
            </a:r>
            <a:r>
              <a:rPr kumimoji="1" lang="en" altLang="zh-CN" dirty="0"/>
              <a:t>/</a:t>
            </a:r>
            <a:r>
              <a:rPr kumimoji="1" lang="en" altLang="zh-CN" dirty="0" err="1"/>
              <a:t>ergauravrawat</a:t>
            </a:r>
            <a:r>
              <a:rPr kumimoji="1" lang="en" altLang="zh-CN" dirty="0"/>
              <a:t>/fault-tolerance-23055058</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15</a:t>
            </a:fld>
            <a:endParaRPr lang="zh-CN" altLang="en-US"/>
          </a:p>
        </p:txBody>
      </p:sp>
    </p:spTree>
    <p:extLst>
      <p:ext uri="{BB962C8B-B14F-4D97-AF65-F5344CB8AC3E}">
        <p14:creationId xmlns:p14="http://schemas.microsoft.com/office/powerpoint/2010/main" val="42842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18</a:t>
            </a:fld>
            <a:endParaRPr lang="zh-CN" altLang="en-US"/>
          </a:p>
        </p:txBody>
      </p:sp>
    </p:spTree>
    <p:extLst>
      <p:ext uri="{BB962C8B-B14F-4D97-AF65-F5344CB8AC3E}">
        <p14:creationId xmlns:p14="http://schemas.microsoft.com/office/powerpoint/2010/main" val="2460479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20</a:t>
            </a:fld>
            <a:endParaRPr lang="zh-CN" altLang="en-US"/>
          </a:p>
        </p:txBody>
      </p:sp>
    </p:spTree>
    <p:extLst>
      <p:ext uri="{BB962C8B-B14F-4D97-AF65-F5344CB8AC3E}">
        <p14:creationId xmlns:p14="http://schemas.microsoft.com/office/powerpoint/2010/main" val="1179834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21</a:t>
            </a:fld>
            <a:endParaRPr lang="zh-CN" altLang="en-US"/>
          </a:p>
        </p:txBody>
      </p:sp>
    </p:spTree>
    <p:extLst>
      <p:ext uri="{BB962C8B-B14F-4D97-AF65-F5344CB8AC3E}">
        <p14:creationId xmlns:p14="http://schemas.microsoft.com/office/powerpoint/2010/main" val="1847893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22</a:t>
            </a:fld>
            <a:endParaRPr lang="zh-CN" altLang="en-US"/>
          </a:p>
        </p:txBody>
      </p:sp>
    </p:spTree>
    <p:extLst>
      <p:ext uri="{BB962C8B-B14F-4D97-AF65-F5344CB8AC3E}">
        <p14:creationId xmlns:p14="http://schemas.microsoft.com/office/powerpoint/2010/main" val="1408763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23</a:t>
            </a:fld>
            <a:endParaRPr lang="zh-CN" altLang="en-US"/>
          </a:p>
        </p:txBody>
      </p:sp>
    </p:spTree>
    <p:extLst>
      <p:ext uri="{BB962C8B-B14F-4D97-AF65-F5344CB8AC3E}">
        <p14:creationId xmlns:p14="http://schemas.microsoft.com/office/powerpoint/2010/main" val="406861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24</a:t>
            </a:fld>
            <a:endParaRPr lang="zh-CN" altLang="en-US"/>
          </a:p>
        </p:txBody>
      </p:sp>
    </p:spTree>
    <p:extLst>
      <p:ext uri="{BB962C8B-B14F-4D97-AF65-F5344CB8AC3E}">
        <p14:creationId xmlns:p14="http://schemas.microsoft.com/office/powerpoint/2010/main" val="3975695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25</a:t>
            </a:fld>
            <a:endParaRPr lang="zh-CN" altLang="en-US"/>
          </a:p>
        </p:txBody>
      </p:sp>
    </p:spTree>
    <p:extLst>
      <p:ext uri="{BB962C8B-B14F-4D97-AF65-F5344CB8AC3E}">
        <p14:creationId xmlns:p14="http://schemas.microsoft.com/office/powerpoint/2010/main" val="1748694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Pa</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27</a:t>
            </a:fld>
            <a:endParaRPr lang="zh-CN" altLang="en-US"/>
          </a:p>
        </p:txBody>
      </p:sp>
    </p:spTree>
    <p:extLst>
      <p:ext uri="{BB962C8B-B14F-4D97-AF65-F5344CB8AC3E}">
        <p14:creationId xmlns:p14="http://schemas.microsoft.com/office/powerpoint/2010/main" val="180791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28</a:t>
            </a:fld>
            <a:endParaRPr lang="zh-CN" altLang="en-US"/>
          </a:p>
        </p:txBody>
      </p:sp>
    </p:spTree>
    <p:extLst>
      <p:ext uri="{BB962C8B-B14F-4D97-AF65-F5344CB8AC3E}">
        <p14:creationId xmlns:p14="http://schemas.microsoft.com/office/powerpoint/2010/main" val="3090275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33</a:t>
            </a:fld>
            <a:endParaRPr lang="zh-CN" altLang="en-US"/>
          </a:p>
        </p:txBody>
      </p:sp>
    </p:spTree>
    <p:extLst>
      <p:ext uri="{BB962C8B-B14F-4D97-AF65-F5344CB8AC3E}">
        <p14:creationId xmlns:p14="http://schemas.microsoft.com/office/powerpoint/2010/main" val="3421471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Hardware</a:t>
            </a:r>
            <a:r>
              <a:rPr kumimoji="1" lang="zh-CN" altLang="en-US" dirty="0"/>
              <a:t> </a:t>
            </a:r>
            <a:r>
              <a:rPr kumimoji="1" lang="en-US" altLang="zh-CN" dirty="0"/>
              <a:t>redundancy</a:t>
            </a:r>
          </a:p>
          <a:p>
            <a:r>
              <a:rPr kumimoji="1" lang="en-US" altLang="zh-CN" dirty="0"/>
              <a:t>detect</a:t>
            </a:r>
            <a:r>
              <a:rPr kumimoji="1" lang="zh-CN" altLang="en-US" dirty="0"/>
              <a:t> </a:t>
            </a:r>
            <a:r>
              <a:rPr kumimoji="1" lang="en-US" altLang="zh-CN" dirty="0"/>
              <a:t>both</a:t>
            </a:r>
            <a:r>
              <a:rPr kumimoji="1" lang="zh-CN" altLang="en-US" dirty="0"/>
              <a:t> </a:t>
            </a:r>
            <a:r>
              <a:rPr kumimoji="1" lang="en-US" altLang="zh-CN" dirty="0"/>
              <a:t>permanent</a:t>
            </a:r>
            <a:r>
              <a:rPr kumimoji="1" lang="zh-CN" altLang="en-US" dirty="0"/>
              <a:t> </a:t>
            </a:r>
            <a:r>
              <a:rPr kumimoji="1" lang="en-US" altLang="zh-CN" dirty="0"/>
              <a:t>&amp;</a:t>
            </a:r>
            <a:r>
              <a:rPr kumimoji="1" lang="zh-CN" altLang="en-US" dirty="0"/>
              <a:t> </a:t>
            </a:r>
            <a:r>
              <a:rPr kumimoji="1" lang="en-US" altLang="zh-CN" dirty="0"/>
              <a:t>temporary</a:t>
            </a:r>
            <a:r>
              <a:rPr kumimoji="1" lang="zh-CN" altLang="en-US" dirty="0"/>
              <a:t> </a:t>
            </a:r>
            <a:r>
              <a:rPr kumimoji="1" lang="en-US" altLang="zh-CN" dirty="0"/>
              <a:t>faults</a:t>
            </a:r>
          </a:p>
          <a:p>
            <a:r>
              <a:rPr kumimoji="1" lang="en-US" altLang="zh-CN" dirty="0"/>
              <a:t>Little</a:t>
            </a:r>
            <a:r>
              <a:rPr kumimoji="1" lang="zh-CN" altLang="en-US" dirty="0"/>
              <a:t> </a:t>
            </a:r>
            <a:r>
              <a:rPr kumimoji="1" lang="en-US" altLang="zh-CN" dirty="0"/>
              <a:t>or</a:t>
            </a:r>
            <a:r>
              <a:rPr kumimoji="1" lang="zh-CN" altLang="en-US" dirty="0"/>
              <a:t> </a:t>
            </a:r>
            <a:r>
              <a:rPr kumimoji="1" lang="en-US" altLang="zh-CN" dirty="0"/>
              <a:t>no</a:t>
            </a:r>
            <a:r>
              <a:rPr kumimoji="1" lang="zh-CN" altLang="en-US" dirty="0"/>
              <a:t> </a:t>
            </a:r>
            <a:r>
              <a:rPr kumimoji="1" lang="en-US" altLang="zh-CN" dirty="0"/>
              <a:t>performance</a:t>
            </a:r>
            <a:r>
              <a:rPr kumimoji="1" lang="zh-CN" altLang="en-US" dirty="0"/>
              <a:t> </a:t>
            </a:r>
            <a:r>
              <a:rPr kumimoji="1" lang="en-US" altLang="zh-CN" dirty="0"/>
              <a:t>impact</a:t>
            </a:r>
          </a:p>
          <a:p>
            <a:r>
              <a:rPr kumimoji="1" lang="en-US" altLang="zh-CN" dirty="0"/>
              <a:t>But,</a:t>
            </a:r>
            <a:r>
              <a:rPr kumimoji="1" lang="zh-CN" altLang="en-US" dirty="0"/>
              <a:t> </a:t>
            </a:r>
            <a:r>
              <a:rPr kumimoji="1" lang="en-US" altLang="zh-CN" dirty="0"/>
              <a:t>more</a:t>
            </a:r>
            <a:r>
              <a:rPr kumimoji="1" lang="zh-CN" altLang="en-US" dirty="0"/>
              <a:t> </a:t>
            </a:r>
            <a:r>
              <a:rPr kumimoji="1" lang="en-US" altLang="zh-CN" dirty="0"/>
              <a:t>area</a:t>
            </a:r>
            <a:r>
              <a:rPr kumimoji="1" lang="zh-CN" altLang="en-US" dirty="0"/>
              <a:t> </a:t>
            </a:r>
            <a:r>
              <a:rPr kumimoji="1" lang="en-US" altLang="zh-CN" dirty="0"/>
              <a:t>and</a:t>
            </a:r>
            <a:r>
              <a:rPr kumimoji="1" lang="zh-CN" altLang="en-US" dirty="0"/>
              <a:t> </a:t>
            </a:r>
            <a:r>
              <a:rPr kumimoji="1" lang="en-US" altLang="zh-CN" dirty="0"/>
              <a:t>power</a:t>
            </a:r>
            <a:r>
              <a:rPr kumimoji="1" lang="zh-CN" altLang="en-US" dirty="0"/>
              <a:t> </a:t>
            </a:r>
            <a:r>
              <a:rPr kumimoji="1" lang="en-US" altLang="zh-CN" dirty="0"/>
              <a:t>for</a:t>
            </a:r>
            <a:r>
              <a:rPr kumimoji="1" lang="zh-CN" altLang="en-US" dirty="0"/>
              <a:t> </a:t>
            </a:r>
            <a:r>
              <a:rPr kumimoji="1" lang="en-US" altLang="zh-CN" dirty="0"/>
              <a:t>redundant</a:t>
            </a:r>
            <a:r>
              <a:rPr kumimoji="1" lang="zh-CN" altLang="en-US" dirty="0"/>
              <a:t> </a:t>
            </a:r>
            <a:r>
              <a:rPr kumimoji="1" lang="en-US" altLang="zh-CN" dirty="0"/>
              <a:t>HW</a:t>
            </a:r>
          </a:p>
          <a:p>
            <a:endParaRPr kumimoji="1" lang="en-US" altLang="zh-CN" dirty="0"/>
          </a:p>
          <a:p>
            <a:r>
              <a:rPr kumimoji="1" lang="en-US" altLang="zh-CN" dirty="0"/>
              <a:t>Information</a:t>
            </a:r>
            <a:r>
              <a:rPr kumimoji="1" lang="zh-CN" altLang="en-US" dirty="0"/>
              <a:t> </a:t>
            </a:r>
            <a:r>
              <a:rPr kumimoji="1" lang="en-US" altLang="zh-CN" dirty="0"/>
              <a:t>redundancy</a:t>
            </a:r>
          </a:p>
          <a:p>
            <a:r>
              <a:rPr kumimoji="1" lang="en-US" altLang="zh-CN" dirty="0"/>
              <a:t>Less</a:t>
            </a:r>
            <a:r>
              <a:rPr kumimoji="1" lang="zh-CN" altLang="en-US" dirty="0"/>
              <a:t> </a:t>
            </a:r>
            <a:r>
              <a:rPr kumimoji="1" lang="en-US" altLang="zh-CN" dirty="0"/>
              <a:t>hardware</a:t>
            </a:r>
            <a:r>
              <a:rPr kumimoji="1" lang="zh-CN" altLang="en-US" dirty="0"/>
              <a:t> </a:t>
            </a:r>
            <a:r>
              <a:rPr kumimoji="1" lang="en-US" altLang="zh-CN" dirty="0"/>
              <a:t>resources</a:t>
            </a:r>
            <a:r>
              <a:rPr kumimoji="1" lang="zh-CN" altLang="en-US" dirty="0"/>
              <a:t> </a:t>
            </a:r>
            <a:r>
              <a:rPr kumimoji="1" lang="en-US" altLang="zh-CN" dirty="0"/>
              <a:t>(than</a:t>
            </a:r>
            <a:r>
              <a:rPr kumimoji="1" lang="zh-CN" altLang="en-US" dirty="0"/>
              <a:t> </a:t>
            </a:r>
            <a:r>
              <a:rPr kumimoji="1" lang="en-US" altLang="zh-CN" dirty="0"/>
              <a:t>HW</a:t>
            </a:r>
            <a:r>
              <a:rPr kumimoji="1" lang="zh-CN" altLang="en-US" dirty="0"/>
              <a:t> </a:t>
            </a:r>
            <a:r>
              <a:rPr kumimoji="1" lang="en-US" altLang="zh-CN" dirty="0"/>
              <a:t>redundancy)</a:t>
            </a:r>
          </a:p>
          <a:p>
            <a:r>
              <a:rPr kumimoji="1" lang="en-US" altLang="zh-CN" dirty="0"/>
              <a:t>But,</a:t>
            </a:r>
            <a:r>
              <a:rPr kumimoji="1" lang="zh-CN" altLang="en-US" dirty="0"/>
              <a:t> </a:t>
            </a:r>
            <a:r>
              <a:rPr kumimoji="1" lang="en-US" altLang="zh-CN" dirty="0"/>
              <a:t>added</a:t>
            </a:r>
            <a:r>
              <a:rPr kumimoji="1" lang="zh-CN" altLang="en-US" dirty="0"/>
              <a:t> </a:t>
            </a:r>
            <a:r>
              <a:rPr kumimoji="1" lang="en-US" altLang="zh-CN" dirty="0"/>
              <a:t>complexity</a:t>
            </a:r>
            <a:r>
              <a:rPr kumimoji="1" lang="zh-CN" altLang="en-US" dirty="0"/>
              <a:t> </a:t>
            </a:r>
            <a:r>
              <a:rPr kumimoji="1" lang="en-US" altLang="zh-CN" dirty="0"/>
              <a:t>in</a:t>
            </a:r>
            <a:r>
              <a:rPr kumimoji="1" lang="zh-CN" altLang="en-US" dirty="0"/>
              <a:t> </a:t>
            </a:r>
            <a:r>
              <a:rPr kumimoji="1" lang="en-US" altLang="zh-CN" dirty="0"/>
              <a:t>design</a:t>
            </a:r>
          </a:p>
          <a:p>
            <a:endParaRPr kumimoji="1" lang="en-US" altLang="zh-CN" dirty="0"/>
          </a:p>
          <a:p>
            <a:r>
              <a:rPr kumimoji="1" lang="en-US" altLang="zh-CN" dirty="0"/>
              <a:t>Time</a:t>
            </a:r>
            <a:r>
              <a:rPr kumimoji="1" lang="zh-CN" altLang="en-US" dirty="0"/>
              <a:t> </a:t>
            </a:r>
            <a:r>
              <a:rPr kumimoji="1" lang="en-US" altLang="zh-CN" dirty="0"/>
              <a:t>redundancy</a:t>
            </a:r>
          </a:p>
          <a:p>
            <a:r>
              <a:rPr kumimoji="1" lang="en-US" altLang="zh-CN" dirty="0"/>
              <a:t>Little</a:t>
            </a:r>
            <a:r>
              <a:rPr kumimoji="1" lang="zh-CN" altLang="en-US" dirty="0"/>
              <a:t> </a:t>
            </a:r>
            <a:r>
              <a:rPr kumimoji="1" lang="en-US" altLang="zh-CN" dirty="0"/>
              <a:t>to</a:t>
            </a:r>
            <a:r>
              <a:rPr kumimoji="1" lang="zh-CN" altLang="en-US" dirty="0"/>
              <a:t> </a:t>
            </a:r>
            <a:r>
              <a:rPr kumimoji="1" lang="en-US" altLang="zh-CN" dirty="0"/>
              <a:t>no</a:t>
            </a:r>
            <a:r>
              <a:rPr kumimoji="1" lang="zh-CN" altLang="en-US" dirty="0"/>
              <a:t> </a:t>
            </a:r>
            <a:r>
              <a:rPr kumimoji="1" lang="en-US" altLang="zh-CN" dirty="0"/>
              <a:t>hardware</a:t>
            </a:r>
            <a:r>
              <a:rPr kumimoji="1" lang="zh-CN" altLang="en-US" dirty="0"/>
              <a:t> </a:t>
            </a:r>
            <a:r>
              <a:rPr kumimoji="1" lang="en-US" altLang="zh-CN" dirty="0"/>
              <a:t>overhead</a:t>
            </a:r>
          </a:p>
          <a:p>
            <a:r>
              <a:rPr kumimoji="1" lang="en-US" altLang="zh-CN" dirty="0"/>
              <a:t>But,</a:t>
            </a:r>
            <a:r>
              <a:rPr kumimoji="1" lang="zh-CN" altLang="en-US" dirty="0"/>
              <a:t> </a:t>
            </a:r>
            <a:r>
              <a:rPr kumimoji="1" lang="en-US" altLang="zh-CN" dirty="0"/>
              <a:t>impact</a:t>
            </a:r>
            <a:r>
              <a:rPr kumimoji="1" lang="zh-CN" altLang="en-US" dirty="0"/>
              <a:t> </a:t>
            </a:r>
            <a:r>
              <a:rPr kumimoji="1" lang="en-US" altLang="zh-CN" dirty="0"/>
              <a:t>system</a:t>
            </a:r>
            <a:r>
              <a:rPr kumimoji="1" lang="zh-CN" altLang="en-US" dirty="0"/>
              <a:t> </a:t>
            </a:r>
            <a:r>
              <a:rPr kumimoji="1" lang="en-US" altLang="zh-CN" dirty="0"/>
              <a:t>performance</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34</a:t>
            </a:fld>
            <a:endParaRPr lang="zh-CN" altLang="en-US"/>
          </a:p>
        </p:txBody>
      </p:sp>
    </p:spTree>
    <p:extLst>
      <p:ext uri="{BB962C8B-B14F-4D97-AF65-F5344CB8AC3E}">
        <p14:creationId xmlns:p14="http://schemas.microsoft.com/office/powerpoint/2010/main" val="737061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页眉占位符 3"/>
          <p:cNvSpPr>
            <a:spLocks noGrp="1"/>
          </p:cNvSpPr>
          <p:nvPr>
            <p:ph type="hdr" sz="quarter"/>
          </p:nvPr>
        </p:nvSpPr>
        <p:spPr/>
        <p:txBody>
          <a:bodyPr/>
          <a:lstStyle/>
          <a:p>
            <a:r>
              <a:rPr lang="zh-CN" altLang="en-US"/>
              <a:t>EE141</a:t>
            </a:r>
            <a:endParaRPr lang="en-US" altLang="zh-CN"/>
          </a:p>
        </p:txBody>
      </p:sp>
      <p:sp>
        <p:nvSpPr>
          <p:cNvPr id="5" name="灯片编号占位符 4"/>
          <p:cNvSpPr>
            <a:spLocks noGrp="1"/>
          </p:cNvSpPr>
          <p:nvPr>
            <p:ph type="sldNum" sz="quarter" idx="5"/>
          </p:nvPr>
        </p:nvSpPr>
        <p:spPr/>
        <p:txBody>
          <a:bodyPr/>
          <a:lstStyle/>
          <a:p>
            <a:fld id="{5E8B71DE-C110-D948-A7E2-A25F771EC631}" type="slidenum">
              <a:rPr lang="zh-CN" altLang="en-US" smtClean="0"/>
              <a:pPr/>
              <a:t>36</a:t>
            </a:fld>
            <a:endParaRPr lang="en-US" altLang="zh-CN"/>
          </a:p>
        </p:txBody>
      </p:sp>
    </p:spTree>
    <p:extLst>
      <p:ext uri="{BB962C8B-B14F-4D97-AF65-F5344CB8AC3E}">
        <p14:creationId xmlns:p14="http://schemas.microsoft.com/office/powerpoint/2010/main" val="2834466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40</a:t>
            </a:fld>
            <a:endParaRPr lang="zh-CN" altLang="en-US"/>
          </a:p>
        </p:txBody>
      </p:sp>
    </p:spTree>
    <p:extLst>
      <p:ext uri="{BB962C8B-B14F-4D97-AF65-F5344CB8AC3E}">
        <p14:creationId xmlns:p14="http://schemas.microsoft.com/office/powerpoint/2010/main" val="2707289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41</a:t>
            </a:fld>
            <a:endParaRPr lang="zh-CN" altLang="en-US"/>
          </a:p>
        </p:txBody>
      </p:sp>
    </p:spTree>
    <p:extLst>
      <p:ext uri="{BB962C8B-B14F-4D97-AF65-F5344CB8AC3E}">
        <p14:creationId xmlns:p14="http://schemas.microsoft.com/office/powerpoint/2010/main" val="348318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42</a:t>
            </a:fld>
            <a:endParaRPr lang="zh-CN" altLang="en-US"/>
          </a:p>
        </p:txBody>
      </p:sp>
    </p:spTree>
    <p:extLst>
      <p:ext uri="{BB962C8B-B14F-4D97-AF65-F5344CB8AC3E}">
        <p14:creationId xmlns:p14="http://schemas.microsoft.com/office/powerpoint/2010/main" val="1224623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43</a:t>
            </a:fld>
            <a:endParaRPr lang="zh-CN" altLang="en-US"/>
          </a:p>
        </p:txBody>
      </p:sp>
    </p:spTree>
    <p:extLst>
      <p:ext uri="{BB962C8B-B14F-4D97-AF65-F5344CB8AC3E}">
        <p14:creationId xmlns:p14="http://schemas.microsoft.com/office/powerpoint/2010/main" val="4096051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44</a:t>
            </a:fld>
            <a:endParaRPr lang="zh-CN" altLang="en-US"/>
          </a:p>
        </p:txBody>
      </p:sp>
    </p:spTree>
    <p:extLst>
      <p:ext uri="{BB962C8B-B14F-4D97-AF65-F5344CB8AC3E}">
        <p14:creationId xmlns:p14="http://schemas.microsoft.com/office/powerpoint/2010/main" val="3216475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45</a:t>
            </a:fld>
            <a:endParaRPr lang="zh-CN" altLang="en-US"/>
          </a:p>
        </p:txBody>
      </p:sp>
    </p:spTree>
    <p:extLst>
      <p:ext uri="{BB962C8B-B14F-4D97-AF65-F5344CB8AC3E}">
        <p14:creationId xmlns:p14="http://schemas.microsoft.com/office/powerpoint/2010/main" val="36815715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46</a:t>
            </a:fld>
            <a:endParaRPr lang="zh-CN" altLang="en-US"/>
          </a:p>
        </p:txBody>
      </p:sp>
    </p:spTree>
    <p:extLst>
      <p:ext uri="{BB962C8B-B14F-4D97-AF65-F5344CB8AC3E}">
        <p14:creationId xmlns:p14="http://schemas.microsoft.com/office/powerpoint/2010/main" val="2489818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47</a:t>
            </a:fld>
            <a:endParaRPr lang="zh-CN" altLang="en-US"/>
          </a:p>
        </p:txBody>
      </p:sp>
    </p:spTree>
    <p:extLst>
      <p:ext uri="{BB962C8B-B14F-4D97-AF65-F5344CB8AC3E}">
        <p14:creationId xmlns:p14="http://schemas.microsoft.com/office/powerpoint/2010/main" val="10772984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48</a:t>
            </a:fld>
            <a:endParaRPr lang="zh-CN" altLang="en-US"/>
          </a:p>
        </p:txBody>
      </p:sp>
    </p:spTree>
    <p:extLst>
      <p:ext uri="{BB962C8B-B14F-4D97-AF65-F5344CB8AC3E}">
        <p14:creationId xmlns:p14="http://schemas.microsoft.com/office/powerpoint/2010/main" val="37553440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49</a:t>
            </a:fld>
            <a:endParaRPr lang="zh-CN" altLang="en-US"/>
          </a:p>
        </p:txBody>
      </p:sp>
    </p:spTree>
    <p:extLst>
      <p:ext uri="{BB962C8B-B14F-4D97-AF65-F5344CB8AC3E}">
        <p14:creationId xmlns:p14="http://schemas.microsoft.com/office/powerpoint/2010/main" val="10625342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50</a:t>
            </a:fld>
            <a:endParaRPr lang="zh-CN" altLang="en-US"/>
          </a:p>
        </p:txBody>
      </p:sp>
    </p:spTree>
    <p:extLst>
      <p:ext uri="{BB962C8B-B14F-4D97-AF65-F5344CB8AC3E}">
        <p14:creationId xmlns:p14="http://schemas.microsoft.com/office/powerpoint/2010/main" val="383801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51</a:t>
            </a:fld>
            <a:endParaRPr lang="zh-CN" altLang="en-US"/>
          </a:p>
        </p:txBody>
      </p:sp>
    </p:spTree>
    <p:extLst>
      <p:ext uri="{BB962C8B-B14F-4D97-AF65-F5344CB8AC3E}">
        <p14:creationId xmlns:p14="http://schemas.microsoft.com/office/powerpoint/2010/main" val="3787469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52</a:t>
            </a:fld>
            <a:endParaRPr lang="zh-CN" altLang="en-US"/>
          </a:p>
        </p:txBody>
      </p:sp>
    </p:spTree>
    <p:extLst>
      <p:ext uri="{BB962C8B-B14F-4D97-AF65-F5344CB8AC3E}">
        <p14:creationId xmlns:p14="http://schemas.microsoft.com/office/powerpoint/2010/main" val="19909158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53</a:t>
            </a:fld>
            <a:endParaRPr lang="zh-CN" altLang="en-US"/>
          </a:p>
        </p:txBody>
      </p:sp>
    </p:spTree>
    <p:extLst>
      <p:ext uri="{BB962C8B-B14F-4D97-AF65-F5344CB8AC3E}">
        <p14:creationId xmlns:p14="http://schemas.microsoft.com/office/powerpoint/2010/main" val="29788906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54</a:t>
            </a:fld>
            <a:endParaRPr lang="zh-CN" altLang="en-US"/>
          </a:p>
        </p:txBody>
      </p:sp>
    </p:spTree>
    <p:extLst>
      <p:ext uri="{BB962C8B-B14F-4D97-AF65-F5344CB8AC3E}">
        <p14:creationId xmlns:p14="http://schemas.microsoft.com/office/powerpoint/2010/main" val="27026403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55</a:t>
            </a:fld>
            <a:endParaRPr lang="zh-CN" altLang="en-US"/>
          </a:p>
        </p:txBody>
      </p:sp>
    </p:spTree>
    <p:extLst>
      <p:ext uri="{BB962C8B-B14F-4D97-AF65-F5344CB8AC3E}">
        <p14:creationId xmlns:p14="http://schemas.microsoft.com/office/powerpoint/2010/main" val="34845776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Reference:</a:t>
            </a:r>
            <a:r>
              <a:rPr kumimoji="1" lang="zh-CN" altLang="en-US" dirty="0"/>
              <a:t> 广艳老师部分内容 </a:t>
            </a:r>
            <a:r>
              <a:rPr kumimoji="1" lang="en-US" altLang="zh-CN" dirty="0"/>
              <a:t>&amp;</a:t>
            </a:r>
            <a:r>
              <a:rPr kumimoji="1" lang="zh-CN" altLang="en-US" dirty="0"/>
              <a:t> </a:t>
            </a:r>
            <a:r>
              <a:rPr kumimoji="1" lang="en" altLang="zh-CN" dirty="0"/>
              <a:t>https://</a:t>
            </a:r>
            <a:r>
              <a:rPr kumimoji="1" lang="en" altLang="zh-CN" dirty="0" err="1"/>
              <a:t>stonefly.com</a:t>
            </a:r>
            <a:r>
              <a:rPr kumimoji="1" lang="en" altLang="zh-CN" dirty="0"/>
              <a:t>/blog/storage-snapshot-technology-techniques-and-details</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56</a:t>
            </a:fld>
            <a:endParaRPr lang="zh-CN" altLang="en-US"/>
          </a:p>
        </p:txBody>
      </p:sp>
    </p:spTree>
    <p:extLst>
      <p:ext uri="{BB962C8B-B14F-4D97-AF65-F5344CB8AC3E}">
        <p14:creationId xmlns:p14="http://schemas.microsoft.com/office/powerpoint/2010/main" val="15406259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Reference:</a:t>
            </a:r>
            <a:r>
              <a:rPr kumimoji="1" lang="zh-CN" altLang="en-US" dirty="0"/>
              <a:t> 广艳老师部分内容 </a:t>
            </a:r>
            <a:r>
              <a:rPr kumimoji="1" lang="en-US" altLang="zh-CN" dirty="0"/>
              <a:t>&amp;</a:t>
            </a:r>
            <a:r>
              <a:rPr kumimoji="1" lang="zh-CN" altLang="en-US" dirty="0"/>
              <a:t> </a:t>
            </a:r>
            <a:r>
              <a:rPr kumimoji="1" lang="en" altLang="zh-CN" dirty="0"/>
              <a:t>https://</a:t>
            </a:r>
            <a:r>
              <a:rPr kumimoji="1" lang="en" altLang="zh-CN" dirty="0" err="1"/>
              <a:t>stonefly.com</a:t>
            </a:r>
            <a:r>
              <a:rPr kumimoji="1" lang="en" altLang="zh-CN" dirty="0"/>
              <a:t>/blog/storage-snapshot-technology-techniques-and-details</a:t>
            </a:r>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57</a:t>
            </a:fld>
            <a:endParaRPr lang="zh-CN" altLang="en-US"/>
          </a:p>
        </p:txBody>
      </p:sp>
    </p:spTree>
    <p:extLst>
      <p:ext uri="{BB962C8B-B14F-4D97-AF65-F5344CB8AC3E}">
        <p14:creationId xmlns:p14="http://schemas.microsoft.com/office/powerpoint/2010/main" val="19937944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58</a:t>
            </a:fld>
            <a:endParaRPr lang="zh-CN" altLang="en-US"/>
          </a:p>
        </p:txBody>
      </p:sp>
    </p:spTree>
    <p:extLst>
      <p:ext uri="{BB962C8B-B14F-4D97-AF65-F5344CB8AC3E}">
        <p14:creationId xmlns:p14="http://schemas.microsoft.com/office/powerpoint/2010/main" val="24642989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59</a:t>
            </a:fld>
            <a:endParaRPr lang="zh-CN" altLang="en-US"/>
          </a:p>
        </p:txBody>
      </p:sp>
    </p:spTree>
    <p:extLst>
      <p:ext uri="{BB962C8B-B14F-4D97-AF65-F5344CB8AC3E}">
        <p14:creationId xmlns:p14="http://schemas.microsoft.com/office/powerpoint/2010/main" val="38084201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60</a:t>
            </a:fld>
            <a:endParaRPr lang="zh-CN" altLang="en-US"/>
          </a:p>
        </p:txBody>
      </p:sp>
    </p:spTree>
    <p:extLst>
      <p:ext uri="{BB962C8B-B14F-4D97-AF65-F5344CB8AC3E}">
        <p14:creationId xmlns:p14="http://schemas.microsoft.com/office/powerpoint/2010/main" val="6592163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61</a:t>
            </a:fld>
            <a:endParaRPr lang="zh-CN" altLang="en-US"/>
          </a:p>
        </p:txBody>
      </p:sp>
    </p:spTree>
    <p:extLst>
      <p:ext uri="{BB962C8B-B14F-4D97-AF65-F5344CB8AC3E}">
        <p14:creationId xmlns:p14="http://schemas.microsoft.com/office/powerpoint/2010/main" val="33926514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62</a:t>
            </a:fld>
            <a:endParaRPr lang="zh-CN" altLang="en-US"/>
          </a:p>
        </p:txBody>
      </p:sp>
    </p:spTree>
    <p:extLst>
      <p:ext uri="{BB962C8B-B14F-4D97-AF65-F5344CB8AC3E}">
        <p14:creationId xmlns:p14="http://schemas.microsoft.com/office/powerpoint/2010/main" val="5320267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63</a:t>
            </a:fld>
            <a:endParaRPr lang="zh-CN" altLang="en-US"/>
          </a:p>
        </p:txBody>
      </p:sp>
    </p:spTree>
    <p:extLst>
      <p:ext uri="{BB962C8B-B14F-4D97-AF65-F5344CB8AC3E}">
        <p14:creationId xmlns:p14="http://schemas.microsoft.com/office/powerpoint/2010/main" val="34010557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64</a:t>
            </a:fld>
            <a:endParaRPr lang="zh-CN" altLang="en-US"/>
          </a:p>
        </p:txBody>
      </p:sp>
    </p:spTree>
    <p:extLst>
      <p:ext uri="{BB962C8B-B14F-4D97-AF65-F5344CB8AC3E}">
        <p14:creationId xmlns:p14="http://schemas.microsoft.com/office/powerpoint/2010/main" val="14312938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65</a:t>
            </a:fld>
            <a:endParaRPr lang="zh-CN" altLang="en-US"/>
          </a:p>
        </p:txBody>
      </p:sp>
    </p:spTree>
    <p:extLst>
      <p:ext uri="{BB962C8B-B14F-4D97-AF65-F5344CB8AC3E}">
        <p14:creationId xmlns:p14="http://schemas.microsoft.com/office/powerpoint/2010/main" val="42712962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66</a:t>
            </a:fld>
            <a:endParaRPr lang="zh-CN" altLang="en-US"/>
          </a:p>
        </p:txBody>
      </p:sp>
    </p:spTree>
    <p:extLst>
      <p:ext uri="{BB962C8B-B14F-4D97-AF65-F5344CB8AC3E}">
        <p14:creationId xmlns:p14="http://schemas.microsoft.com/office/powerpoint/2010/main" val="35613150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67</a:t>
            </a:fld>
            <a:endParaRPr lang="zh-CN" altLang="en-US"/>
          </a:p>
        </p:txBody>
      </p:sp>
    </p:spTree>
    <p:extLst>
      <p:ext uri="{BB962C8B-B14F-4D97-AF65-F5344CB8AC3E}">
        <p14:creationId xmlns:p14="http://schemas.microsoft.com/office/powerpoint/2010/main" val="8356817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68</a:t>
            </a:fld>
            <a:endParaRPr lang="zh-CN" altLang="en-US"/>
          </a:p>
        </p:txBody>
      </p:sp>
    </p:spTree>
    <p:extLst>
      <p:ext uri="{BB962C8B-B14F-4D97-AF65-F5344CB8AC3E}">
        <p14:creationId xmlns:p14="http://schemas.microsoft.com/office/powerpoint/2010/main" val="32485609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69</a:t>
            </a:fld>
            <a:endParaRPr lang="zh-CN" altLang="en-US"/>
          </a:p>
        </p:txBody>
      </p:sp>
    </p:spTree>
    <p:extLst>
      <p:ext uri="{BB962C8B-B14F-4D97-AF65-F5344CB8AC3E}">
        <p14:creationId xmlns:p14="http://schemas.microsoft.com/office/powerpoint/2010/main" val="24112750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70</a:t>
            </a:fld>
            <a:endParaRPr lang="zh-CN" altLang="en-US"/>
          </a:p>
        </p:txBody>
      </p:sp>
    </p:spTree>
    <p:extLst>
      <p:ext uri="{BB962C8B-B14F-4D97-AF65-F5344CB8AC3E}">
        <p14:creationId xmlns:p14="http://schemas.microsoft.com/office/powerpoint/2010/main" val="1314011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83</a:t>
            </a:fld>
            <a:endParaRPr lang="zh-CN" altLang="en-US"/>
          </a:p>
        </p:txBody>
      </p:sp>
    </p:spTree>
    <p:extLst>
      <p:ext uri="{BB962C8B-B14F-4D97-AF65-F5344CB8AC3E}">
        <p14:creationId xmlns:p14="http://schemas.microsoft.com/office/powerpoint/2010/main" val="21015126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84</a:t>
            </a:fld>
            <a:endParaRPr lang="zh-CN" altLang="en-US"/>
          </a:p>
        </p:txBody>
      </p:sp>
    </p:spTree>
    <p:extLst>
      <p:ext uri="{BB962C8B-B14F-4D97-AF65-F5344CB8AC3E}">
        <p14:creationId xmlns:p14="http://schemas.microsoft.com/office/powerpoint/2010/main" val="41283012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AD7A338-FDA7-4604-81C9-D3D2E770A9F6}" type="slidenum">
              <a:rPr lang="zh-CN" altLang="en-US" smtClean="0"/>
              <a:t>85</a:t>
            </a:fld>
            <a:endParaRPr lang="zh-CN" altLang="en-US"/>
          </a:p>
        </p:txBody>
      </p:sp>
    </p:spTree>
    <p:extLst>
      <p:ext uri="{BB962C8B-B14F-4D97-AF65-F5344CB8AC3E}">
        <p14:creationId xmlns:p14="http://schemas.microsoft.com/office/powerpoint/2010/main" val="627308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标题和内容">
    <p:bg>
      <p:bgRef idx="1001">
        <a:schemeClr val="bg1"/>
      </p:bgRef>
    </p:bg>
    <p:spTree>
      <p:nvGrpSpPr>
        <p:cNvPr id="1" name=""/>
        <p:cNvGrpSpPr/>
        <p:nvPr/>
      </p:nvGrpSpPr>
      <p:grpSpPr>
        <a:xfrm>
          <a:off x="0" y="0"/>
          <a:ext cx="0" cy="0"/>
          <a:chOff x="0" y="0"/>
          <a:chExt cx="0" cy="0"/>
        </a:xfrm>
      </p:grpSpPr>
      <p:sp>
        <p:nvSpPr>
          <p:cNvPr id="9" name="TextBox 8"/>
          <p:cNvSpPr txBox="1"/>
          <p:nvPr/>
        </p:nvSpPr>
        <p:spPr>
          <a:xfrm>
            <a:off x="8522025" y="6372225"/>
            <a:ext cx="492444" cy="369332"/>
          </a:xfrm>
          <a:prstGeom prst="rect">
            <a:avLst/>
          </a:prstGeom>
          <a:noFill/>
        </p:spPr>
        <p:txBody>
          <a:bodyPr wrap="none">
            <a:spAutoFit/>
          </a:bodyPr>
          <a:lstStyle/>
          <a:p>
            <a:pPr algn="ctr">
              <a:defRPr/>
            </a:pPr>
            <a:fld id="{07D0F245-42B0-4928-B62E-A4ECCACBA439}" type="slidenum">
              <a:rPr lang="zh-CN" altLang="en-US" sz="1800" b="0">
                <a:solidFill>
                  <a:srgbClr val="6600CC"/>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1800" b="0" dirty="0">
              <a:solidFill>
                <a:srgbClr val="6600CC"/>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3" name="直接连接符 2"/>
          <p:cNvCxnSpPr/>
          <p:nvPr/>
        </p:nvCxnSpPr>
        <p:spPr>
          <a:xfrm>
            <a:off x="-1" y="989704"/>
            <a:ext cx="9144001" cy="0"/>
          </a:xfrm>
          <a:prstGeom prst="line">
            <a:avLst/>
          </a:prstGeom>
          <a:ln w="57150">
            <a:solidFill>
              <a:srgbClr val="67077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4104" y="2383668"/>
            <a:ext cx="4970033" cy="3515424"/>
          </a:xfrm>
          <a:prstGeom prst="rect">
            <a:avLst/>
          </a:prstGeom>
        </p:spPr>
      </p:pic>
    </p:spTree>
    <p:extLst>
      <p:ext uri="{BB962C8B-B14F-4D97-AF65-F5344CB8AC3E}">
        <p14:creationId xmlns:p14="http://schemas.microsoft.com/office/powerpoint/2010/main" val="181506282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1541911"/>
            <a:ext cx="6858000" cy="1968052"/>
          </a:xfrm>
        </p:spPr>
        <p:txBody>
          <a:bodyPr anchor="b">
            <a:normAutofit/>
          </a:bodyPr>
          <a:lstStyle>
            <a:lvl1pPr algn="ctr">
              <a:defRPr sz="4800">
                <a:latin typeface="Arial" panose="020B0604020202020204" pitchFamily="34" charset="0"/>
                <a:cs typeface="Arial" panose="020B0604020202020204" pitchFamily="34" charset="0"/>
              </a:defRPr>
            </a:lvl1pPr>
          </a:lstStyle>
          <a:p>
            <a:r>
              <a:rPr lang="zh-CN" altLang="en-US" dirty="0"/>
              <a:t>单击此处编辑母版标题样式 </a:t>
            </a:r>
            <a:r>
              <a:rPr lang="en-US" altLang="zh-CN" dirty="0"/>
              <a:t>English</a:t>
            </a:r>
            <a:endParaRPr lang="en-US" dirty="0"/>
          </a:p>
        </p:txBody>
      </p:sp>
      <p:sp>
        <p:nvSpPr>
          <p:cNvPr id="3" name="Subtitle 2"/>
          <p:cNvSpPr>
            <a:spLocks noGrp="1"/>
          </p:cNvSpPr>
          <p:nvPr>
            <p:ph type="subTitle" idx="1"/>
          </p:nvPr>
        </p:nvSpPr>
        <p:spPr>
          <a:xfrm>
            <a:off x="1143000" y="4432152"/>
            <a:ext cx="6858000" cy="1925619"/>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33058" t="4510" r="36009" b="51185"/>
          <a:stretch/>
        </p:blipFill>
        <p:spPr>
          <a:xfrm>
            <a:off x="7606602" y="0"/>
            <a:ext cx="1537398" cy="1557494"/>
          </a:xfrm>
          <a:prstGeom prst="rect">
            <a:avLst/>
          </a:prstGeom>
        </p:spPr>
      </p:pic>
      <p:sp>
        <p:nvSpPr>
          <p:cNvPr id="6" name="文本框 5"/>
          <p:cNvSpPr txBox="1"/>
          <p:nvPr/>
        </p:nvSpPr>
        <p:spPr>
          <a:xfrm>
            <a:off x="0" y="-1"/>
            <a:ext cx="7596000" cy="792000"/>
          </a:xfrm>
          <a:prstGeom prst="rect">
            <a:avLst/>
          </a:prstGeom>
          <a:solidFill>
            <a:srgbClr val="71207C"/>
          </a:solidFill>
        </p:spPr>
        <p:txBody>
          <a:bodyPr wrap="square" rtlCol="0" anchor="ctr" anchorCtr="0">
            <a:noAutofit/>
          </a:bodyPr>
          <a:lstStyle/>
          <a:p>
            <a:pPr algn="ctr"/>
            <a:endParaRPr lang="zh-CN" altLang="en-US" sz="3600" dirty="0">
              <a:solidFill>
                <a:schemeClr val="bg1"/>
              </a:solidFill>
            </a:endParaRPr>
          </a:p>
        </p:txBody>
      </p:sp>
    </p:spTree>
    <p:extLst>
      <p:ext uri="{BB962C8B-B14F-4D97-AF65-F5344CB8AC3E}">
        <p14:creationId xmlns:p14="http://schemas.microsoft.com/office/powerpoint/2010/main" val="3335855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79700" y="82103"/>
            <a:ext cx="8659905" cy="814272"/>
          </a:xfrm>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ormAutofit/>
          </a:bodyPr>
          <a:lstStyle>
            <a:lvl1pPr marL="228600" indent="-360000" algn="l" defTabSz="914400" rtl="0" eaLnBrk="1" latinLnBrk="0" hangingPunct="1">
              <a:lnSpc>
                <a:spcPct val="100000"/>
              </a:lnSpc>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1233812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6"/>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673496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279700" y="1075765"/>
            <a:ext cx="4235151" cy="510119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075765"/>
            <a:ext cx="4310454" cy="510119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719254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79698" y="1156393"/>
            <a:ext cx="421848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279699" y="2146993"/>
            <a:ext cx="4218484" cy="404267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154975"/>
            <a:ext cx="431045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144157"/>
            <a:ext cx="4310454" cy="404550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7CFED53-ABF0-479B-9E8C-D233DBD172AF}" type="slidenum">
              <a:rPr lang="zh-CN" altLang="en-US" smtClean="0"/>
              <a:t>‹#›</a:t>
            </a:fld>
            <a:endParaRPr lang="zh-CN" altLang="en-US"/>
          </a:p>
        </p:txBody>
      </p:sp>
      <p:sp>
        <p:nvSpPr>
          <p:cNvPr id="10" name="Title 1"/>
          <p:cNvSpPr>
            <a:spLocks noGrp="1"/>
          </p:cNvSpPr>
          <p:nvPr>
            <p:ph type="title"/>
          </p:nvPr>
        </p:nvSpPr>
        <p:spPr>
          <a:xfrm>
            <a:off x="279700" y="82103"/>
            <a:ext cx="8659905" cy="907602"/>
          </a:xfrm>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292344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109681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2375241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1133322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56309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3561067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1"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3269FAC-3CDF-443A-A3CB-F875BD82E087}" type="datetimeFigureOut">
              <a:rPr lang="zh-CN" altLang="en-US" smtClean="0"/>
              <a:t>2023/5/24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7CFED53-ABF0-479B-9E8C-D233DBD172AF}" type="slidenum">
              <a:rPr lang="zh-CN" altLang="en-US" smtClean="0"/>
              <a:t>‹#›</a:t>
            </a:fld>
            <a:endParaRPr lang="zh-CN" altLang="en-US"/>
          </a:p>
        </p:txBody>
      </p:sp>
    </p:spTree>
    <p:extLst>
      <p:ext uri="{BB962C8B-B14F-4D97-AF65-F5344CB8AC3E}">
        <p14:creationId xmlns:p14="http://schemas.microsoft.com/office/powerpoint/2010/main" val="4042230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和内容">
    <p:bg>
      <p:bgRef idx="1001">
        <a:schemeClr val="bg1"/>
      </p:bgRef>
    </p:bg>
    <p:spTree>
      <p:nvGrpSpPr>
        <p:cNvPr id="1" name=""/>
        <p:cNvGrpSpPr/>
        <p:nvPr/>
      </p:nvGrpSpPr>
      <p:grpSpPr>
        <a:xfrm>
          <a:off x="0" y="0"/>
          <a:ext cx="0" cy="0"/>
          <a:chOff x="0" y="0"/>
          <a:chExt cx="0" cy="0"/>
        </a:xfrm>
      </p:grpSpPr>
      <p:sp>
        <p:nvSpPr>
          <p:cNvPr id="9" name="TextBox 8"/>
          <p:cNvSpPr txBox="1"/>
          <p:nvPr/>
        </p:nvSpPr>
        <p:spPr>
          <a:xfrm>
            <a:off x="8522025" y="6372225"/>
            <a:ext cx="492444" cy="369332"/>
          </a:xfrm>
          <a:prstGeom prst="rect">
            <a:avLst/>
          </a:prstGeom>
          <a:noFill/>
        </p:spPr>
        <p:txBody>
          <a:bodyPr wrap="none">
            <a:spAutoFit/>
          </a:bodyPr>
          <a:lstStyle/>
          <a:p>
            <a:pPr algn="ctr">
              <a:defRPr/>
            </a:pPr>
            <a:fld id="{07D0F245-42B0-4928-B62E-A4ECCACBA439}" type="slidenum">
              <a:rPr lang="zh-CN" altLang="en-US" sz="1800" b="0">
                <a:solidFill>
                  <a:srgbClr val="6600CC"/>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1800" b="0" dirty="0">
              <a:solidFill>
                <a:srgbClr val="6600CC"/>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1" name="组合 10"/>
          <p:cNvGrpSpPr/>
          <p:nvPr/>
        </p:nvGrpSpPr>
        <p:grpSpPr>
          <a:xfrm>
            <a:off x="-1" y="688254"/>
            <a:ext cx="8065638" cy="72000"/>
            <a:chOff x="0" y="688254"/>
            <a:chExt cx="7861147" cy="72000"/>
          </a:xfrm>
        </p:grpSpPr>
        <p:sp>
          <p:nvSpPr>
            <p:cNvPr id="6" name="矩形 5"/>
            <p:cNvSpPr/>
            <p:nvPr userDrawn="1"/>
          </p:nvSpPr>
          <p:spPr>
            <a:xfrm>
              <a:off x="0" y="688254"/>
              <a:ext cx="2598057" cy="72000"/>
            </a:xfrm>
            <a:prstGeom prst="rect">
              <a:avLst/>
            </a:prstGeom>
            <a:solidFill>
              <a:srgbClr val="9900CC"/>
            </a:solidFill>
            <a:ln>
              <a:solidFill>
                <a:srgbClr val="99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7" name="直接连接符 6"/>
            <p:cNvCxnSpPr/>
            <p:nvPr userDrawn="1"/>
          </p:nvCxnSpPr>
          <p:spPr>
            <a:xfrm>
              <a:off x="2598055" y="724254"/>
              <a:ext cx="5263092" cy="0"/>
            </a:xfrm>
            <a:prstGeom prst="line">
              <a:avLst/>
            </a:prstGeom>
            <a:ln w="19050">
              <a:solidFill>
                <a:srgbClr val="99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098357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9700" y="82103"/>
            <a:ext cx="8659905" cy="907602"/>
          </a:xfrm>
          <a:prstGeom prst="rect">
            <a:avLst/>
          </a:prstGeom>
        </p:spPr>
        <p:txBody>
          <a:bodyPr vert="horz" lIns="91440" tIns="45720" rIns="91440" bIns="45720" rtlCol="0" anchor="ctr">
            <a:normAutofit/>
          </a:bodyPr>
          <a:lstStyle/>
          <a:p>
            <a:r>
              <a:rPr lang="zh-CN" altLang="en-US" dirty="0"/>
              <a:t>单击此处编辑母版标题样式 </a:t>
            </a:r>
            <a:r>
              <a:rPr lang="en-US" altLang="zh-CN" dirty="0"/>
              <a:t>Arial</a:t>
            </a:r>
            <a:endParaRPr lang="en-US" dirty="0"/>
          </a:p>
        </p:txBody>
      </p:sp>
      <p:sp>
        <p:nvSpPr>
          <p:cNvPr id="3" name="Text Placeholder 2"/>
          <p:cNvSpPr>
            <a:spLocks noGrp="1"/>
          </p:cNvSpPr>
          <p:nvPr>
            <p:ph type="body" idx="1"/>
          </p:nvPr>
        </p:nvSpPr>
        <p:spPr>
          <a:xfrm>
            <a:off x="279700" y="1075765"/>
            <a:ext cx="8659905" cy="5101198"/>
          </a:xfrm>
          <a:prstGeom prst="rect">
            <a:avLst/>
          </a:prstGeom>
        </p:spPr>
        <p:txBody>
          <a:bodyPr vert="horz" lIns="91440" tIns="45720" rIns="91440" bIns="45720" rtlCol="0">
            <a:normAutofit/>
          </a:bodyPr>
          <a:lstStyle/>
          <a:p>
            <a:pPr lvl="0"/>
            <a:r>
              <a:rPr lang="zh-CN" altLang="en-US" dirty="0"/>
              <a:t>编辑母版文本样式 </a:t>
            </a:r>
            <a:r>
              <a:rPr lang="en-US" altLang="zh-CN" dirty="0"/>
              <a:t>Arial</a:t>
            </a:r>
            <a:endParaRPr lang="zh-CN" altLang="en-US" dirty="0"/>
          </a:p>
          <a:p>
            <a:pPr lvl="1"/>
            <a:r>
              <a:rPr lang="zh-CN" altLang="en-US" dirty="0"/>
              <a:t>第二级 </a:t>
            </a:r>
            <a:r>
              <a:rPr lang="en-US" altLang="zh-CN" dirty="0"/>
              <a:t>Arial</a:t>
            </a:r>
            <a:endParaRPr lang="zh-CN" altLang="en-US" dirty="0"/>
          </a:p>
          <a:p>
            <a:pPr lvl="2"/>
            <a:r>
              <a:rPr lang="zh-CN" altLang="en-US" dirty="0"/>
              <a:t>第三级 </a:t>
            </a:r>
            <a:r>
              <a:rPr lang="en-US" altLang="zh-CN" dirty="0"/>
              <a:t>Arial</a:t>
            </a:r>
            <a:endParaRPr lang="zh-CN" altLang="en-US" dirty="0"/>
          </a:p>
          <a:p>
            <a:pPr lvl="3"/>
            <a:r>
              <a:rPr lang="zh-CN" altLang="en-US" dirty="0"/>
              <a:t>第四级 </a:t>
            </a:r>
            <a:r>
              <a:rPr lang="en-US" altLang="zh-CN" dirty="0"/>
              <a:t>Arial</a:t>
            </a:r>
            <a:endParaRPr lang="zh-CN" altLang="en-US" dirty="0"/>
          </a:p>
          <a:p>
            <a:pPr lvl="4"/>
            <a:r>
              <a:rPr lang="zh-CN" altLang="en-US" dirty="0"/>
              <a:t>第五级 </a:t>
            </a:r>
            <a:r>
              <a:rPr lang="en-US" altLang="zh-CN" dirty="0"/>
              <a:t>Arial</a:t>
            </a:r>
            <a:endParaRPr lang="en-US" dirty="0"/>
          </a:p>
        </p:txBody>
      </p:sp>
      <p:sp>
        <p:nvSpPr>
          <p:cNvPr id="4" name="Date Placeholder 3"/>
          <p:cNvSpPr>
            <a:spLocks noGrp="1"/>
          </p:cNvSpPr>
          <p:nvPr>
            <p:ph type="dt" sz="half" idx="2"/>
          </p:nvPr>
        </p:nvSpPr>
        <p:spPr>
          <a:xfrm>
            <a:off x="279699" y="6364274"/>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69FAC-3CDF-443A-A3CB-F875BD82E087}" type="datetimeFigureOut">
              <a:rPr lang="zh-CN" altLang="en-US" smtClean="0"/>
              <a:t>2023/5/24</a:t>
            </a:fld>
            <a:endParaRPr lang="zh-CN" alt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882204" y="6354935"/>
            <a:ext cx="2057400" cy="365125"/>
          </a:xfrm>
          <a:prstGeom prst="rect">
            <a:avLst/>
          </a:prstGeom>
        </p:spPr>
        <p:txBody>
          <a:bodyPr vert="horz" lIns="91440" tIns="45720" rIns="91440" bIns="45720" rtlCol="0" anchor="ctr"/>
          <a:lstStyle>
            <a:lvl1pPr algn="r">
              <a:defRPr sz="1800">
                <a:solidFill>
                  <a:srgbClr val="670775"/>
                </a:solidFill>
              </a:defRPr>
            </a:lvl1pPr>
          </a:lstStyle>
          <a:p>
            <a:fld id="{37CFED53-ABF0-479B-9E8C-D233DBD172AF}" type="slidenum">
              <a:rPr lang="zh-CN" altLang="en-US" smtClean="0"/>
              <a:t>‹#›</a:t>
            </a:fld>
            <a:endParaRPr lang="zh-CN" altLang="en-US"/>
          </a:p>
        </p:txBody>
      </p:sp>
      <p:cxnSp>
        <p:nvCxnSpPr>
          <p:cNvPr id="7" name="直接连接符 6"/>
          <p:cNvCxnSpPr/>
          <p:nvPr/>
        </p:nvCxnSpPr>
        <p:spPr>
          <a:xfrm>
            <a:off x="-1" y="989704"/>
            <a:ext cx="9144001" cy="0"/>
          </a:xfrm>
          <a:prstGeom prst="line">
            <a:avLst/>
          </a:prstGeom>
          <a:ln w="57150">
            <a:solidFill>
              <a:srgbClr val="6707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45274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914400" rtl="0" eaLnBrk="1" latinLnBrk="0" hangingPunct="1">
        <a:lnSpc>
          <a:spcPct val="90000"/>
        </a:lnSpc>
        <a:spcBef>
          <a:spcPct val="0"/>
        </a:spcBef>
        <a:buNone/>
        <a:defRPr sz="3600" kern="1200">
          <a:solidFill>
            <a:schemeClr val="tx1"/>
          </a:solidFill>
          <a:latin typeface="Arial" panose="020B0604020202020204" pitchFamily="34" charset="0"/>
          <a:ea typeface="黑体" panose="02010609060101010101" pitchFamily="49" charset="-122"/>
          <a:cs typeface="Arial" panose="020B0604020202020204" pitchFamily="34" charset="0"/>
        </a:defRPr>
      </a:lvl1pPr>
    </p:titleStyle>
    <p:body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sz="2800" kern="120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685800" indent="-288000" algn="l" defTabSz="914400" rtl="0" eaLnBrk="1" latinLnBrk="0" hangingPunct="1">
        <a:lnSpc>
          <a:spcPct val="100000"/>
        </a:lnSpc>
        <a:spcBef>
          <a:spcPts val="500"/>
        </a:spcBef>
        <a:buSzPct val="100000"/>
        <a:buFont typeface="Wingdings" panose="05000000000000000000" pitchFamily="2" charset="2"/>
        <a:buChar char="n"/>
        <a:defRPr sz="2400" kern="120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sz="2000" kern="120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57350" indent="-285750" algn="l" defTabSz="914400" rtl="0" eaLnBrk="1" latinLnBrk="0" hangingPunct="1">
        <a:lnSpc>
          <a:spcPct val="100000"/>
        </a:lnSpc>
        <a:spcBef>
          <a:spcPts val="500"/>
        </a:spcBef>
        <a:buSzPct val="100000"/>
        <a:buFont typeface="Wingdings" panose="05000000000000000000" pitchFamily="2" charset="2"/>
        <a:buChar char="n"/>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2114550" indent="-285750" algn="l" defTabSz="914400" rtl="0" eaLnBrk="1" latinLnBrk="0" hangingPunct="1">
        <a:lnSpc>
          <a:spcPct val="100000"/>
        </a:lnSpc>
        <a:spcBef>
          <a:spcPts val="500"/>
        </a:spcBef>
        <a:buSzPct val="100000"/>
        <a:buFont typeface="Wingdings" panose="05000000000000000000" pitchFamily="2" charset="2"/>
        <a:buChar char="n"/>
        <a:defRPr sz="1800" kern="120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15.emf"/><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26" Type="http://schemas.openxmlformats.org/officeDocument/2006/relationships/image" Target="../media/image44.png"/><Relationship Id="rId3" Type="http://schemas.openxmlformats.org/officeDocument/2006/relationships/image" Target="../media/image21.pn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5" Type="http://schemas.openxmlformats.org/officeDocument/2006/relationships/image" Target="../media/image43.png"/><Relationship Id="rId2" Type="http://schemas.openxmlformats.org/officeDocument/2006/relationships/notesSlide" Target="../notesSlides/notesSlide24.xml"/><Relationship Id="rId16" Type="http://schemas.openxmlformats.org/officeDocument/2006/relationships/image" Target="../media/image34.png"/><Relationship Id="rId20" Type="http://schemas.openxmlformats.org/officeDocument/2006/relationships/image" Target="../media/image38.png"/><Relationship Id="rId29"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image" Target="../media/image29.png"/><Relationship Id="rId24" Type="http://schemas.openxmlformats.org/officeDocument/2006/relationships/image" Target="../media/image42.png"/><Relationship Id="rId5" Type="http://schemas.openxmlformats.org/officeDocument/2006/relationships/image" Target="../media/image23.png"/><Relationship Id="rId15" Type="http://schemas.openxmlformats.org/officeDocument/2006/relationships/image" Target="../media/image33.png"/><Relationship Id="rId23" Type="http://schemas.openxmlformats.org/officeDocument/2006/relationships/image" Target="../media/image41.png"/><Relationship Id="rId28" Type="http://schemas.openxmlformats.org/officeDocument/2006/relationships/image" Target="../media/image46.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45.png"/><Relationship Id="rId30" Type="http://schemas.openxmlformats.org/officeDocument/2006/relationships/image" Target="../media/image48.png"/></Relationships>
</file>

<file path=ppt/slides/_rels/slide45.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49.png"/><Relationship Id="rId21" Type="http://schemas.openxmlformats.org/officeDocument/2006/relationships/image" Target="../media/image67.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notesSlide" Target="../notesSlides/notesSlide25.xml"/><Relationship Id="rId16" Type="http://schemas.openxmlformats.org/officeDocument/2006/relationships/image" Target="../media/image62.png"/><Relationship Id="rId20" Type="http://schemas.openxmlformats.org/officeDocument/2006/relationships/image" Target="../media/image66.png"/><Relationship Id="rId1" Type="http://schemas.openxmlformats.org/officeDocument/2006/relationships/slideLayout" Target="../slideLayouts/slideLayout3.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23" Type="http://schemas.openxmlformats.org/officeDocument/2006/relationships/image" Target="../media/image69.png"/><Relationship Id="rId10" Type="http://schemas.openxmlformats.org/officeDocument/2006/relationships/image" Target="../media/image56.png"/><Relationship Id="rId19" Type="http://schemas.openxmlformats.org/officeDocument/2006/relationships/image" Target="../media/image65.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 Id="rId22" Type="http://schemas.openxmlformats.org/officeDocument/2006/relationships/image" Target="../media/image6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3.png"/><Relationship Id="rId3" Type="http://schemas.openxmlformats.org/officeDocument/2006/relationships/image" Target="../media/image70.png"/><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5" Type="http://schemas.openxmlformats.org/officeDocument/2006/relationships/image" Target="../media/image92.png"/><Relationship Id="rId2" Type="http://schemas.openxmlformats.org/officeDocument/2006/relationships/notesSlide" Target="../notesSlides/notesSlide27.xml"/><Relationship Id="rId16" Type="http://schemas.openxmlformats.org/officeDocument/2006/relationships/image" Target="../media/image83.png"/><Relationship Id="rId20" Type="http://schemas.openxmlformats.org/officeDocument/2006/relationships/image" Target="../media/image87.png"/><Relationship Id="rId29" Type="http://schemas.openxmlformats.org/officeDocument/2006/relationships/image" Target="../media/image96.png"/><Relationship Id="rId1" Type="http://schemas.openxmlformats.org/officeDocument/2006/relationships/slideLayout" Target="../slideLayouts/slideLayout3.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image" Target="../media/image72.png"/><Relationship Id="rId15" Type="http://schemas.openxmlformats.org/officeDocument/2006/relationships/image" Target="../media/image82.png"/><Relationship Id="rId23" Type="http://schemas.openxmlformats.org/officeDocument/2006/relationships/image" Target="../media/image90.png"/><Relationship Id="rId28" Type="http://schemas.openxmlformats.org/officeDocument/2006/relationships/image" Target="../media/image95.png"/><Relationship Id="rId10" Type="http://schemas.openxmlformats.org/officeDocument/2006/relationships/image" Target="../media/image77.png"/><Relationship Id="rId19" Type="http://schemas.openxmlformats.org/officeDocument/2006/relationships/image" Target="../media/image86.png"/><Relationship Id="rId31" Type="http://schemas.openxmlformats.org/officeDocument/2006/relationships/image" Target="../media/image98.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9.png"/><Relationship Id="rId27" Type="http://schemas.openxmlformats.org/officeDocument/2006/relationships/image" Target="../media/image94.png"/><Relationship Id="rId30" Type="http://schemas.openxmlformats.org/officeDocument/2006/relationships/image" Target="../media/image97.png"/></Relationships>
</file>

<file path=ppt/slides/_rels/slide48.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7.png"/><Relationship Id="rId18" Type="http://schemas.openxmlformats.org/officeDocument/2006/relationships/image" Target="../media/image112.png"/><Relationship Id="rId26" Type="http://schemas.openxmlformats.org/officeDocument/2006/relationships/image" Target="../media/image120.png"/><Relationship Id="rId3" Type="http://schemas.openxmlformats.org/officeDocument/2006/relationships/image" Target="../media/image99.png"/><Relationship Id="rId21" Type="http://schemas.openxmlformats.org/officeDocument/2006/relationships/image" Target="../media/image115.png"/><Relationship Id="rId7" Type="http://schemas.openxmlformats.org/officeDocument/2006/relationships/image" Target="../media/image103.png"/><Relationship Id="rId12" Type="http://schemas.openxmlformats.org/officeDocument/2006/relationships/image" Target="../media/image56.png"/><Relationship Id="rId17" Type="http://schemas.openxmlformats.org/officeDocument/2006/relationships/image" Target="../media/image111.png"/><Relationship Id="rId25" Type="http://schemas.openxmlformats.org/officeDocument/2006/relationships/image" Target="../media/image119.png"/><Relationship Id="rId2" Type="http://schemas.openxmlformats.org/officeDocument/2006/relationships/notesSlide" Target="../notesSlides/notesSlide28.xml"/><Relationship Id="rId16" Type="http://schemas.openxmlformats.org/officeDocument/2006/relationships/image" Target="../media/image110.png"/><Relationship Id="rId20"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2.png"/><Relationship Id="rId11" Type="http://schemas.openxmlformats.org/officeDocument/2006/relationships/image" Target="../media/image49.png"/><Relationship Id="rId24" Type="http://schemas.openxmlformats.org/officeDocument/2006/relationships/image" Target="../media/image118.png"/><Relationship Id="rId5" Type="http://schemas.openxmlformats.org/officeDocument/2006/relationships/image" Target="../media/image101.png"/><Relationship Id="rId15" Type="http://schemas.openxmlformats.org/officeDocument/2006/relationships/image" Target="../media/image109.png"/><Relationship Id="rId23" Type="http://schemas.openxmlformats.org/officeDocument/2006/relationships/image" Target="../media/image117.png"/><Relationship Id="rId10" Type="http://schemas.openxmlformats.org/officeDocument/2006/relationships/image" Target="../media/image106.png"/><Relationship Id="rId19" Type="http://schemas.openxmlformats.org/officeDocument/2006/relationships/image" Target="../media/image113.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08.png"/><Relationship Id="rId22" Type="http://schemas.openxmlformats.org/officeDocument/2006/relationships/image" Target="../media/image11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22.gi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8.sv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127.png"/><Relationship Id="rId5" Type="http://schemas.openxmlformats.org/officeDocument/2006/relationships/image" Target="../media/image126.svg"/><Relationship Id="rId4" Type="http://schemas.openxmlformats.org/officeDocument/2006/relationships/image" Target="../media/image125.png"/><Relationship Id="rId9" Type="http://schemas.openxmlformats.org/officeDocument/2006/relationships/image" Target="../media/image130.svg"/></Relationships>
</file>

<file path=ppt/slides/_rels/slide5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33.png"/><Relationship Id="rId7" Type="http://schemas.openxmlformats.org/officeDocument/2006/relationships/image" Target="../media/image128.sv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127.png"/><Relationship Id="rId5" Type="http://schemas.openxmlformats.org/officeDocument/2006/relationships/image" Target="../media/image126.svg"/><Relationship Id="rId4" Type="http://schemas.openxmlformats.org/officeDocument/2006/relationships/image" Target="../media/image125.png"/><Relationship Id="rId9" Type="http://schemas.openxmlformats.org/officeDocument/2006/relationships/image" Target="../media/image130.svg"/></Relationships>
</file>

<file path=ppt/slides/_rels/slide62.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image" Target="../media/image142.jpe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144.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存储灾备</a:t>
            </a:r>
          </a:p>
        </p:txBody>
      </p:sp>
      <p:sp>
        <p:nvSpPr>
          <p:cNvPr id="3" name="副标题 2"/>
          <p:cNvSpPr>
            <a:spLocks noGrp="1"/>
          </p:cNvSpPr>
          <p:nvPr>
            <p:ph type="subTitle" idx="1"/>
          </p:nvPr>
        </p:nvSpPr>
        <p:spPr/>
        <p:txBody>
          <a:bodyPr/>
          <a:lstStyle/>
          <a:p>
            <a:r>
              <a:rPr lang="zh-CN" altLang="en-US" dirty="0"/>
              <a:t>陆游游</a:t>
            </a:r>
            <a:endParaRPr lang="en-US" altLang="zh-CN" dirty="0"/>
          </a:p>
          <a:p>
            <a:r>
              <a:rPr lang="en-US" altLang="zh-CN" dirty="0"/>
              <a:t>luyouyou@tsinghua.edu.cn</a:t>
            </a:r>
            <a:endParaRPr lang="zh-CN" altLang="en-US" dirty="0"/>
          </a:p>
        </p:txBody>
      </p:sp>
      <p:sp>
        <p:nvSpPr>
          <p:cNvPr id="4" name="文本框 3"/>
          <p:cNvSpPr txBox="1"/>
          <p:nvPr/>
        </p:nvSpPr>
        <p:spPr>
          <a:xfrm>
            <a:off x="213360" y="132080"/>
            <a:ext cx="3332480" cy="646331"/>
          </a:xfrm>
          <a:prstGeom prst="rect">
            <a:avLst/>
          </a:prstGeom>
          <a:noFill/>
        </p:spPr>
        <p:txBody>
          <a:bodyPr wrap="square" rtlCol="0">
            <a:spAutoFit/>
          </a:bodyPr>
          <a:lstStyle/>
          <a:p>
            <a:r>
              <a:rPr lang="zh-CN" altLang="en-US" sz="3600" dirty="0">
                <a:solidFill>
                  <a:schemeClr val="bg1"/>
                </a:solidFill>
              </a:rPr>
              <a:t>网络存储技术</a:t>
            </a:r>
          </a:p>
        </p:txBody>
      </p:sp>
    </p:spTree>
    <p:extLst>
      <p:ext uri="{BB962C8B-B14F-4D97-AF65-F5344CB8AC3E}">
        <p14:creationId xmlns:p14="http://schemas.microsoft.com/office/powerpoint/2010/main" val="3000694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目录</a:t>
            </a:r>
          </a:p>
        </p:txBody>
      </p:sp>
      <p:sp>
        <p:nvSpPr>
          <p:cNvPr id="4" name="灯片编号占位符 3"/>
          <p:cNvSpPr>
            <a:spLocks noGrp="1"/>
          </p:cNvSpPr>
          <p:nvPr>
            <p:ph type="sldNum" sz="quarter" idx="12"/>
          </p:nvPr>
        </p:nvSpPr>
        <p:spPr/>
        <p:txBody>
          <a:bodyPr/>
          <a:lstStyle/>
          <a:p>
            <a:fld id="{F38DF745-7D3F-47F4-83A3-874385CFAA69}" type="slidenum">
              <a:rPr lang="en-US" smtClean="0"/>
              <a:pPr/>
              <a:t>2</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normAutofit/>
          </a:bodyPr>
          <a:lstStyle/>
          <a:p>
            <a:r>
              <a:rPr kumimoji="1" lang="zh-CN" altLang="en-US" dirty="0"/>
              <a:t>灾备的基本概念</a:t>
            </a:r>
            <a:endParaRPr kumimoji="1" lang="en-US" altLang="zh-CN" dirty="0"/>
          </a:p>
          <a:p>
            <a:r>
              <a:rPr kumimoji="1" lang="zh-CN" altLang="en-US" dirty="0"/>
              <a:t>数据的可靠存储</a:t>
            </a:r>
            <a:endParaRPr kumimoji="1" lang="en-US" altLang="zh-CN" dirty="0"/>
          </a:p>
          <a:p>
            <a:pPr lvl="1"/>
            <a:r>
              <a:rPr kumimoji="1" lang="zh-CN" altLang="en-US" dirty="0"/>
              <a:t>数据备份</a:t>
            </a:r>
            <a:endParaRPr kumimoji="1" lang="en-US" altLang="zh-CN" dirty="0"/>
          </a:p>
          <a:p>
            <a:pPr lvl="1"/>
            <a:r>
              <a:rPr kumimoji="1" lang="zh-CN" altLang="en-US" dirty="0"/>
              <a:t>数据镜像</a:t>
            </a:r>
            <a:endParaRPr kumimoji="1" lang="en-US" altLang="zh-CN" dirty="0"/>
          </a:p>
          <a:p>
            <a:pPr lvl="1"/>
            <a:r>
              <a:rPr kumimoji="1" lang="zh-CN" altLang="en-US" dirty="0"/>
              <a:t>数据快照</a:t>
            </a:r>
            <a:endParaRPr kumimoji="1" lang="en-US" altLang="zh-CN" dirty="0"/>
          </a:p>
          <a:p>
            <a:r>
              <a:rPr kumimoji="1" lang="zh-CN" altLang="en-US" dirty="0"/>
              <a:t>存储虚拟化</a:t>
            </a:r>
            <a:endParaRPr kumimoji="1" lang="en-US" altLang="zh-CN" dirty="0"/>
          </a:p>
        </p:txBody>
      </p:sp>
    </p:spTree>
    <p:extLst>
      <p:ext uri="{BB962C8B-B14F-4D97-AF65-F5344CB8AC3E}">
        <p14:creationId xmlns:p14="http://schemas.microsoft.com/office/powerpoint/2010/main" val="1808911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基本概念</a:t>
            </a:r>
          </a:p>
        </p:txBody>
      </p:sp>
      <p:sp>
        <p:nvSpPr>
          <p:cNvPr id="4" name="灯片编号占位符 3"/>
          <p:cNvSpPr>
            <a:spLocks noGrp="1"/>
          </p:cNvSpPr>
          <p:nvPr>
            <p:ph type="sldNum" sz="quarter" idx="12"/>
          </p:nvPr>
        </p:nvSpPr>
        <p:spPr/>
        <p:txBody>
          <a:bodyPr/>
          <a:lstStyle/>
          <a:p>
            <a:fld id="{F38DF745-7D3F-47F4-83A3-874385CFAA69}" type="slidenum">
              <a:rPr lang="en-US" smtClean="0"/>
              <a:pPr/>
              <a:t>3</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normAutofit/>
          </a:bodyPr>
          <a:lstStyle/>
          <a:p>
            <a:r>
              <a:rPr kumimoji="1" lang="zh-CN" altLang="en-US" dirty="0">
                <a:solidFill>
                  <a:srgbClr val="7030A0"/>
                </a:solidFill>
              </a:rPr>
              <a:t>故障（</a:t>
            </a:r>
            <a:r>
              <a:rPr kumimoji="1" lang="en-US" altLang="zh-CN" dirty="0">
                <a:solidFill>
                  <a:srgbClr val="7030A0"/>
                </a:solidFill>
              </a:rPr>
              <a:t>Fault</a:t>
            </a:r>
            <a:r>
              <a:rPr kumimoji="1" lang="zh-CN" altLang="en-US" dirty="0">
                <a:solidFill>
                  <a:srgbClr val="7030A0"/>
                </a:solidFill>
              </a:rPr>
              <a:t>）</a:t>
            </a:r>
            <a:r>
              <a:rPr kumimoji="1" lang="en-US" altLang="zh-CN" dirty="0"/>
              <a:t>:</a:t>
            </a:r>
            <a:r>
              <a:rPr kumimoji="1" lang="zh-CN" altLang="en-US" dirty="0"/>
              <a:t> </a:t>
            </a:r>
            <a:r>
              <a:rPr kumimoji="1" lang="en-US" altLang="zh-CN" dirty="0"/>
              <a:t>Abnormality</a:t>
            </a:r>
            <a:r>
              <a:rPr kumimoji="1" lang="zh-CN" altLang="en-US" dirty="0"/>
              <a:t> </a:t>
            </a:r>
            <a:r>
              <a:rPr kumimoji="1" lang="en-US" altLang="zh-CN" dirty="0"/>
              <a:t>of</a:t>
            </a:r>
            <a:r>
              <a:rPr kumimoji="1" lang="zh-CN" altLang="en-US" dirty="0"/>
              <a:t> </a:t>
            </a:r>
            <a:r>
              <a:rPr kumimoji="1" lang="en-US" altLang="zh-CN" dirty="0"/>
              <a:t>a</a:t>
            </a:r>
            <a:r>
              <a:rPr kumimoji="1" lang="zh-CN" altLang="en-US" dirty="0"/>
              <a:t> </a:t>
            </a:r>
            <a:r>
              <a:rPr kumimoji="1" lang="en-US" altLang="zh-CN" dirty="0"/>
              <a:t>component</a:t>
            </a:r>
            <a:r>
              <a:rPr kumimoji="1" lang="zh-CN" altLang="en-US" dirty="0"/>
              <a:t> </a:t>
            </a:r>
            <a:r>
              <a:rPr kumimoji="1" lang="en-US" altLang="zh-CN" dirty="0"/>
              <a:t>of</a:t>
            </a:r>
            <a:r>
              <a:rPr kumimoji="1" lang="zh-CN" altLang="en-US" dirty="0"/>
              <a:t> </a:t>
            </a:r>
            <a:r>
              <a:rPr kumimoji="1" lang="en-US" altLang="zh-CN" dirty="0"/>
              <a:t>the</a:t>
            </a:r>
            <a:r>
              <a:rPr kumimoji="1" lang="zh-CN" altLang="en-US" dirty="0"/>
              <a:t> </a:t>
            </a:r>
            <a:r>
              <a:rPr kumimoji="1" lang="en-US" altLang="zh-CN" dirty="0"/>
              <a:t>system</a:t>
            </a:r>
          </a:p>
          <a:p>
            <a:r>
              <a:rPr kumimoji="1" lang="zh-CN" altLang="en-US" dirty="0">
                <a:solidFill>
                  <a:srgbClr val="7030A0"/>
                </a:solidFill>
              </a:rPr>
              <a:t>错误（</a:t>
            </a:r>
            <a:r>
              <a:rPr kumimoji="1" lang="en-US" altLang="zh-CN" dirty="0">
                <a:solidFill>
                  <a:srgbClr val="7030A0"/>
                </a:solidFill>
              </a:rPr>
              <a:t>Error</a:t>
            </a:r>
            <a:r>
              <a:rPr kumimoji="1" lang="zh-CN" altLang="en-US" dirty="0">
                <a:solidFill>
                  <a:srgbClr val="7030A0"/>
                </a:solidFill>
              </a:rPr>
              <a:t>）</a:t>
            </a:r>
            <a:r>
              <a:rPr kumimoji="1" lang="en-US" altLang="zh-CN" dirty="0"/>
              <a:t>:</a:t>
            </a:r>
            <a:r>
              <a:rPr kumimoji="1" lang="zh-CN" altLang="en-US" dirty="0"/>
              <a:t> </a:t>
            </a:r>
            <a:r>
              <a:rPr kumimoji="1" lang="en-US" altLang="zh-CN" dirty="0"/>
              <a:t>Part</a:t>
            </a:r>
            <a:r>
              <a:rPr kumimoji="1" lang="zh-CN" altLang="en-US" dirty="0"/>
              <a:t> </a:t>
            </a:r>
            <a:r>
              <a:rPr kumimoji="1" lang="en-US" altLang="zh-CN" dirty="0"/>
              <a:t>of</a:t>
            </a:r>
            <a:r>
              <a:rPr kumimoji="1" lang="zh-CN" altLang="en-US" dirty="0"/>
              <a:t> </a:t>
            </a:r>
            <a:r>
              <a:rPr kumimoji="1" lang="en-US" altLang="zh-CN" dirty="0"/>
              <a:t>an</a:t>
            </a:r>
            <a:r>
              <a:rPr kumimoji="1" lang="zh-CN" altLang="en-US" dirty="0"/>
              <a:t> </a:t>
            </a:r>
            <a:r>
              <a:rPr kumimoji="1" lang="en-US" altLang="zh-CN" dirty="0"/>
              <a:t>abnormal</a:t>
            </a:r>
            <a:r>
              <a:rPr kumimoji="1" lang="zh-CN" altLang="en-US" dirty="0"/>
              <a:t> </a:t>
            </a:r>
            <a:r>
              <a:rPr kumimoji="1" lang="en-US" altLang="zh-CN" dirty="0"/>
              <a:t>system</a:t>
            </a:r>
            <a:r>
              <a:rPr kumimoji="1" lang="zh-CN" altLang="en-US" dirty="0"/>
              <a:t> </a:t>
            </a:r>
            <a:r>
              <a:rPr kumimoji="1" lang="en-US" altLang="zh-CN" dirty="0"/>
              <a:t>state</a:t>
            </a:r>
            <a:endParaRPr kumimoji="1" lang="en-US" altLang="zh-CN" dirty="0">
              <a:solidFill>
                <a:srgbClr val="7030A0"/>
              </a:solidFill>
            </a:endParaRPr>
          </a:p>
          <a:p>
            <a:r>
              <a:rPr kumimoji="1" lang="zh-CN" altLang="en-US" dirty="0">
                <a:solidFill>
                  <a:srgbClr val="7030A0"/>
                </a:solidFill>
              </a:rPr>
              <a:t>失效（</a:t>
            </a:r>
            <a:r>
              <a:rPr kumimoji="1" lang="en-US" altLang="zh-CN" dirty="0">
                <a:solidFill>
                  <a:srgbClr val="7030A0"/>
                </a:solidFill>
              </a:rPr>
              <a:t>Failure</a:t>
            </a:r>
            <a:r>
              <a:rPr kumimoji="1" lang="zh-CN" altLang="en-US" dirty="0">
                <a:solidFill>
                  <a:srgbClr val="7030A0"/>
                </a:solidFill>
              </a:rPr>
              <a:t>）</a:t>
            </a:r>
            <a:r>
              <a:rPr kumimoji="1" lang="en-US" altLang="zh-CN" dirty="0"/>
              <a:t>:</a:t>
            </a:r>
            <a:r>
              <a:rPr kumimoji="1" lang="zh-CN" altLang="en-US" dirty="0"/>
              <a:t> </a:t>
            </a:r>
            <a:r>
              <a:rPr kumimoji="1" lang="en-US" altLang="zh-CN" dirty="0"/>
              <a:t>A</a:t>
            </a:r>
            <a:r>
              <a:rPr kumimoji="1" lang="zh-CN" altLang="en-US" dirty="0"/>
              <a:t> </a:t>
            </a:r>
            <a:r>
              <a:rPr kumimoji="1" lang="en-US" altLang="zh-CN" dirty="0"/>
              <a:t>system</a:t>
            </a:r>
            <a:r>
              <a:rPr kumimoji="1" lang="zh-CN" altLang="en-US" dirty="0"/>
              <a:t> </a:t>
            </a:r>
            <a:r>
              <a:rPr kumimoji="1" lang="en-US" altLang="zh-CN" dirty="0"/>
              <a:t>cannot</a:t>
            </a:r>
            <a:r>
              <a:rPr kumimoji="1" lang="zh-CN" altLang="en-US" dirty="0"/>
              <a:t> </a:t>
            </a:r>
            <a:r>
              <a:rPr kumimoji="1" lang="en-US" altLang="zh-CN" dirty="0"/>
              <a:t>meet</a:t>
            </a:r>
            <a:r>
              <a:rPr kumimoji="1" lang="zh-CN" altLang="en-US" dirty="0"/>
              <a:t> </a:t>
            </a:r>
            <a:r>
              <a:rPr kumimoji="1" lang="en-US" altLang="zh-CN" dirty="0"/>
              <a:t>its</a:t>
            </a:r>
            <a:r>
              <a:rPr kumimoji="1" lang="zh-CN" altLang="en-US" dirty="0"/>
              <a:t> </a:t>
            </a:r>
            <a:r>
              <a:rPr kumimoji="1" lang="en-US" altLang="zh-CN" dirty="0"/>
              <a:t>promises</a:t>
            </a:r>
            <a:r>
              <a:rPr kumimoji="1" lang="zh-CN" altLang="en-US" dirty="0"/>
              <a:t> </a:t>
            </a:r>
            <a:r>
              <a:rPr kumimoji="1" lang="en-US" altLang="zh-CN" dirty="0"/>
              <a:t>(specifications)</a:t>
            </a:r>
          </a:p>
          <a:p>
            <a:r>
              <a:rPr kumimoji="1" lang="en-US" altLang="zh-CN" dirty="0"/>
              <a:t>Fault</a:t>
            </a:r>
            <a:r>
              <a:rPr kumimoji="1" lang="zh-CN" altLang="en-US" dirty="0"/>
              <a:t> 造成了 </a:t>
            </a:r>
            <a:r>
              <a:rPr kumimoji="1" lang="en-US" altLang="zh-CN" dirty="0"/>
              <a:t>error</a:t>
            </a:r>
            <a:r>
              <a:rPr kumimoji="1" lang="zh-CN" altLang="en-US" dirty="0"/>
              <a:t>，</a:t>
            </a:r>
            <a:r>
              <a:rPr kumimoji="1" lang="en-US" altLang="zh-CN" dirty="0"/>
              <a:t>error</a:t>
            </a:r>
            <a:r>
              <a:rPr kumimoji="1" lang="zh-CN" altLang="en-US" dirty="0"/>
              <a:t> 导致了 </a:t>
            </a:r>
            <a:r>
              <a:rPr kumimoji="1" lang="en-US" altLang="zh-CN" dirty="0"/>
              <a:t>failure</a:t>
            </a:r>
          </a:p>
          <a:p>
            <a:pPr marL="0" indent="0">
              <a:buNone/>
            </a:pPr>
            <a:endParaRPr kumimoji="1" lang="en-US" altLang="zh-CN" dirty="0"/>
          </a:p>
          <a:p>
            <a:pPr marL="0" indent="0">
              <a:buNone/>
            </a:pPr>
            <a:endParaRPr kumimoji="1" lang="en-US" altLang="zh-CN" dirty="0"/>
          </a:p>
          <a:p>
            <a:pPr marL="0" indent="0">
              <a:buNone/>
            </a:pPr>
            <a:endParaRPr kumimoji="1" lang="en-US" altLang="zh-CN" dirty="0"/>
          </a:p>
          <a:p>
            <a:endParaRPr kumimoji="1" lang="en-US" altLang="zh-CN"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5ECB811F-D9BF-2F63-7D68-51A84B14A216}"/>
              </a:ext>
            </a:extLst>
          </p:cNvPr>
          <p:cNvPicPr>
            <a:picLocks noChangeAspect="1"/>
          </p:cNvPicPr>
          <p:nvPr/>
        </p:nvPicPr>
        <p:blipFill>
          <a:blip r:embed="rId3"/>
          <a:stretch>
            <a:fillRect/>
          </a:stretch>
        </p:blipFill>
        <p:spPr>
          <a:xfrm>
            <a:off x="685800" y="4311130"/>
            <a:ext cx="7772400" cy="2307081"/>
          </a:xfrm>
          <a:prstGeom prst="rect">
            <a:avLst/>
          </a:prstGeom>
        </p:spPr>
      </p:pic>
    </p:spTree>
    <p:extLst>
      <p:ext uri="{BB962C8B-B14F-4D97-AF65-F5344CB8AC3E}">
        <p14:creationId xmlns:p14="http://schemas.microsoft.com/office/powerpoint/2010/main" val="58566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基本概念 </a:t>
            </a:r>
            <a:r>
              <a:rPr lang="en-US" altLang="zh-CN" dirty="0"/>
              <a:t>–</a:t>
            </a:r>
            <a:r>
              <a:rPr lang="zh-CN" altLang="en-US" dirty="0"/>
              <a:t> 故障分类</a:t>
            </a:r>
          </a:p>
        </p:txBody>
      </p:sp>
      <p:sp>
        <p:nvSpPr>
          <p:cNvPr id="4" name="灯片编号占位符 3"/>
          <p:cNvSpPr>
            <a:spLocks noGrp="1"/>
          </p:cNvSpPr>
          <p:nvPr>
            <p:ph type="sldNum" sz="quarter" idx="12"/>
          </p:nvPr>
        </p:nvSpPr>
        <p:spPr/>
        <p:txBody>
          <a:bodyPr/>
          <a:lstStyle/>
          <a:p>
            <a:fld id="{F38DF745-7D3F-47F4-83A3-874385CFAA69}" type="slidenum">
              <a:rPr lang="en-US" smtClean="0"/>
              <a:pPr/>
              <a:t>4</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632091"/>
          </a:xfrm>
        </p:spPr>
        <p:txBody>
          <a:bodyPr>
            <a:normAutofit/>
          </a:bodyPr>
          <a:lstStyle/>
          <a:p>
            <a:pPr marL="0" indent="0">
              <a:buNone/>
            </a:pPr>
            <a:r>
              <a:rPr kumimoji="1" lang="zh-CN" altLang="en-US" dirty="0"/>
              <a:t>故障的类型（按</a:t>
            </a:r>
            <a:r>
              <a:rPr kumimoji="1" lang="zh-CN" altLang="en-US" dirty="0">
                <a:solidFill>
                  <a:schemeClr val="accent1"/>
                </a:solidFill>
              </a:rPr>
              <a:t>持续性</a:t>
            </a:r>
            <a:r>
              <a:rPr kumimoji="1" lang="zh-CN" altLang="en-US" dirty="0"/>
              <a:t>分类）</a:t>
            </a:r>
            <a:endParaRPr kumimoji="1" lang="en-US" altLang="zh-CN" dirty="0"/>
          </a:p>
          <a:p>
            <a:r>
              <a:rPr kumimoji="1" lang="zh-CN" altLang="en-US" dirty="0"/>
              <a:t>持久性故障（</a:t>
            </a:r>
            <a:r>
              <a:rPr kumimoji="1" lang="en-US" altLang="zh-CN" dirty="0"/>
              <a:t>Permanent</a:t>
            </a:r>
            <a:r>
              <a:rPr kumimoji="1" lang="zh-CN" altLang="en-US" dirty="0"/>
              <a:t> </a:t>
            </a:r>
            <a:r>
              <a:rPr kumimoji="1" lang="en-US" altLang="zh-CN" dirty="0"/>
              <a:t>Faults</a:t>
            </a:r>
            <a:r>
              <a:rPr kumimoji="1" lang="zh-CN" altLang="en-US" dirty="0"/>
              <a:t>）</a:t>
            </a:r>
            <a:r>
              <a:rPr kumimoji="1" lang="en-US" altLang="zh-CN" dirty="0"/>
              <a:t>:</a:t>
            </a:r>
            <a:r>
              <a:rPr kumimoji="1" lang="zh-CN" altLang="en-US" dirty="0"/>
              <a:t> </a:t>
            </a:r>
            <a:r>
              <a:rPr kumimoji="1" lang="en-US" altLang="zh-CN" dirty="0"/>
              <a:t>permanently</a:t>
            </a:r>
            <a:r>
              <a:rPr kumimoji="1" lang="zh-CN" altLang="en-US" dirty="0"/>
              <a:t> </a:t>
            </a:r>
            <a:r>
              <a:rPr kumimoji="1" lang="en-US" altLang="zh-CN" dirty="0"/>
              <a:t>exist</a:t>
            </a:r>
          </a:p>
          <a:p>
            <a:pPr lvl="1"/>
            <a:r>
              <a:rPr kumimoji="1" lang="en-US" altLang="zh-CN" dirty="0"/>
              <a:t>failed</a:t>
            </a:r>
            <a:r>
              <a:rPr kumimoji="1" lang="zh-CN" altLang="en-US" dirty="0"/>
              <a:t> </a:t>
            </a:r>
            <a:r>
              <a:rPr kumimoji="1" lang="en-US" altLang="zh-CN" dirty="0"/>
              <a:t>components,</a:t>
            </a:r>
            <a:r>
              <a:rPr kumimoji="1" lang="zh-CN" altLang="en-US" dirty="0"/>
              <a:t> </a:t>
            </a:r>
            <a:r>
              <a:rPr kumimoji="1" lang="en-US" altLang="zh-CN" dirty="0"/>
              <a:t>power</a:t>
            </a:r>
            <a:r>
              <a:rPr kumimoji="1" lang="zh-CN" altLang="en-US" dirty="0"/>
              <a:t> </a:t>
            </a:r>
            <a:r>
              <a:rPr kumimoji="1" lang="en-US" altLang="zh-CN" dirty="0"/>
              <a:t>fails,</a:t>
            </a:r>
            <a:r>
              <a:rPr kumimoji="1" lang="zh-CN" altLang="en-US" dirty="0"/>
              <a:t> </a:t>
            </a:r>
            <a:r>
              <a:rPr kumimoji="1" lang="en-US" altLang="zh-CN" dirty="0"/>
              <a:t>fire,</a:t>
            </a:r>
            <a:r>
              <a:rPr kumimoji="1" lang="zh-CN" altLang="en-US" dirty="0"/>
              <a:t> </a:t>
            </a:r>
            <a:r>
              <a:rPr kumimoji="1" lang="en-US" altLang="zh-CN" dirty="0"/>
              <a:t>flood,</a:t>
            </a:r>
            <a:r>
              <a:rPr kumimoji="1" lang="zh-CN" altLang="en-US" dirty="0"/>
              <a:t> </a:t>
            </a:r>
            <a:r>
              <a:rPr kumimoji="1" lang="en-US" altLang="zh-CN" dirty="0"/>
              <a:t>software</a:t>
            </a:r>
            <a:r>
              <a:rPr kumimoji="1" lang="zh-CN" altLang="en-US" dirty="0"/>
              <a:t> </a:t>
            </a:r>
            <a:r>
              <a:rPr kumimoji="1" lang="en-US" altLang="zh-CN" dirty="0"/>
              <a:t>design</a:t>
            </a:r>
            <a:r>
              <a:rPr kumimoji="1" lang="zh-CN" altLang="en-US" dirty="0"/>
              <a:t> </a:t>
            </a:r>
            <a:r>
              <a:rPr kumimoji="1" lang="en-US" altLang="zh-CN" dirty="0"/>
              <a:t>error</a:t>
            </a:r>
          </a:p>
          <a:p>
            <a:r>
              <a:rPr kumimoji="1" lang="zh-CN" altLang="en-US" dirty="0"/>
              <a:t>暂时性故障（</a:t>
            </a:r>
            <a:r>
              <a:rPr kumimoji="1" lang="en-US" altLang="zh-CN" dirty="0"/>
              <a:t>Temporal</a:t>
            </a:r>
            <a:r>
              <a:rPr kumimoji="1" lang="zh-CN" altLang="en-US" dirty="0"/>
              <a:t> </a:t>
            </a:r>
            <a:r>
              <a:rPr kumimoji="1" lang="en-US" altLang="zh-CN" dirty="0"/>
              <a:t>Faults</a:t>
            </a:r>
            <a:r>
              <a:rPr kumimoji="1" lang="zh-CN" altLang="en-US" dirty="0"/>
              <a:t>）</a:t>
            </a:r>
            <a:r>
              <a:rPr kumimoji="1" lang="en-US" altLang="zh-CN" dirty="0"/>
              <a:t>:</a:t>
            </a:r>
            <a:r>
              <a:rPr kumimoji="1" lang="zh-CN" altLang="en-US" dirty="0"/>
              <a:t> </a:t>
            </a:r>
            <a:r>
              <a:rPr kumimoji="1" lang="en-US" altLang="zh-CN" dirty="0"/>
              <a:t>exist</a:t>
            </a:r>
            <a:r>
              <a:rPr kumimoji="1" lang="zh-CN" altLang="en-US" dirty="0"/>
              <a:t> </a:t>
            </a:r>
            <a:r>
              <a:rPr kumimoji="1" lang="en-US" altLang="zh-CN" dirty="0"/>
              <a:t>only</a:t>
            </a:r>
            <a:r>
              <a:rPr kumimoji="1" lang="zh-CN" altLang="en-US" dirty="0"/>
              <a:t> </a:t>
            </a:r>
            <a:r>
              <a:rPr kumimoji="1" lang="en-US" altLang="zh-CN" dirty="0"/>
              <a:t>in</a:t>
            </a:r>
            <a:r>
              <a:rPr kumimoji="1" lang="zh-CN" altLang="en-US" dirty="0"/>
              <a:t> </a:t>
            </a:r>
            <a:r>
              <a:rPr kumimoji="1" lang="en-US" altLang="zh-CN" dirty="0"/>
              <a:t>short</a:t>
            </a:r>
            <a:r>
              <a:rPr kumimoji="1" lang="zh-CN" altLang="en-US" dirty="0"/>
              <a:t> </a:t>
            </a:r>
            <a:r>
              <a:rPr kumimoji="1" lang="en-US" altLang="zh-CN" dirty="0"/>
              <a:t>duration</a:t>
            </a:r>
          </a:p>
          <a:p>
            <a:pPr lvl="1"/>
            <a:r>
              <a:rPr kumimoji="1" lang="en-US" altLang="zh-CN" dirty="0"/>
              <a:t>Transient</a:t>
            </a:r>
            <a:r>
              <a:rPr kumimoji="1" lang="zh-CN" altLang="en-US" dirty="0"/>
              <a:t> </a:t>
            </a:r>
            <a:r>
              <a:rPr kumimoji="1" lang="en-US" altLang="zh-CN" dirty="0"/>
              <a:t>faults</a:t>
            </a:r>
            <a:r>
              <a:rPr kumimoji="1" lang="zh-CN" altLang="en-US" dirty="0"/>
              <a:t> </a:t>
            </a:r>
            <a:r>
              <a:rPr kumimoji="1" lang="en-US" altLang="zh-CN" dirty="0"/>
              <a:t>(appear</a:t>
            </a:r>
            <a:r>
              <a:rPr kumimoji="1" lang="zh-CN" altLang="en-US" dirty="0"/>
              <a:t> </a:t>
            </a:r>
            <a:r>
              <a:rPr kumimoji="1" lang="en-US" altLang="zh-CN" dirty="0"/>
              <a:t>once</a:t>
            </a:r>
            <a:r>
              <a:rPr kumimoji="1" lang="zh-CN" altLang="en-US" dirty="0"/>
              <a:t> </a:t>
            </a:r>
            <a:r>
              <a:rPr kumimoji="1" lang="en-US" altLang="zh-CN" dirty="0"/>
              <a:t>and</a:t>
            </a:r>
            <a:r>
              <a:rPr kumimoji="1" lang="zh-CN" altLang="en-US" dirty="0"/>
              <a:t> </a:t>
            </a:r>
            <a:r>
              <a:rPr kumimoji="1" lang="en-US" altLang="zh-CN" dirty="0"/>
              <a:t>disappear)</a:t>
            </a:r>
          </a:p>
          <a:p>
            <a:pPr lvl="2"/>
            <a:r>
              <a:rPr kumimoji="1" lang="en-US" altLang="zh-CN" dirty="0"/>
              <a:t>External</a:t>
            </a:r>
            <a:r>
              <a:rPr kumimoji="1" lang="zh-CN" altLang="en-US" dirty="0"/>
              <a:t> </a:t>
            </a:r>
            <a:r>
              <a:rPr kumimoji="1" lang="en-US" altLang="zh-CN" dirty="0"/>
              <a:t>disturbance,</a:t>
            </a:r>
            <a:r>
              <a:rPr kumimoji="1" lang="zh-CN" altLang="en-US" dirty="0"/>
              <a:t> </a:t>
            </a:r>
            <a:r>
              <a:rPr kumimoji="1" lang="en-US" altLang="zh-CN" dirty="0"/>
              <a:t>e.g.,</a:t>
            </a:r>
            <a:r>
              <a:rPr kumimoji="1" lang="zh-CN" altLang="en-US" dirty="0"/>
              <a:t> </a:t>
            </a:r>
            <a:r>
              <a:rPr kumimoji="1" lang="en-US" altLang="zh-CN" dirty="0"/>
              <a:t>radiation,</a:t>
            </a:r>
            <a:r>
              <a:rPr kumimoji="1" lang="zh-CN" altLang="en-US" dirty="0"/>
              <a:t> </a:t>
            </a:r>
            <a:r>
              <a:rPr kumimoji="1" lang="en-US" altLang="zh-CN" dirty="0"/>
              <a:t>noise,</a:t>
            </a:r>
            <a:r>
              <a:rPr kumimoji="1" lang="zh-CN" altLang="en-US" dirty="0"/>
              <a:t> </a:t>
            </a:r>
            <a:r>
              <a:rPr kumimoji="1" lang="en-US" altLang="zh-CN" dirty="0"/>
              <a:t>power</a:t>
            </a:r>
            <a:r>
              <a:rPr kumimoji="1" lang="zh-CN" altLang="en-US" dirty="0"/>
              <a:t> </a:t>
            </a:r>
            <a:r>
              <a:rPr kumimoji="1" lang="en-US" altLang="zh-CN" dirty="0"/>
              <a:t>disturbance,</a:t>
            </a:r>
            <a:r>
              <a:rPr kumimoji="1" lang="zh-CN" altLang="en-US" dirty="0"/>
              <a:t> </a:t>
            </a:r>
            <a:r>
              <a:rPr kumimoji="1" lang="en-US" altLang="zh-CN" dirty="0"/>
              <a:t>…</a:t>
            </a:r>
          </a:p>
          <a:p>
            <a:pPr lvl="1"/>
            <a:r>
              <a:rPr kumimoji="1" lang="en-US" altLang="zh-CN" dirty="0"/>
              <a:t>Intermittent</a:t>
            </a:r>
            <a:r>
              <a:rPr kumimoji="1" lang="zh-CN" altLang="en-US" dirty="0"/>
              <a:t> </a:t>
            </a:r>
            <a:r>
              <a:rPr kumimoji="1" lang="en-US" altLang="zh-CN" dirty="0"/>
              <a:t>faults</a:t>
            </a:r>
            <a:r>
              <a:rPr kumimoji="1" lang="zh-CN" altLang="en-US" dirty="0"/>
              <a:t> </a:t>
            </a:r>
            <a:r>
              <a:rPr kumimoji="1" lang="en-US" altLang="zh-CN" dirty="0"/>
              <a:t>(appear-disappear-reappear)</a:t>
            </a:r>
          </a:p>
          <a:p>
            <a:pPr lvl="2"/>
            <a:r>
              <a:rPr kumimoji="1" lang="en-US" altLang="zh-CN" dirty="0"/>
              <a:t>E.g.,</a:t>
            </a:r>
            <a:r>
              <a:rPr kumimoji="1" lang="zh-CN" altLang="en-US" dirty="0"/>
              <a:t> </a:t>
            </a:r>
            <a:r>
              <a:rPr kumimoji="1" lang="en-US" altLang="zh-CN" dirty="0"/>
              <a:t>A</a:t>
            </a:r>
            <a:r>
              <a:rPr kumimoji="1" lang="zh-CN" altLang="en-US" dirty="0"/>
              <a:t> </a:t>
            </a:r>
            <a:r>
              <a:rPr kumimoji="1" lang="en-US" altLang="zh-CN" dirty="0"/>
              <a:t>loose</a:t>
            </a:r>
            <a:r>
              <a:rPr kumimoji="1" lang="zh-CN" altLang="en-US" dirty="0"/>
              <a:t> </a:t>
            </a:r>
            <a:r>
              <a:rPr kumimoji="1" lang="en-US" altLang="zh-CN" dirty="0"/>
              <a:t>contact</a:t>
            </a:r>
            <a:r>
              <a:rPr kumimoji="1" lang="zh-CN" altLang="en-US" dirty="0"/>
              <a:t> </a:t>
            </a:r>
            <a:r>
              <a:rPr kumimoji="1" lang="en-US" altLang="zh-CN" dirty="0"/>
              <a:t>on</a:t>
            </a:r>
            <a:r>
              <a:rPr kumimoji="1" lang="zh-CN" altLang="en-US" dirty="0"/>
              <a:t> </a:t>
            </a:r>
            <a:r>
              <a:rPr kumimoji="1" lang="en-US" altLang="zh-CN" dirty="0"/>
              <a:t>a</a:t>
            </a:r>
            <a:r>
              <a:rPr kumimoji="1" lang="zh-CN" altLang="en-US" dirty="0"/>
              <a:t> </a:t>
            </a:r>
            <a:r>
              <a:rPr kumimoji="1" lang="en-US" altLang="zh-CN" dirty="0"/>
              <a:t>connector</a:t>
            </a:r>
          </a:p>
          <a:p>
            <a:pPr lvl="2"/>
            <a:r>
              <a:rPr kumimoji="1" lang="en-US" altLang="zh-CN" dirty="0"/>
              <a:t>E.g.,</a:t>
            </a:r>
            <a:r>
              <a:rPr kumimoji="1" lang="zh-CN" altLang="en-US" dirty="0"/>
              <a:t> </a:t>
            </a:r>
            <a:r>
              <a:rPr kumimoji="1" lang="en-US" altLang="zh-CN" dirty="0"/>
              <a:t>races,</a:t>
            </a:r>
            <a:r>
              <a:rPr kumimoji="1" lang="zh-CN" altLang="en-US" dirty="0"/>
              <a:t> </a:t>
            </a:r>
            <a:r>
              <a:rPr kumimoji="1" lang="en-US" altLang="zh-CN" dirty="0"/>
              <a:t>hazards,</a:t>
            </a:r>
            <a:r>
              <a:rPr kumimoji="1" lang="zh-CN" altLang="en-US" dirty="0"/>
              <a:t> </a:t>
            </a:r>
            <a:r>
              <a:rPr kumimoji="1" lang="en-US" altLang="zh-CN" dirty="0"/>
              <a:t>…</a:t>
            </a:r>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848440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基本概念 </a:t>
            </a:r>
            <a:r>
              <a:rPr lang="en-US" altLang="zh-CN" dirty="0"/>
              <a:t>–</a:t>
            </a:r>
            <a:r>
              <a:rPr lang="zh-CN" altLang="en-US" dirty="0"/>
              <a:t> 故障分类</a:t>
            </a:r>
          </a:p>
        </p:txBody>
      </p:sp>
      <p:sp>
        <p:nvSpPr>
          <p:cNvPr id="4" name="灯片编号占位符 3"/>
          <p:cNvSpPr>
            <a:spLocks noGrp="1"/>
          </p:cNvSpPr>
          <p:nvPr>
            <p:ph type="sldNum" sz="quarter" idx="12"/>
          </p:nvPr>
        </p:nvSpPr>
        <p:spPr/>
        <p:txBody>
          <a:bodyPr/>
          <a:lstStyle/>
          <a:p>
            <a:fld id="{F38DF745-7D3F-47F4-83A3-874385CFAA69}" type="slidenum">
              <a:rPr lang="en-US" smtClean="0"/>
              <a:pPr/>
              <a:t>5</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pPr marL="0" indent="0">
              <a:buNone/>
            </a:pPr>
            <a:r>
              <a:rPr kumimoji="1" lang="zh-CN" altLang="en-US" dirty="0"/>
              <a:t>故障的类型（按</a:t>
            </a:r>
            <a:r>
              <a:rPr kumimoji="1" lang="zh-CN" altLang="en-US" dirty="0">
                <a:solidFill>
                  <a:schemeClr val="accent1"/>
                </a:solidFill>
              </a:rPr>
              <a:t>阶段</a:t>
            </a:r>
            <a:r>
              <a:rPr kumimoji="1" lang="zh-CN" altLang="en-US" dirty="0"/>
              <a:t>分类）</a:t>
            </a:r>
            <a:endParaRPr kumimoji="1" lang="en-US" altLang="zh-CN" dirty="0"/>
          </a:p>
          <a:p>
            <a:r>
              <a:rPr kumimoji="1" lang="en-US" altLang="zh-CN" dirty="0">
                <a:solidFill>
                  <a:schemeClr val="accent1"/>
                </a:solidFill>
              </a:rPr>
              <a:t>Design</a:t>
            </a:r>
            <a:r>
              <a:rPr kumimoji="1" lang="zh-CN" altLang="en-US" dirty="0">
                <a:solidFill>
                  <a:schemeClr val="accent1"/>
                </a:solidFill>
              </a:rPr>
              <a:t> </a:t>
            </a:r>
            <a:r>
              <a:rPr kumimoji="1" lang="en-US" altLang="zh-CN" dirty="0">
                <a:solidFill>
                  <a:schemeClr val="accent1"/>
                </a:solidFill>
              </a:rPr>
              <a:t>fault</a:t>
            </a:r>
          </a:p>
          <a:p>
            <a:pPr lvl="1"/>
            <a:r>
              <a:rPr kumimoji="1" lang="en-US" altLang="zh-CN" dirty="0"/>
              <a:t>introduced</a:t>
            </a:r>
            <a:r>
              <a:rPr kumimoji="1" lang="zh-CN" altLang="en-US" dirty="0"/>
              <a:t> </a:t>
            </a:r>
            <a:r>
              <a:rPr kumimoji="1" lang="en-US" altLang="zh-CN" dirty="0"/>
              <a:t>during</a:t>
            </a:r>
            <a:r>
              <a:rPr kumimoji="1" lang="zh-CN" altLang="en-US" dirty="0"/>
              <a:t> </a:t>
            </a:r>
            <a:r>
              <a:rPr kumimoji="1" lang="en-US" altLang="zh-CN" dirty="0"/>
              <a:t>system</a:t>
            </a:r>
            <a:r>
              <a:rPr kumimoji="1" lang="zh-CN" altLang="en-US" dirty="0"/>
              <a:t> </a:t>
            </a:r>
            <a:r>
              <a:rPr kumimoji="1" lang="en-US" altLang="zh-CN" dirty="0"/>
              <a:t>design</a:t>
            </a:r>
          </a:p>
          <a:p>
            <a:pPr lvl="1"/>
            <a:r>
              <a:rPr kumimoji="1" lang="en-US" altLang="zh-CN" dirty="0"/>
              <a:t>introduced</a:t>
            </a:r>
            <a:r>
              <a:rPr kumimoji="1" lang="zh-CN" altLang="en-US" dirty="0"/>
              <a:t> </a:t>
            </a:r>
            <a:r>
              <a:rPr kumimoji="1" lang="en-US" altLang="zh-CN" dirty="0"/>
              <a:t>during</a:t>
            </a:r>
            <a:r>
              <a:rPr kumimoji="1" lang="zh-CN" altLang="en-US" dirty="0"/>
              <a:t> </a:t>
            </a:r>
            <a:r>
              <a:rPr kumimoji="1" lang="en-US" altLang="zh-CN" dirty="0"/>
              <a:t>modification</a:t>
            </a:r>
            <a:r>
              <a:rPr kumimoji="1" lang="zh-CN" altLang="en-US" dirty="0"/>
              <a:t> </a:t>
            </a:r>
            <a:r>
              <a:rPr kumimoji="1" lang="en-US" altLang="zh-CN" dirty="0"/>
              <a:t>of</a:t>
            </a:r>
            <a:r>
              <a:rPr kumimoji="1" lang="zh-CN" altLang="en-US" dirty="0"/>
              <a:t> </a:t>
            </a:r>
            <a:r>
              <a:rPr kumimoji="1" lang="en-US" altLang="zh-CN" dirty="0"/>
              <a:t>the</a:t>
            </a:r>
            <a:r>
              <a:rPr kumimoji="1" lang="zh-CN" altLang="en-US" dirty="0"/>
              <a:t> </a:t>
            </a:r>
            <a:r>
              <a:rPr kumimoji="1" lang="en-US" altLang="zh-CN" dirty="0"/>
              <a:t>system</a:t>
            </a:r>
          </a:p>
          <a:p>
            <a:r>
              <a:rPr kumimoji="1" lang="en-US" altLang="zh-CN" dirty="0">
                <a:solidFill>
                  <a:schemeClr val="accent1"/>
                </a:solidFill>
              </a:rPr>
              <a:t>Operation</a:t>
            </a:r>
            <a:r>
              <a:rPr kumimoji="1" lang="zh-CN" altLang="en-US" dirty="0">
                <a:solidFill>
                  <a:schemeClr val="accent1"/>
                </a:solidFill>
              </a:rPr>
              <a:t> </a:t>
            </a:r>
            <a:r>
              <a:rPr kumimoji="1" lang="en-US" altLang="zh-CN" dirty="0">
                <a:solidFill>
                  <a:schemeClr val="accent1"/>
                </a:solidFill>
              </a:rPr>
              <a:t>fault</a:t>
            </a:r>
          </a:p>
          <a:p>
            <a:pPr lvl="1"/>
            <a:r>
              <a:rPr kumimoji="1" lang="en-US" altLang="zh-CN" dirty="0"/>
              <a:t>Appear</a:t>
            </a:r>
            <a:r>
              <a:rPr kumimoji="1" lang="zh-CN" altLang="en-US" dirty="0"/>
              <a:t> </a:t>
            </a:r>
            <a:r>
              <a:rPr kumimoji="1" lang="en-US" altLang="zh-CN" dirty="0"/>
              <a:t>during</a:t>
            </a:r>
            <a:r>
              <a:rPr kumimoji="1" lang="zh-CN" altLang="en-US" dirty="0"/>
              <a:t> </a:t>
            </a:r>
            <a:r>
              <a:rPr kumimoji="1" lang="en-US" altLang="zh-CN" dirty="0"/>
              <a:t>the</a:t>
            </a:r>
            <a:r>
              <a:rPr kumimoji="1" lang="zh-CN" altLang="en-US" dirty="0"/>
              <a:t> </a:t>
            </a:r>
            <a:r>
              <a:rPr kumimoji="1" lang="en-US" altLang="zh-CN" dirty="0"/>
              <a:t>system</a:t>
            </a:r>
            <a:r>
              <a:rPr kumimoji="1" lang="zh-CN" altLang="en-US" dirty="0"/>
              <a:t> </a:t>
            </a:r>
            <a:r>
              <a:rPr kumimoji="1" lang="en-US" altLang="zh-CN" dirty="0"/>
              <a:t>life</a:t>
            </a:r>
            <a:r>
              <a:rPr kumimoji="1" lang="zh-CN" altLang="en-US" dirty="0"/>
              <a:t> </a:t>
            </a:r>
            <a:r>
              <a:rPr kumimoji="1" lang="en-US" altLang="zh-CN" dirty="0"/>
              <a:t>time</a:t>
            </a:r>
          </a:p>
          <a:p>
            <a:pPr lvl="1"/>
            <a:r>
              <a:rPr kumimoji="1" lang="en-US" altLang="zh-CN" dirty="0"/>
              <a:t>Caused</a:t>
            </a:r>
            <a:r>
              <a:rPr kumimoji="1" lang="zh-CN" altLang="en-US" dirty="0"/>
              <a:t> </a:t>
            </a:r>
            <a:r>
              <a:rPr kumimoji="1" lang="en-US" altLang="zh-CN" dirty="0"/>
              <a:t>due</a:t>
            </a:r>
            <a:r>
              <a:rPr kumimoji="1" lang="zh-CN" altLang="en-US" dirty="0"/>
              <a:t> </a:t>
            </a:r>
            <a:r>
              <a:rPr kumimoji="1" lang="en-US" altLang="zh-CN" dirty="0"/>
              <a:t>to</a:t>
            </a:r>
            <a:r>
              <a:rPr kumimoji="1" lang="zh-CN" altLang="en-US" dirty="0"/>
              <a:t> </a:t>
            </a:r>
            <a:r>
              <a:rPr kumimoji="1" lang="en-US" altLang="zh-CN" dirty="0"/>
              <a:t>the</a:t>
            </a:r>
            <a:r>
              <a:rPr kumimoji="1" lang="zh-CN" altLang="en-US" dirty="0"/>
              <a:t> </a:t>
            </a:r>
            <a:r>
              <a:rPr kumimoji="1" lang="en-US" altLang="zh-CN" dirty="0"/>
              <a:t>operational</a:t>
            </a:r>
            <a:r>
              <a:rPr kumimoji="1" lang="zh-CN" altLang="en-US" dirty="0"/>
              <a:t> </a:t>
            </a:r>
            <a:r>
              <a:rPr kumimoji="1" lang="en-US" altLang="zh-CN" dirty="0"/>
              <a:t>reason</a:t>
            </a:r>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644205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基本概念 </a:t>
            </a:r>
            <a:r>
              <a:rPr lang="en-US" altLang="zh-CN" dirty="0"/>
              <a:t>-</a:t>
            </a:r>
            <a:r>
              <a:rPr lang="zh-CN" altLang="en-US" dirty="0"/>
              <a:t> 容错 </a:t>
            </a:r>
            <a:r>
              <a:rPr lang="en-US" altLang="zh-CN" dirty="0"/>
              <a:t>vs</a:t>
            </a:r>
            <a:r>
              <a:rPr lang="zh-CN" altLang="en-US" dirty="0"/>
              <a:t> 容灾</a:t>
            </a:r>
          </a:p>
        </p:txBody>
      </p:sp>
      <p:sp>
        <p:nvSpPr>
          <p:cNvPr id="4" name="灯片编号占位符 3"/>
          <p:cNvSpPr>
            <a:spLocks noGrp="1"/>
          </p:cNvSpPr>
          <p:nvPr>
            <p:ph type="sldNum" sz="quarter" idx="12"/>
          </p:nvPr>
        </p:nvSpPr>
        <p:spPr/>
        <p:txBody>
          <a:bodyPr/>
          <a:lstStyle/>
          <a:p>
            <a:fld id="{F38DF745-7D3F-47F4-83A3-874385CFAA69}" type="slidenum">
              <a:rPr lang="en-US" smtClean="0"/>
              <a:pPr/>
              <a:t>6</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normAutofit/>
          </a:bodyPr>
          <a:lstStyle/>
          <a:p>
            <a:r>
              <a:rPr kumimoji="1" lang="zh-CN" altLang="en" dirty="0">
                <a:solidFill>
                  <a:schemeClr val="accent1"/>
                </a:solidFill>
              </a:rPr>
              <a:t>容错</a:t>
            </a:r>
            <a:r>
              <a:rPr kumimoji="1" lang="zh-CN" altLang="en-US" dirty="0">
                <a:solidFill>
                  <a:schemeClr val="accent1"/>
                </a:solidFill>
              </a:rPr>
              <a:t> （</a:t>
            </a:r>
            <a:r>
              <a:rPr kumimoji="1" lang="en" altLang="zh-CN" dirty="0">
                <a:solidFill>
                  <a:schemeClr val="accent1"/>
                </a:solidFill>
              </a:rPr>
              <a:t>Fault-Tolerance</a:t>
            </a:r>
            <a:r>
              <a:rPr kumimoji="1" lang="zh-CN" altLang="en-US" dirty="0">
                <a:solidFill>
                  <a:schemeClr val="accent1"/>
                </a:solidFill>
              </a:rPr>
              <a:t>）</a:t>
            </a:r>
            <a:r>
              <a:rPr kumimoji="1" lang="en" altLang="zh-CN" dirty="0">
                <a:solidFill>
                  <a:schemeClr val="accent1"/>
                </a:solidFill>
              </a:rPr>
              <a:t> </a:t>
            </a:r>
          </a:p>
          <a:p>
            <a:pPr lvl="1"/>
            <a:r>
              <a:rPr kumimoji="1" lang="en" altLang="zh-CN" dirty="0"/>
              <a:t>mask </a:t>
            </a:r>
            <a:r>
              <a:rPr kumimoji="1" lang="en" altLang="zh-CN" dirty="0">
                <a:solidFill>
                  <a:schemeClr val="accent1"/>
                </a:solidFill>
              </a:rPr>
              <a:t>local</a:t>
            </a:r>
            <a:r>
              <a:rPr kumimoji="1" lang="en" altLang="zh-CN" dirty="0"/>
              <a:t> faults</a:t>
            </a:r>
            <a:r>
              <a:rPr kumimoji="1" lang="zh-CN" altLang="en-US" dirty="0"/>
              <a:t> </a:t>
            </a:r>
            <a:r>
              <a:rPr kumimoji="1" lang="en" altLang="zh-CN" dirty="0"/>
              <a:t>(prevent errors from becoming failures) </a:t>
            </a:r>
          </a:p>
          <a:p>
            <a:pPr lvl="1"/>
            <a:r>
              <a:rPr kumimoji="1" lang="zh-CN" altLang="en-US" dirty="0"/>
              <a:t>容错方法：</a:t>
            </a:r>
            <a:r>
              <a:rPr kumimoji="1" lang="en" altLang="zh-CN" dirty="0"/>
              <a:t>RAID disks</a:t>
            </a:r>
            <a:r>
              <a:rPr kumimoji="1" lang="en-US" altLang="zh-CN" dirty="0"/>
              <a:t>,</a:t>
            </a:r>
            <a:r>
              <a:rPr kumimoji="1" lang="zh-CN" altLang="en-US" dirty="0"/>
              <a:t> </a:t>
            </a:r>
            <a:r>
              <a:rPr kumimoji="1" lang="en" altLang="zh-CN" dirty="0"/>
              <a:t>Uninterruptible Power Supplies</a:t>
            </a:r>
            <a:r>
              <a:rPr kumimoji="1" lang="en-US" altLang="zh-CN" dirty="0"/>
              <a:t>,</a:t>
            </a:r>
            <a:r>
              <a:rPr kumimoji="1" lang="zh-CN" altLang="en-US" dirty="0"/>
              <a:t> </a:t>
            </a:r>
            <a:r>
              <a:rPr kumimoji="1" lang="en" altLang="zh-CN" dirty="0"/>
              <a:t>Cluster Failover </a:t>
            </a:r>
          </a:p>
          <a:p>
            <a:r>
              <a:rPr kumimoji="1" lang="zh-CN" altLang="en" dirty="0">
                <a:solidFill>
                  <a:schemeClr val="accent1"/>
                </a:solidFill>
              </a:rPr>
              <a:t>容灾</a:t>
            </a:r>
            <a:r>
              <a:rPr kumimoji="1" lang="zh-CN" altLang="en-US" dirty="0">
                <a:solidFill>
                  <a:schemeClr val="accent1"/>
                </a:solidFill>
              </a:rPr>
              <a:t>（</a:t>
            </a:r>
            <a:r>
              <a:rPr kumimoji="1" lang="en" altLang="zh-CN" dirty="0">
                <a:solidFill>
                  <a:schemeClr val="accent1"/>
                </a:solidFill>
              </a:rPr>
              <a:t>Disaster Tolerance</a:t>
            </a:r>
            <a:r>
              <a:rPr kumimoji="1" lang="zh-CN" altLang="en-US" dirty="0">
                <a:solidFill>
                  <a:schemeClr val="accent1"/>
                </a:solidFill>
              </a:rPr>
              <a:t>）</a:t>
            </a:r>
            <a:endParaRPr kumimoji="1" lang="en" altLang="zh-CN" dirty="0">
              <a:solidFill>
                <a:schemeClr val="accent1"/>
              </a:solidFill>
            </a:endParaRPr>
          </a:p>
          <a:p>
            <a:pPr lvl="1"/>
            <a:r>
              <a:rPr kumimoji="1" lang="en" altLang="zh-CN" dirty="0"/>
              <a:t>mask </a:t>
            </a:r>
            <a:r>
              <a:rPr kumimoji="1" lang="en" altLang="zh-CN" dirty="0">
                <a:solidFill>
                  <a:schemeClr val="accent1"/>
                </a:solidFill>
              </a:rPr>
              <a:t>site</a:t>
            </a:r>
            <a:r>
              <a:rPr kumimoji="1" lang="en" altLang="zh-CN" dirty="0"/>
              <a:t> errors (prevent site errors from causing service failures) </a:t>
            </a:r>
          </a:p>
          <a:p>
            <a:pPr lvl="1"/>
            <a:r>
              <a:rPr kumimoji="1" lang="zh-CN" altLang="en" dirty="0"/>
              <a:t>容忍</a:t>
            </a:r>
            <a:r>
              <a:rPr kumimoji="1" lang="zh-CN" altLang="en-US" dirty="0"/>
              <a:t>火灾、洪灾、蓄意破坏等</a:t>
            </a:r>
            <a:endParaRPr kumimoji="1" lang="en" altLang="zh-CN" dirty="0"/>
          </a:p>
          <a:p>
            <a:pPr lvl="1"/>
            <a:r>
              <a:rPr kumimoji="1" lang="zh-CN" altLang="en" dirty="0"/>
              <a:t>容灾</a:t>
            </a:r>
            <a:r>
              <a:rPr kumimoji="1" lang="zh-CN" altLang="en-US" dirty="0"/>
              <a:t>方法：</a:t>
            </a:r>
            <a:r>
              <a:rPr kumimoji="1" lang="en" altLang="zh-CN" dirty="0"/>
              <a:t>redundant system and service at remote site</a:t>
            </a:r>
          </a:p>
          <a:p>
            <a:endParaRPr kumimoji="1" lang="en-US" altLang="zh-CN"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677729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基本概念 </a:t>
            </a:r>
            <a:r>
              <a:rPr lang="en-US" altLang="zh-CN" dirty="0"/>
              <a:t>-</a:t>
            </a:r>
            <a:r>
              <a:rPr lang="zh-CN" altLang="en-US" dirty="0"/>
              <a:t> 故障模型</a:t>
            </a:r>
          </a:p>
        </p:txBody>
      </p:sp>
      <p:sp>
        <p:nvSpPr>
          <p:cNvPr id="4" name="灯片编号占位符 3"/>
          <p:cNvSpPr>
            <a:spLocks noGrp="1"/>
          </p:cNvSpPr>
          <p:nvPr>
            <p:ph type="sldNum" sz="quarter" idx="12"/>
          </p:nvPr>
        </p:nvSpPr>
        <p:spPr/>
        <p:txBody>
          <a:bodyPr/>
          <a:lstStyle/>
          <a:p>
            <a:fld id="{F38DF745-7D3F-47F4-83A3-874385CFAA69}" type="slidenum">
              <a:rPr lang="en-US" smtClean="0"/>
              <a:pPr/>
              <a:t>7</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pPr marL="397800" lvl="1" indent="0">
              <a:buNone/>
            </a:pPr>
            <a:endParaRPr kumimoji="1" lang="en-US" altLang="zh-CN"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578A8AF6-6037-5DA1-70A3-9F8AEA2CD719}"/>
              </a:ext>
            </a:extLst>
          </p:cNvPr>
          <p:cNvPicPr>
            <a:picLocks noChangeAspect="1"/>
          </p:cNvPicPr>
          <p:nvPr/>
        </p:nvPicPr>
        <p:blipFill>
          <a:blip r:embed="rId2"/>
          <a:stretch>
            <a:fillRect/>
          </a:stretch>
        </p:blipFill>
        <p:spPr>
          <a:xfrm>
            <a:off x="1026234" y="1326049"/>
            <a:ext cx="6884670" cy="5095833"/>
          </a:xfrm>
          <a:prstGeom prst="rect">
            <a:avLst/>
          </a:prstGeom>
        </p:spPr>
      </p:pic>
    </p:spTree>
    <p:extLst>
      <p:ext uri="{BB962C8B-B14F-4D97-AF65-F5344CB8AC3E}">
        <p14:creationId xmlns:p14="http://schemas.microsoft.com/office/powerpoint/2010/main" val="3228875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基本概念 </a:t>
            </a:r>
            <a:r>
              <a:rPr lang="en-US" altLang="zh-CN" dirty="0"/>
              <a:t>–</a:t>
            </a:r>
            <a:r>
              <a:rPr lang="zh-CN" altLang="en-US" dirty="0"/>
              <a:t> 故障模型</a:t>
            </a:r>
          </a:p>
        </p:txBody>
      </p:sp>
      <p:sp>
        <p:nvSpPr>
          <p:cNvPr id="4" name="灯片编号占位符 3"/>
          <p:cNvSpPr>
            <a:spLocks noGrp="1"/>
          </p:cNvSpPr>
          <p:nvPr>
            <p:ph type="sldNum" sz="quarter" idx="12"/>
          </p:nvPr>
        </p:nvSpPr>
        <p:spPr/>
        <p:txBody>
          <a:bodyPr/>
          <a:lstStyle/>
          <a:p>
            <a:fld id="{F38DF745-7D3F-47F4-83A3-874385CFAA69}" type="slidenum">
              <a:rPr lang="en-US" smtClean="0"/>
              <a:pPr/>
              <a:t>8</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pPr marL="397800" lvl="1" indent="0">
              <a:buNone/>
            </a:pPr>
            <a:endParaRPr kumimoji="1" lang="en-US" altLang="zh-CN" dirty="0"/>
          </a:p>
        </p:txBody>
      </p:sp>
      <p:sp>
        <p:nvSpPr>
          <p:cNvPr id="9" name="Rectangle 2">
            <a:extLst>
              <a:ext uri="{FF2B5EF4-FFF2-40B4-BE49-F238E27FC236}">
                <a16:creationId xmlns:a16="http://schemas.microsoft.com/office/drawing/2014/main" id="{CC4A2A86-F9F9-B8EE-B9D7-721629FEC7E9}"/>
              </a:ext>
            </a:extLst>
          </p:cNvPr>
          <p:cNvSpPr>
            <a:spLocks noChangeArrowheads="1"/>
          </p:cNvSpPr>
          <p:nvPr/>
        </p:nvSpPr>
        <p:spPr bwMode="auto">
          <a:xfrm>
            <a:off x="0" y="4316975"/>
            <a:ext cx="91440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en-US" altLang="en-US" sz="1200">
                <a:solidFill>
                  <a:srgbClr val="000000"/>
                </a:solidFill>
                <a:latin typeface="Times New Roman" panose="02020603050405020304" pitchFamily="18" charset="0"/>
                <a:cs typeface="Times New Roman" panose="02020603050405020304" pitchFamily="18" charset="0"/>
              </a:rPr>
              <a:t> </a:t>
            </a:r>
          </a:p>
          <a:p>
            <a:pPr>
              <a:spcBef>
                <a:spcPct val="0"/>
              </a:spcBef>
              <a:buFontTx/>
              <a:buNone/>
            </a:pPr>
            <a:endParaRPr lang="en-US" altLang="en-US" sz="2400">
              <a:latin typeface="Times New Roman" panose="02020603050405020304" pitchFamily="18" charset="0"/>
            </a:endParaRPr>
          </a:p>
        </p:txBody>
      </p:sp>
      <p:sp>
        <p:nvSpPr>
          <p:cNvPr id="10" name="Oval 7">
            <a:extLst>
              <a:ext uri="{FF2B5EF4-FFF2-40B4-BE49-F238E27FC236}">
                <a16:creationId xmlns:a16="http://schemas.microsoft.com/office/drawing/2014/main" id="{CE2D7026-1088-67C7-CE4B-735C4966DCF8}"/>
              </a:ext>
            </a:extLst>
          </p:cNvPr>
          <p:cNvSpPr>
            <a:spLocks noChangeArrowheads="1"/>
          </p:cNvSpPr>
          <p:nvPr/>
        </p:nvSpPr>
        <p:spPr bwMode="auto">
          <a:xfrm>
            <a:off x="914400" y="2546913"/>
            <a:ext cx="7239000" cy="129540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r>
              <a:rPr lang="en-US" altLang="en-US" sz="1800">
                <a:cs typeface="Arial" panose="020B0604020202020204" pitchFamily="34" charset="0"/>
              </a:rPr>
              <a:t>  Byzantine</a:t>
            </a:r>
          </a:p>
        </p:txBody>
      </p:sp>
      <p:sp>
        <p:nvSpPr>
          <p:cNvPr id="11" name="Oval 8">
            <a:extLst>
              <a:ext uri="{FF2B5EF4-FFF2-40B4-BE49-F238E27FC236}">
                <a16:creationId xmlns:a16="http://schemas.microsoft.com/office/drawing/2014/main" id="{F0A81872-AA70-3EAF-042B-C8AFA6C96328}"/>
              </a:ext>
            </a:extLst>
          </p:cNvPr>
          <p:cNvSpPr>
            <a:spLocks noChangeArrowheads="1"/>
          </p:cNvSpPr>
          <p:nvPr/>
        </p:nvSpPr>
        <p:spPr bwMode="auto">
          <a:xfrm>
            <a:off x="1143000" y="2699313"/>
            <a:ext cx="4648200" cy="990600"/>
          </a:xfrm>
          <a:prstGeom prst="ellipse">
            <a:avLst/>
          </a:prstGeom>
          <a:solidFill>
            <a:srgbClr val="FF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r>
              <a:rPr lang="en-US" altLang="en-US" sz="1800">
                <a:cs typeface="Arial" panose="020B0604020202020204" pitchFamily="34" charset="0"/>
              </a:rPr>
              <a:t>Timing</a:t>
            </a:r>
          </a:p>
        </p:txBody>
      </p:sp>
      <p:sp>
        <p:nvSpPr>
          <p:cNvPr id="12" name="Oval 9">
            <a:extLst>
              <a:ext uri="{FF2B5EF4-FFF2-40B4-BE49-F238E27FC236}">
                <a16:creationId xmlns:a16="http://schemas.microsoft.com/office/drawing/2014/main" id="{8B4FD7FF-AA79-BC89-93E3-355757C19CB3}"/>
              </a:ext>
            </a:extLst>
          </p:cNvPr>
          <p:cNvSpPr>
            <a:spLocks noChangeArrowheads="1"/>
          </p:cNvSpPr>
          <p:nvPr/>
        </p:nvSpPr>
        <p:spPr bwMode="auto">
          <a:xfrm>
            <a:off x="1371600" y="2851713"/>
            <a:ext cx="2743200" cy="685800"/>
          </a:xfrm>
          <a:prstGeom prst="ellipse">
            <a:avLst/>
          </a:prstGeom>
          <a:solidFill>
            <a:srgbClr val="FFCC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r>
              <a:rPr lang="en-US" altLang="en-US" sz="1800">
                <a:cs typeface="Arial" panose="020B0604020202020204" pitchFamily="34" charset="0"/>
              </a:rPr>
              <a:t>Omission</a:t>
            </a:r>
          </a:p>
        </p:txBody>
      </p:sp>
      <p:sp>
        <p:nvSpPr>
          <p:cNvPr id="13" name="Oval 10">
            <a:extLst>
              <a:ext uri="{FF2B5EF4-FFF2-40B4-BE49-F238E27FC236}">
                <a16:creationId xmlns:a16="http://schemas.microsoft.com/office/drawing/2014/main" id="{CFB79180-0B51-F28E-868C-EAF0726C6B41}"/>
              </a:ext>
            </a:extLst>
          </p:cNvPr>
          <p:cNvSpPr>
            <a:spLocks noChangeArrowheads="1"/>
          </p:cNvSpPr>
          <p:nvPr/>
        </p:nvSpPr>
        <p:spPr bwMode="auto">
          <a:xfrm>
            <a:off x="1600200" y="3004113"/>
            <a:ext cx="914400" cy="381000"/>
          </a:xfrm>
          <a:prstGeom prst="ellipse">
            <a:avLst/>
          </a:prstGeom>
          <a:solidFill>
            <a:srgbClr val="FF99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800">
                <a:cs typeface="Arial" panose="020B0604020202020204" pitchFamily="34" charset="0"/>
              </a:rPr>
              <a:t>Crash</a:t>
            </a:r>
          </a:p>
        </p:txBody>
      </p:sp>
      <p:grpSp>
        <p:nvGrpSpPr>
          <p:cNvPr id="14" name="Group 11">
            <a:extLst>
              <a:ext uri="{FF2B5EF4-FFF2-40B4-BE49-F238E27FC236}">
                <a16:creationId xmlns:a16="http://schemas.microsoft.com/office/drawing/2014/main" id="{8F0A0807-B2E6-F193-937C-0A66574BF5A5}"/>
              </a:ext>
            </a:extLst>
          </p:cNvPr>
          <p:cNvGrpSpPr>
            <a:grpSpLocks/>
          </p:cNvGrpSpPr>
          <p:nvPr/>
        </p:nvGrpSpPr>
        <p:grpSpPr bwMode="auto">
          <a:xfrm>
            <a:off x="457200" y="3308913"/>
            <a:ext cx="2819400" cy="1647825"/>
            <a:chOff x="288" y="2832"/>
            <a:chExt cx="1776" cy="1038"/>
          </a:xfrm>
        </p:grpSpPr>
        <p:sp>
          <p:nvSpPr>
            <p:cNvPr id="15" name="Line 12">
              <a:extLst>
                <a:ext uri="{FF2B5EF4-FFF2-40B4-BE49-F238E27FC236}">
                  <a16:creationId xmlns:a16="http://schemas.microsoft.com/office/drawing/2014/main" id="{18950854-6247-BE61-7E6B-42A85126D1E4}"/>
                </a:ext>
              </a:extLst>
            </p:cNvPr>
            <p:cNvSpPr>
              <a:spLocks noChangeShapeType="1"/>
            </p:cNvSpPr>
            <p:nvPr/>
          </p:nvSpPr>
          <p:spPr bwMode="auto">
            <a:xfrm flipH="1">
              <a:off x="960" y="2832"/>
              <a:ext cx="336" cy="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13">
              <a:extLst>
                <a:ext uri="{FF2B5EF4-FFF2-40B4-BE49-F238E27FC236}">
                  <a16:creationId xmlns:a16="http://schemas.microsoft.com/office/drawing/2014/main" id="{34F19BC0-060D-E202-0A29-E30812F01F39}"/>
                </a:ext>
              </a:extLst>
            </p:cNvPr>
            <p:cNvSpPr txBox="1">
              <a:spLocks noChangeArrowheads="1"/>
            </p:cNvSpPr>
            <p:nvPr/>
          </p:nvSpPr>
          <p:spPr bwMode="auto">
            <a:xfrm>
              <a:off x="288" y="3504"/>
              <a:ext cx="177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a:solidFill>
                    <a:srgbClr val="000000"/>
                  </a:solidFill>
                  <a:cs typeface="Times New Roman" panose="02020603050405020304" pitchFamily="18" charset="0"/>
                </a:rPr>
                <a:t>Node stops (does not undergo incorrect transitions)</a:t>
              </a:r>
              <a:endParaRPr lang="en-US" altLang="en-US" sz="1600">
                <a:solidFill>
                  <a:schemeClr val="hlink"/>
                </a:solidFill>
                <a:cs typeface="Times New Roman" panose="02020603050405020304" pitchFamily="18" charset="0"/>
              </a:endParaRPr>
            </a:p>
          </p:txBody>
        </p:sp>
      </p:grpSp>
      <p:grpSp>
        <p:nvGrpSpPr>
          <p:cNvPr id="17" name="Group 14">
            <a:extLst>
              <a:ext uri="{FF2B5EF4-FFF2-40B4-BE49-F238E27FC236}">
                <a16:creationId xmlns:a16="http://schemas.microsoft.com/office/drawing/2014/main" id="{4D82DF07-DC21-E7B5-A4E9-513BF54B9B87}"/>
              </a:ext>
            </a:extLst>
          </p:cNvPr>
          <p:cNvGrpSpPr>
            <a:grpSpLocks/>
          </p:cNvGrpSpPr>
          <p:nvPr/>
        </p:nvGrpSpPr>
        <p:grpSpPr bwMode="auto">
          <a:xfrm>
            <a:off x="2895600" y="3308913"/>
            <a:ext cx="2362200" cy="1190625"/>
            <a:chOff x="1824" y="2832"/>
            <a:chExt cx="1488" cy="750"/>
          </a:xfrm>
        </p:grpSpPr>
        <p:sp>
          <p:nvSpPr>
            <p:cNvPr id="18" name="Line 15">
              <a:extLst>
                <a:ext uri="{FF2B5EF4-FFF2-40B4-BE49-F238E27FC236}">
                  <a16:creationId xmlns:a16="http://schemas.microsoft.com/office/drawing/2014/main" id="{143F9F08-27D8-7C92-A9F6-A0FA6467069D}"/>
                </a:ext>
              </a:extLst>
            </p:cNvPr>
            <p:cNvSpPr>
              <a:spLocks noChangeShapeType="1"/>
            </p:cNvSpPr>
            <p:nvPr/>
          </p:nvSpPr>
          <p:spPr bwMode="auto">
            <a:xfrm>
              <a:off x="2016" y="2832"/>
              <a:ext cx="192" cy="43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16">
              <a:extLst>
                <a:ext uri="{FF2B5EF4-FFF2-40B4-BE49-F238E27FC236}">
                  <a16:creationId xmlns:a16="http://schemas.microsoft.com/office/drawing/2014/main" id="{082A72C4-ED98-29F0-6329-4F24CEEA17D9}"/>
                </a:ext>
              </a:extLst>
            </p:cNvPr>
            <p:cNvSpPr txBox="1">
              <a:spLocks noChangeArrowheads="1"/>
            </p:cNvSpPr>
            <p:nvPr/>
          </p:nvSpPr>
          <p:spPr bwMode="auto">
            <a:xfrm>
              <a:off x="1824" y="3216"/>
              <a:ext cx="148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a:solidFill>
                    <a:srgbClr val="000000"/>
                  </a:solidFill>
                  <a:cs typeface="Times New Roman" panose="02020603050405020304" pitchFamily="18" charset="0"/>
                </a:rPr>
                <a:t>Node does not respond to some inputs</a:t>
              </a:r>
              <a:endParaRPr lang="en-US" altLang="en-US" sz="1600">
                <a:solidFill>
                  <a:schemeClr val="hlink"/>
                </a:solidFill>
                <a:cs typeface="Times New Roman" panose="02020603050405020304" pitchFamily="18" charset="0"/>
              </a:endParaRPr>
            </a:p>
          </p:txBody>
        </p:sp>
      </p:grpSp>
      <p:grpSp>
        <p:nvGrpSpPr>
          <p:cNvPr id="21" name="Group 17">
            <a:extLst>
              <a:ext uri="{FF2B5EF4-FFF2-40B4-BE49-F238E27FC236}">
                <a16:creationId xmlns:a16="http://schemas.microsoft.com/office/drawing/2014/main" id="{EC1E5D10-5331-BB67-C236-AD86E9990C5C}"/>
              </a:ext>
            </a:extLst>
          </p:cNvPr>
          <p:cNvGrpSpPr>
            <a:grpSpLocks/>
          </p:cNvGrpSpPr>
          <p:nvPr/>
        </p:nvGrpSpPr>
        <p:grpSpPr bwMode="auto">
          <a:xfrm>
            <a:off x="4724400" y="3308913"/>
            <a:ext cx="2590800" cy="1647825"/>
            <a:chOff x="2976" y="2832"/>
            <a:chExt cx="1632" cy="1038"/>
          </a:xfrm>
        </p:grpSpPr>
        <p:sp>
          <p:nvSpPr>
            <p:cNvPr id="22" name="Line 18">
              <a:extLst>
                <a:ext uri="{FF2B5EF4-FFF2-40B4-BE49-F238E27FC236}">
                  <a16:creationId xmlns:a16="http://schemas.microsoft.com/office/drawing/2014/main" id="{4287A401-DCD8-F57A-8EB5-B82FFD7B5FF9}"/>
                </a:ext>
              </a:extLst>
            </p:cNvPr>
            <p:cNvSpPr>
              <a:spLocks noChangeShapeType="1"/>
            </p:cNvSpPr>
            <p:nvPr/>
          </p:nvSpPr>
          <p:spPr bwMode="auto">
            <a:xfrm>
              <a:off x="2976" y="2832"/>
              <a:ext cx="576" cy="7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Text Box 19">
              <a:extLst>
                <a:ext uri="{FF2B5EF4-FFF2-40B4-BE49-F238E27FC236}">
                  <a16:creationId xmlns:a16="http://schemas.microsoft.com/office/drawing/2014/main" id="{115A2051-775B-8426-76E6-31552FDD4127}"/>
                </a:ext>
              </a:extLst>
            </p:cNvPr>
            <p:cNvSpPr txBox="1">
              <a:spLocks noChangeArrowheads="1"/>
            </p:cNvSpPr>
            <p:nvPr/>
          </p:nvSpPr>
          <p:spPr bwMode="auto">
            <a:xfrm>
              <a:off x="3120" y="3504"/>
              <a:ext cx="148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a:solidFill>
                    <a:srgbClr val="000000"/>
                  </a:solidFill>
                  <a:cs typeface="Times New Roman" panose="02020603050405020304" pitchFamily="18" charset="0"/>
                </a:rPr>
                <a:t>Node responds either too early or too late</a:t>
              </a:r>
              <a:endParaRPr lang="en-US" altLang="en-US" sz="1600">
                <a:solidFill>
                  <a:schemeClr val="hlink"/>
                </a:solidFill>
                <a:cs typeface="Times New Roman" panose="02020603050405020304" pitchFamily="18" charset="0"/>
              </a:endParaRPr>
            </a:p>
          </p:txBody>
        </p:sp>
      </p:grpSp>
      <p:grpSp>
        <p:nvGrpSpPr>
          <p:cNvPr id="24" name="Group 20">
            <a:extLst>
              <a:ext uri="{FF2B5EF4-FFF2-40B4-BE49-F238E27FC236}">
                <a16:creationId xmlns:a16="http://schemas.microsoft.com/office/drawing/2014/main" id="{C3AA322C-C9E1-CB45-0FE3-CC82739909E5}"/>
              </a:ext>
            </a:extLst>
          </p:cNvPr>
          <p:cNvGrpSpPr>
            <a:grpSpLocks/>
          </p:cNvGrpSpPr>
          <p:nvPr/>
        </p:nvGrpSpPr>
        <p:grpSpPr bwMode="auto">
          <a:xfrm>
            <a:off x="6324600" y="3308913"/>
            <a:ext cx="2438400" cy="869950"/>
            <a:chOff x="3984" y="2832"/>
            <a:chExt cx="1536" cy="548"/>
          </a:xfrm>
        </p:grpSpPr>
        <p:sp>
          <p:nvSpPr>
            <p:cNvPr id="25" name="Line 21">
              <a:extLst>
                <a:ext uri="{FF2B5EF4-FFF2-40B4-BE49-F238E27FC236}">
                  <a16:creationId xmlns:a16="http://schemas.microsoft.com/office/drawing/2014/main" id="{6A3C4238-4931-ED8B-4A36-5A5F75C454BB}"/>
                </a:ext>
              </a:extLst>
            </p:cNvPr>
            <p:cNvSpPr>
              <a:spLocks noChangeShapeType="1"/>
            </p:cNvSpPr>
            <p:nvPr/>
          </p:nvSpPr>
          <p:spPr bwMode="auto">
            <a:xfrm>
              <a:off x="4128" y="2832"/>
              <a:ext cx="288" cy="38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2">
              <a:extLst>
                <a:ext uri="{FF2B5EF4-FFF2-40B4-BE49-F238E27FC236}">
                  <a16:creationId xmlns:a16="http://schemas.microsoft.com/office/drawing/2014/main" id="{4F1BA046-EB58-79F1-45E9-265AA574CC3F}"/>
                </a:ext>
              </a:extLst>
            </p:cNvPr>
            <p:cNvSpPr txBox="1">
              <a:spLocks noChangeArrowheads="1"/>
            </p:cNvSpPr>
            <p:nvPr/>
          </p:nvSpPr>
          <p:spPr bwMode="auto">
            <a:xfrm>
              <a:off x="3984" y="3168"/>
              <a:ext cx="15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600">
                  <a:solidFill>
                    <a:srgbClr val="000000"/>
                  </a:solidFill>
                  <a:cs typeface="Times New Roman" panose="02020603050405020304" pitchFamily="18" charset="0"/>
                </a:rPr>
                <a:t>Totally arbitrary behavior</a:t>
              </a:r>
              <a:endParaRPr lang="en-US" altLang="en-US" sz="1600">
                <a:solidFill>
                  <a:schemeClr val="hlink"/>
                </a:solidFill>
                <a:cs typeface="Times New Roman" panose="02020603050405020304" pitchFamily="18" charset="0"/>
              </a:endParaRPr>
            </a:p>
          </p:txBody>
        </p:sp>
      </p:grpSp>
    </p:spTree>
    <p:extLst>
      <p:ext uri="{BB962C8B-B14F-4D97-AF65-F5344CB8AC3E}">
        <p14:creationId xmlns:p14="http://schemas.microsoft.com/office/powerpoint/2010/main" val="4293088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可靠性指标</a:t>
            </a:r>
          </a:p>
        </p:txBody>
      </p:sp>
      <p:sp>
        <p:nvSpPr>
          <p:cNvPr id="4" name="灯片编号占位符 3"/>
          <p:cNvSpPr>
            <a:spLocks noGrp="1"/>
          </p:cNvSpPr>
          <p:nvPr>
            <p:ph type="sldNum" sz="quarter" idx="12"/>
          </p:nvPr>
        </p:nvSpPr>
        <p:spPr/>
        <p:txBody>
          <a:bodyPr/>
          <a:lstStyle/>
          <a:p>
            <a:fld id="{F38DF745-7D3F-47F4-83A3-874385CFAA69}" type="slidenum">
              <a:rPr lang="en-US" smtClean="0"/>
              <a:pPr/>
              <a:t>9</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r>
              <a:rPr kumimoji="1" lang="en-US" altLang="zh-CN" dirty="0"/>
              <a:t>Mean</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failure</a:t>
            </a:r>
            <a:r>
              <a:rPr kumimoji="1" lang="zh-CN" altLang="en-US" dirty="0"/>
              <a:t> </a:t>
            </a:r>
            <a:r>
              <a:rPr kumimoji="1" lang="en-US" altLang="zh-CN" dirty="0"/>
              <a:t>(MTTF)</a:t>
            </a:r>
          </a:p>
          <a:p>
            <a:r>
              <a:rPr kumimoji="1" lang="en-US" altLang="zh-CN" dirty="0"/>
              <a:t>Mean</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repair</a:t>
            </a:r>
            <a:r>
              <a:rPr kumimoji="1" lang="zh-CN" altLang="en-US" dirty="0"/>
              <a:t> </a:t>
            </a:r>
            <a:r>
              <a:rPr kumimoji="1" lang="en-US" altLang="zh-CN" dirty="0"/>
              <a:t>(MTTR)</a:t>
            </a:r>
          </a:p>
          <a:p>
            <a:r>
              <a:rPr kumimoji="1" lang="en-US" altLang="zh-CN" dirty="0"/>
              <a:t>Mean</a:t>
            </a:r>
            <a:r>
              <a:rPr kumimoji="1" lang="zh-CN" altLang="en-US" dirty="0"/>
              <a:t> </a:t>
            </a:r>
            <a:r>
              <a:rPr kumimoji="1" lang="en-US" altLang="zh-CN" dirty="0"/>
              <a:t>time</a:t>
            </a:r>
            <a:r>
              <a:rPr kumimoji="1" lang="zh-CN" altLang="en-US" dirty="0"/>
              <a:t> </a:t>
            </a:r>
            <a:r>
              <a:rPr kumimoji="1" lang="en-US" altLang="zh-CN" dirty="0"/>
              <a:t>between</a:t>
            </a:r>
            <a:r>
              <a:rPr kumimoji="1" lang="zh-CN" altLang="en-US" dirty="0"/>
              <a:t> </a:t>
            </a:r>
            <a:r>
              <a:rPr kumimoji="1" lang="en-US" altLang="zh-CN" dirty="0"/>
              <a:t>failure</a:t>
            </a:r>
            <a:r>
              <a:rPr kumimoji="1" lang="zh-CN" altLang="en-US" dirty="0"/>
              <a:t> </a:t>
            </a:r>
            <a:r>
              <a:rPr kumimoji="1" lang="en-US" altLang="zh-CN" dirty="0"/>
              <a:t>(MTBF)</a:t>
            </a:r>
          </a:p>
          <a:p>
            <a:r>
              <a:rPr kumimoji="1" lang="en-US" altLang="zh-CN" dirty="0"/>
              <a:t>Mean</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data</a:t>
            </a:r>
            <a:r>
              <a:rPr kumimoji="1" lang="zh-CN" altLang="en-US" dirty="0"/>
              <a:t> </a:t>
            </a:r>
            <a:r>
              <a:rPr kumimoji="1" lang="en-US" altLang="zh-CN" dirty="0"/>
              <a:t>loss</a:t>
            </a:r>
            <a:r>
              <a:rPr kumimoji="1" lang="zh-CN" altLang="en-US" dirty="0"/>
              <a:t> </a:t>
            </a:r>
            <a:r>
              <a:rPr kumimoji="1" lang="en-US" altLang="zh-CN" dirty="0"/>
              <a:t>(MTTDL)</a:t>
            </a:r>
          </a:p>
          <a:p>
            <a:r>
              <a:rPr kumimoji="1" lang="en-US" altLang="zh-CN" dirty="0"/>
              <a:t>Annual</a:t>
            </a:r>
            <a:r>
              <a:rPr kumimoji="1" lang="zh-CN" altLang="en-US" dirty="0"/>
              <a:t> </a:t>
            </a:r>
            <a:r>
              <a:rPr kumimoji="1" lang="en-US" altLang="zh-CN" dirty="0"/>
              <a:t>Failure</a:t>
            </a:r>
            <a:r>
              <a:rPr kumimoji="1" lang="zh-CN" altLang="en-US" dirty="0"/>
              <a:t> </a:t>
            </a:r>
            <a:r>
              <a:rPr kumimoji="1" lang="en-US" altLang="zh-CN" dirty="0"/>
              <a:t>Rate</a:t>
            </a:r>
            <a:r>
              <a:rPr kumimoji="1" lang="zh-CN" altLang="en-US" dirty="0"/>
              <a:t> </a:t>
            </a:r>
            <a:r>
              <a:rPr kumimoji="1" lang="en-US" altLang="zh-CN" dirty="0"/>
              <a:t>(AFR)</a:t>
            </a:r>
          </a:p>
          <a:p>
            <a:endParaRPr kumimoji="1" lang="en-US" altLang="zh-CN"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56339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MTTF</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Mean</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failure</a:t>
            </a:r>
            <a:r>
              <a:rPr kumimoji="1" lang="zh-CN" altLang="en-US" dirty="0"/>
              <a:t> </a:t>
            </a:r>
            <a:r>
              <a:rPr kumimoji="1" lang="en-US" altLang="zh-CN" dirty="0"/>
              <a:t>(MTTF)</a:t>
            </a:r>
            <a:r>
              <a:rPr kumimoji="1" lang="zh-CN" altLang="en-US" dirty="0"/>
              <a:t>，平均失效时间</a:t>
            </a:r>
            <a:endParaRPr kumimoji="1" lang="en-US" altLang="zh-CN" dirty="0"/>
          </a:p>
          <a:p>
            <a:pPr lvl="1"/>
            <a:r>
              <a:rPr kumimoji="1" lang="zh-CN" altLang="en-US" dirty="0"/>
              <a:t>某个部件预计可正常运行的平均时间</a:t>
            </a:r>
            <a:endParaRPr kumimoji="1" lang="en-US" altLang="zh-CN" dirty="0"/>
          </a:p>
          <a:p>
            <a:pPr lvl="1"/>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10</a:t>
            </a:fld>
            <a:endParaRPr lang="en-US" dirty="0"/>
          </a:p>
        </p:txBody>
      </p:sp>
      <p:sp>
        <p:nvSpPr>
          <p:cNvPr id="3" name="矩形 2">
            <a:extLst>
              <a:ext uri="{FF2B5EF4-FFF2-40B4-BE49-F238E27FC236}">
                <a16:creationId xmlns:a16="http://schemas.microsoft.com/office/drawing/2014/main" id="{8B52DF2A-8EA2-2A1B-966A-FAAE13D1541C}"/>
              </a:ext>
            </a:extLst>
          </p:cNvPr>
          <p:cNvSpPr/>
          <p:nvPr/>
        </p:nvSpPr>
        <p:spPr>
          <a:xfrm>
            <a:off x="1111323" y="2780019"/>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5" name="矩形 4">
            <a:extLst>
              <a:ext uri="{FF2B5EF4-FFF2-40B4-BE49-F238E27FC236}">
                <a16:creationId xmlns:a16="http://schemas.microsoft.com/office/drawing/2014/main" id="{47962DF1-FEB0-D8AD-2A47-8DBDD4BE1656}"/>
              </a:ext>
            </a:extLst>
          </p:cNvPr>
          <p:cNvSpPr/>
          <p:nvPr/>
        </p:nvSpPr>
        <p:spPr>
          <a:xfrm>
            <a:off x="2885161" y="2780019"/>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6" name="矩形 5">
            <a:extLst>
              <a:ext uri="{FF2B5EF4-FFF2-40B4-BE49-F238E27FC236}">
                <a16:creationId xmlns:a16="http://schemas.microsoft.com/office/drawing/2014/main" id="{A6A9BDBA-3FB2-1BF9-0308-6E3A7EF52941}"/>
              </a:ext>
            </a:extLst>
          </p:cNvPr>
          <p:cNvSpPr/>
          <p:nvPr/>
        </p:nvSpPr>
        <p:spPr>
          <a:xfrm>
            <a:off x="3854523" y="2780019"/>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7" name="矩形 6">
            <a:extLst>
              <a:ext uri="{FF2B5EF4-FFF2-40B4-BE49-F238E27FC236}">
                <a16:creationId xmlns:a16="http://schemas.microsoft.com/office/drawing/2014/main" id="{166FBFEB-9804-E6EC-0FCB-B8FB6E2A7205}"/>
              </a:ext>
            </a:extLst>
          </p:cNvPr>
          <p:cNvSpPr/>
          <p:nvPr/>
        </p:nvSpPr>
        <p:spPr>
          <a:xfrm>
            <a:off x="5628361" y="2780019"/>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17" name="矩形 16">
            <a:extLst>
              <a:ext uri="{FF2B5EF4-FFF2-40B4-BE49-F238E27FC236}">
                <a16:creationId xmlns:a16="http://schemas.microsoft.com/office/drawing/2014/main" id="{8F104137-FD7F-4B67-80B7-01C04EB7C2DA}"/>
              </a:ext>
            </a:extLst>
          </p:cNvPr>
          <p:cNvSpPr/>
          <p:nvPr/>
        </p:nvSpPr>
        <p:spPr>
          <a:xfrm>
            <a:off x="2783775" y="2680959"/>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D77941DC-4CEB-D373-932E-1BA635060FA6}"/>
              </a:ext>
            </a:extLst>
          </p:cNvPr>
          <p:cNvSpPr/>
          <p:nvPr/>
        </p:nvSpPr>
        <p:spPr>
          <a:xfrm>
            <a:off x="3754759" y="2752510"/>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6C716BAF-BFC8-8B16-FA3A-99B028C32A9C}"/>
              </a:ext>
            </a:extLst>
          </p:cNvPr>
          <p:cNvSpPr/>
          <p:nvPr/>
        </p:nvSpPr>
        <p:spPr>
          <a:xfrm>
            <a:off x="6597724" y="2780019"/>
            <a:ext cx="284480"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sp>
        <p:nvSpPr>
          <p:cNvPr id="26" name="文本框 25">
            <a:extLst>
              <a:ext uri="{FF2B5EF4-FFF2-40B4-BE49-F238E27FC236}">
                <a16:creationId xmlns:a16="http://schemas.microsoft.com/office/drawing/2014/main" id="{8AB85B47-4E27-4C0B-4E6B-F1C48C55F78A}"/>
              </a:ext>
            </a:extLst>
          </p:cNvPr>
          <p:cNvSpPr txBox="1"/>
          <p:nvPr/>
        </p:nvSpPr>
        <p:spPr>
          <a:xfrm>
            <a:off x="1426358" y="2268824"/>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chemeClr val="accent6"/>
                </a:solidFill>
                <a:latin typeface="Arial" panose="020B0604020202020204" pitchFamily="34" charset="0"/>
                <a:ea typeface="黑体" panose="02010609060101010101" pitchFamily="49" charset="-122"/>
                <a:cs typeface="Arial" panose="020B0604020202020204" pitchFamily="34" charset="0"/>
              </a:rPr>
              <a:t>10H</a:t>
            </a:r>
            <a:endParaRPr kumimoji="1" lang="zh-CN" altLang="en-US" sz="2400" i="1" dirty="0">
              <a:solidFill>
                <a:schemeClr val="accent6"/>
              </a:solidFill>
              <a:latin typeface="Arial" panose="020B0604020202020204" pitchFamily="34" charset="0"/>
              <a:ea typeface="黑体" panose="02010609060101010101" pitchFamily="49" charset="-122"/>
              <a:cs typeface="Arial" panose="020B0604020202020204" pitchFamily="34" charset="0"/>
            </a:endParaRPr>
          </a:p>
        </p:txBody>
      </p:sp>
      <p:sp>
        <p:nvSpPr>
          <p:cNvPr id="27" name="文本框 26">
            <a:extLst>
              <a:ext uri="{FF2B5EF4-FFF2-40B4-BE49-F238E27FC236}">
                <a16:creationId xmlns:a16="http://schemas.microsoft.com/office/drawing/2014/main" id="{F31614B5-AD92-2571-3D13-7645C9CDF0EA}"/>
              </a:ext>
            </a:extLst>
          </p:cNvPr>
          <p:cNvSpPr txBox="1"/>
          <p:nvPr/>
        </p:nvSpPr>
        <p:spPr>
          <a:xfrm>
            <a:off x="4323108" y="2279695"/>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chemeClr val="accent6"/>
                </a:solidFill>
                <a:latin typeface="Arial" panose="020B0604020202020204" pitchFamily="34" charset="0"/>
                <a:ea typeface="黑体" panose="02010609060101010101" pitchFamily="49" charset="-122"/>
                <a:cs typeface="Arial" panose="020B0604020202020204" pitchFamily="34" charset="0"/>
              </a:rPr>
              <a:t>6H</a:t>
            </a:r>
            <a:endParaRPr kumimoji="1" lang="zh-CN" altLang="en-US" sz="2400" i="1" dirty="0">
              <a:solidFill>
                <a:schemeClr val="accent6"/>
              </a:solidFill>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1CA70D8-8160-6D23-1E80-093726645E1C}"/>
                  </a:ext>
                </a:extLst>
              </p:cNvPr>
              <p:cNvSpPr txBox="1"/>
              <p:nvPr/>
            </p:nvSpPr>
            <p:spPr>
              <a:xfrm>
                <a:off x="1158845" y="4951633"/>
                <a:ext cx="6719212" cy="822661"/>
              </a:xfrm>
              <a:prstGeom prst="rect">
                <a:avLst/>
              </a:prstGeom>
              <a:noFill/>
            </p:spPr>
            <p:txBody>
              <a:bodyPr wrap="none" lIns="0" tIns="0" rIns="0" bIns="0" rtlCol="0">
                <a:spAutoFit/>
              </a:bodyPr>
              <a:lstStyle/>
              <a:p>
                <a:r>
                  <a:rPr kumimoji="1" lang="en-US" altLang="zh-CN" sz="3600" dirty="0"/>
                  <a:t>MTTF</a:t>
                </a:r>
                <a:r>
                  <a:rPr kumimoji="1" lang="zh-CN" altLang="en-US" sz="3600" dirty="0"/>
                  <a:t> </a:t>
                </a:r>
                <a14:m>
                  <m:oMath xmlns:m="http://schemas.openxmlformats.org/officeDocument/2006/math">
                    <m:r>
                      <a:rPr kumimoji="1" lang="en-US" altLang="zh-CN" sz="3600" b="0" i="1" smtClean="0">
                        <a:latin typeface="Cambria Math" panose="02040503050406030204" pitchFamily="18" charset="0"/>
                      </a:rPr>
                      <m:t>=</m:t>
                    </m:r>
                    <m:f>
                      <m:fPr>
                        <m:ctrlPr>
                          <a:rPr kumimoji="1" lang="en-US" altLang="zh-CN" sz="3600" b="0" i="1" smtClean="0">
                            <a:latin typeface="Cambria Math" panose="02040503050406030204" pitchFamily="18" charset="0"/>
                          </a:rPr>
                        </m:ctrlPr>
                      </m:fPr>
                      <m:num>
                        <m:nary>
                          <m:naryPr>
                            <m:chr m:val="∑"/>
                            <m:subHide m:val="on"/>
                            <m:supHide m:val="on"/>
                            <m:ctrlPr>
                              <a:rPr kumimoji="1" lang="en-US" altLang="zh-CN" sz="3600" b="0" i="1" smtClean="0">
                                <a:latin typeface="Cambria Math" panose="02040503050406030204" pitchFamily="18" charset="0"/>
                              </a:rPr>
                            </m:ctrlPr>
                          </m:naryPr>
                          <m:sub/>
                          <m:sup/>
                          <m:e>
                            <m:r>
                              <m:rPr>
                                <m:sty m:val="p"/>
                              </m:rPr>
                              <a:rPr kumimoji="1" lang="en-US" altLang="zh-CN" sz="3600" i="1">
                                <a:latin typeface="Cambria Math" panose="02040503050406030204" pitchFamily="18" charset="0"/>
                              </a:rPr>
                              <m:t>Up</m:t>
                            </m:r>
                            <m:r>
                              <a:rPr kumimoji="1" lang="zh-CN" altLang="en-US" sz="3600" b="0" i="1" smtClean="0">
                                <a:latin typeface="Cambria Math" panose="02040503050406030204" pitchFamily="18" charset="0"/>
                              </a:rPr>
                              <m:t> </m:t>
                            </m:r>
                            <m:r>
                              <m:rPr>
                                <m:sty m:val="p"/>
                              </m:rPr>
                              <a:rPr kumimoji="1" lang="en-US" altLang="zh-CN" sz="3600" b="0" i="0" smtClean="0">
                                <a:latin typeface="Cambria Math" panose="02040503050406030204" pitchFamily="18" charset="0"/>
                              </a:rPr>
                              <m:t>Time</m:t>
                            </m:r>
                          </m:e>
                        </m:nary>
                      </m:num>
                      <m:den>
                        <m:r>
                          <a:rPr kumimoji="1" lang="en-US" altLang="zh-CN" sz="3600" b="0" i="0" smtClean="0">
                            <a:latin typeface="Cambria Math" panose="02040503050406030204" pitchFamily="18" charset="0"/>
                          </a:rPr>
                          <m:t>#</m:t>
                        </m:r>
                        <m:r>
                          <a:rPr kumimoji="1" lang="zh-CN" altLang="en-US" sz="3600" b="0" i="0" smtClean="0">
                            <a:latin typeface="Cambria Math" panose="02040503050406030204" pitchFamily="18" charset="0"/>
                          </a:rPr>
                          <m:t> </m:t>
                        </m:r>
                        <m:r>
                          <m:rPr>
                            <m:sty m:val="p"/>
                          </m:rPr>
                          <a:rPr kumimoji="1" lang="en-US" altLang="zh-CN" sz="3600" b="0" i="0" smtClean="0">
                            <a:latin typeface="Cambria Math" panose="02040503050406030204" pitchFamily="18" charset="0"/>
                          </a:rPr>
                          <m:t>of</m:t>
                        </m:r>
                        <m:r>
                          <a:rPr kumimoji="1" lang="zh-CN" altLang="en-US" sz="3600" b="0" i="0" smtClean="0">
                            <a:latin typeface="Cambria Math" panose="02040503050406030204" pitchFamily="18" charset="0"/>
                          </a:rPr>
                          <m:t> </m:t>
                        </m:r>
                        <m:r>
                          <m:rPr>
                            <m:sty m:val="p"/>
                          </m:rPr>
                          <a:rPr kumimoji="1" lang="en-US" altLang="zh-CN" sz="3600" b="0" i="0" smtClean="0">
                            <a:latin typeface="Cambria Math" panose="02040503050406030204" pitchFamily="18" charset="0"/>
                          </a:rPr>
                          <m:t>failures</m:t>
                        </m:r>
                      </m:den>
                    </m:f>
                    <m:r>
                      <a:rPr kumimoji="1" lang="en-US" altLang="zh-CN" sz="3600" b="0" i="1" smtClean="0">
                        <a:latin typeface="Cambria Math" panose="02040503050406030204" pitchFamily="18" charset="0"/>
                      </a:rPr>
                      <m:t>=</m:t>
                    </m:r>
                    <m:f>
                      <m:fPr>
                        <m:ctrlPr>
                          <a:rPr kumimoji="1" lang="en-US" altLang="zh-CN" sz="3600" b="0" i="1" smtClean="0">
                            <a:latin typeface="Cambria Math" panose="02040503050406030204" pitchFamily="18" charset="0"/>
                          </a:rPr>
                        </m:ctrlPr>
                      </m:fPr>
                      <m:num>
                        <m:r>
                          <a:rPr kumimoji="1" lang="en-US" altLang="zh-CN" sz="3600" b="0" i="1" smtClean="0">
                            <a:latin typeface="Cambria Math" panose="02040503050406030204" pitchFamily="18" charset="0"/>
                          </a:rPr>
                          <m:t>10</m:t>
                        </m:r>
                        <m:r>
                          <a:rPr kumimoji="1" lang="en-US" altLang="zh-CN" sz="3600" b="0" i="1" smtClean="0">
                            <a:latin typeface="Cambria Math" panose="02040503050406030204" pitchFamily="18" charset="0"/>
                          </a:rPr>
                          <m:t>𝐻</m:t>
                        </m:r>
                        <m:r>
                          <a:rPr kumimoji="1" lang="en-US" altLang="zh-CN" sz="3600" b="0" i="1" smtClean="0">
                            <a:latin typeface="Cambria Math" panose="02040503050406030204" pitchFamily="18" charset="0"/>
                          </a:rPr>
                          <m:t>+6</m:t>
                        </m:r>
                        <m:r>
                          <a:rPr kumimoji="1" lang="en-US" altLang="zh-CN" sz="3600" b="0" i="1" smtClean="0">
                            <a:latin typeface="Cambria Math" panose="02040503050406030204" pitchFamily="18" charset="0"/>
                          </a:rPr>
                          <m:t>𝐻</m:t>
                        </m:r>
                      </m:num>
                      <m:den>
                        <m:r>
                          <a:rPr kumimoji="1" lang="en-US" altLang="zh-CN" sz="3600" b="0" i="1" smtClean="0">
                            <a:latin typeface="Cambria Math" panose="02040503050406030204" pitchFamily="18" charset="0"/>
                          </a:rPr>
                          <m:t>2</m:t>
                        </m:r>
                      </m:den>
                    </m:f>
                    <m:r>
                      <a:rPr kumimoji="1" lang="en-US" altLang="zh-CN" sz="3600" b="0" i="1" smtClean="0">
                        <a:latin typeface="Cambria Math" panose="02040503050406030204" pitchFamily="18" charset="0"/>
                      </a:rPr>
                      <m:t>=8</m:t>
                    </m:r>
                    <m:r>
                      <a:rPr kumimoji="1" lang="en-US" altLang="zh-CN" sz="3600" b="0" i="1" smtClean="0">
                        <a:latin typeface="Cambria Math" panose="02040503050406030204" pitchFamily="18" charset="0"/>
                      </a:rPr>
                      <m:t>𝐻</m:t>
                    </m:r>
                  </m:oMath>
                </a14:m>
                <a:endParaRPr kumimoji="1" lang="zh-CN" altLang="en-US" sz="3600" dirty="0"/>
              </a:p>
            </p:txBody>
          </p:sp>
        </mc:Choice>
        <mc:Fallback xmlns="">
          <p:sp>
            <p:nvSpPr>
              <p:cNvPr id="29" name="文本框 28">
                <a:extLst>
                  <a:ext uri="{FF2B5EF4-FFF2-40B4-BE49-F238E27FC236}">
                    <a16:creationId xmlns:a16="http://schemas.microsoft.com/office/drawing/2014/main" id="{01CA70D8-8160-6D23-1E80-093726645E1C}"/>
                  </a:ext>
                </a:extLst>
              </p:cNvPr>
              <p:cNvSpPr txBox="1">
                <a:spLocks noRot="1" noChangeAspect="1" noMove="1" noResize="1" noEditPoints="1" noAdjustHandles="1" noChangeArrowheads="1" noChangeShapeType="1" noTextEdit="1"/>
              </p:cNvSpPr>
              <p:nvPr/>
            </p:nvSpPr>
            <p:spPr>
              <a:xfrm>
                <a:off x="1158845" y="4951633"/>
                <a:ext cx="6719212" cy="822661"/>
              </a:xfrm>
              <a:prstGeom prst="rect">
                <a:avLst/>
              </a:prstGeom>
              <a:blipFill>
                <a:blip r:embed="rId3"/>
                <a:stretch>
                  <a:fillRect l="-4151" t="-81818" r="-1132" b="-75758"/>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AB0ADD63-54E3-7914-1E81-E239412426C1}"/>
              </a:ext>
            </a:extLst>
          </p:cNvPr>
          <p:cNvSpPr/>
          <p:nvPr/>
        </p:nvSpPr>
        <p:spPr>
          <a:xfrm>
            <a:off x="833971" y="2776300"/>
            <a:ext cx="284481"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cxnSp>
        <p:nvCxnSpPr>
          <p:cNvPr id="31" name="直线连接符 30">
            <a:extLst>
              <a:ext uri="{FF2B5EF4-FFF2-40B4-BE49-F238E27FC236}">
                <a16:creationId xmlns:a16="http://schemas.microsoft.com/office/drawing/2014/main" id="{05E0AF54-00A1-1B6A-3204-DEE615732582}"/>
              </a:ext>
            </a:extLst>
          </p:cNvPr>
          <p:cNvCxnSpPr>
            <a:cxnSpLocks/>
          </p:cNvCxnSpPr>
          <p:nvPr/>
        </p:nvCxnSpPr>
        <p:spPr>
          <a:xfrm>
            <a:off x="1131643" y="3233500"/>
            <a:ext cx="0" cy="553969"/>
          </a:xfrm>
          <a:prstGeom prst="line">
            <a:avLst/>
          </a:prstGeom>
          <a:ln w="508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264F851D-1176-C5C7-3C9D-F25923F8F730}"/>
              </a:ext>
            </a:extLst>
          </p:cNvPr>
          <p:cNvCxnSpPr>
            <a:cxnSpLocks/>
          </p:cNvCxnSpPr>
          <p:nvPr/>
        </p:nvCxnSpPr>
        <p:spPr>
          <a:xfrm>
            <a:off x="2859696" y="3208349"/>
            <a:ext cx="0" cy="579120"/>
          </a:xfrm>
          <a:prstGeom prst="line">
            <a:avLst/>
          </a:prstGeom>
          <a:ln w="5080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B03A109E-30C4-E42E-BAE6-58B4AC6D76DD}"/>
              </a:ext>
            </a:extLst>
          </p:cNvPr>
          <p:cNvSpPr txBox="1"/>
          <p:nvPr/>
        </p:nvSpPr>
        <p:spPr>
          <a:xfrm>
            <a:off x="1400893" y="3882205"/>
            <a:ext cx="2635226" cy="461665"/>
          </a:xfrm>
          <a:prstGeom prst="rect">
            <a:avLst/>
          </a:prstGeom>
          <a:noFill/>
        </p:spPr>
        <p:txBody>
          <a:bodyPr wrap="square" rtlCol="0">
            <a:spAutoFit/>
          </a:bodyPr>
          <a:lstStyle/>
          <a:p>
            <a:pPr defTabSz="914400">
              <a:spcBef>
                <a:spcPts val="1000"/>
              </a:spcBef>
              <a:buSzPct val="100000"/>
            </a:pPr>
            <a:r>
              <a:rPr kumimoji="1" lang="en-US" altLang="zh-CN" sz="2400" dirty="0">
                <a:solidFill>
                  <a:schemeClr val="accent6"/>
                </a:solidFill>
                <a:latin typeface="Arial" panose="020B0604020202020204" pitchFamily="34" charset="0"/>
                <a:ea typeface="黑体" panose="02010609060101010101" pitchFamily="49" charset="-122"/>
                <a:cs typeface="Arial" panose="020B0604020202020204" pitchFamily="34" charset="0"/>
              </a:rPr>
              <a:t>Up</a:t>
            </a:r>
            <a:r>
              <a:rPr kumimoji="1" lang="zh-CN" altLang="en-US" sz="2400" dirty="0">
                <a:solidFill>
                  <a:schemeClr val="accent6"/>
                </a:solidFill>
                <a:latin typeface="Arial" panose="020B0604020202020204" pitchFamily="34" charset="0"/>
                <a:ea typeface="黑体" panose="02010609060101010101" pitchFamily="49" charset="-122"/>
                <a:cs typeface="Arial" panose="020B0604020202020204" pitchFamily="34" charset="0"/>
              </a:rPr>
              <a:t> </a:t>
            </a:r>
            <a:r>
              <a:rPr kumimoji="1" lang="en-US" altLang="zh-CN" sz="2400" dirty="0">
                <a:solidFill>
                  <a:schemeClr val="accent6"/>
                </a:solidFill>
                <a:latin typeface="Arial" panose="020B0604020202020204" pitchFamily="34" charset="0"/>
                <a:ea typeface="黑体" panose="02010609060101010101" pitchFamily="49" charset="-122"/>
                <a:cs typeface="Arial" panose="020B0604020202020204" pitchFamily="34" charset="0"/>
              </a:rPr>
              <a:t>Time</a:t>
            </a:r>
            <a:endParaRPr kumimoji="1" lang="zh-CN" altLang="en-US" sz="2400" dirty="0">
              <a:solidFill>
                <a:schemeClr val="accent6"/>
              </a:solidFill>
              <a:latin typeface="Arial" panose="020B0604020202020204" pitchFamily="34" charset="0"/>
              <a:ea typeface="黑体" panose="02010609060101010101" pitchFamily="49" charset="-122"/>
              <a:cs typeface="Arial" panose="020B0604020202020204" pitchFamily="34" charset="0"/>
            </a:endParaRPr>
          </a:p>
        </p:txBody>
      </p:sp>
      <p:cxnSp>
        <p:nvCxnSpPr>
          <p:cNvPr id="9" name="直线连接符 8">
            <a:extLst>
              <a:ext uri="{FF2B5EF4-FFF2-40B4-BE49-F238E27FC236}">
                <a16:creationId xmlns:a16="http://schemas.microsoft.com/office/drawing/2014/main" id="{7B281DB5-260F-98E2-04D4-D7322D208C7A}"/>
              </a:ext>
            </a:extLst>
          </p:cNvPr>
          <p:cNvCxnSpPr>
            <a:cxnSpLocks/>
          </p:cNvCxnSpPr>
          <p:nvPr/>
        </p:nvCxnSpPr>
        <p:spPr>
          <a:xfrm flipH="1">
            <a:off x="1242241" y="3785258"/>
            <a:ext cx="1541534" cy="0"/>
          </a:xfrm>
          <a:prstGeom prst="line">
            <a:avLst/>
          </a:prstGeom>
          <a:ln w="50800">
            <a:solidFill>
              <a:schemeClr val="accent6"/>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773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MTTR</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a:xfrm>
            <a:off x="279700" y="1075765"/>
            <a:ext cx="8659905" cy="5279170"/>
          </a:xfrm>
        </p:spPr>
        <p:txBody>
          <a:bodyPr>
            <a:normAutofit/>
          </a:bodyPr>
          <a:lstStyle/>
          <a:p>
            <a:r>
              <a:rPr kumimoji="1" lang="en-US" altLang="zh-CN" dirty="0"/>
              <a:t>Mean</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repair</a:t>
            </a:r>
            <a:r>
              <a:rPr kumimoji="1" lang="zh-CN" altLang="en-US" dirty="0"/>
              <a:t> </a:t>
            </a:r>
            <a:r>
              <a:rPr kumimoji="1" lang="en-US" altLang="zh-CN" dirty="0"/>
              <a:t>(MTTR)</a:t>
            </a:r>
            <a:r>
              <a:rPr kumimoji="1" lang="zh-CN" altLang="en-US" dirty="0"/>
              <a:t>，平均修复时间</a:t>
            </a:r>
            <a:endParaRPr kumimoji="1" lang="en-US" altLang="zh-CN" dirty="0"/>
          </a:p>
          <a:p>
            <a:pPr lvl="1"/>
            <a:r>
              <a:rPr kumimoji="1" lang="zh-CN" altLang="en-US" dirty="0"/>
              <a:t>修复一个失效部件所需的平均时间</a:t>
            </a:r>
            <a:endParaRPr kumimoji="1" lang="en-US" altLang="zh-CN" dirty="0"/>
          </a:p>
          <a:p>
            <a:pPr lvl="1"/>
            <a:r>
              <a:rPr kumimoji="1" lang="zh-CN" altLang="en-US" dirty="0"/>
              <a:t>对存储设备而言，容量越大，</a:t>
            </a:r>
            <a:r>
              <a:rPr kumimoji="1" lang="en-US" altLang="zh-CN" dirty="0"/>
              <a:t>MTTR</a:t>
            </a:r>
            <a:r>
              <a:rPr kumimoji="1" lang="zh-CN" altLang="en-US" dirty="0"/>
              <a:t> 通常会越长</a:t>
            </a:r>
            <a:endParaRPr kumimoji="1" lang="en-US" altLang="zh-CN" dirty="0"/>
          </a:p>
          <a:p>
            <a:pPr lvl="1"/>
            <a:r>
              <a:rPr kumimoji="1" lang="zh-CN" altLang="en-US" dirty="0"/>
              <a:t>其中 </a:t>
            </a:r>
            <a:r>
              <a:rPr kumimoji="1" lang="en-US" altLang="zh-CN" dirty="0"/>
              <a:t>MTTR</a:t>
            </a:r>
            <a:r>
              <a:rPr kumimoji="1" lang="zh-CN" altLang="en-US" dirty="0"/>
              <a:t> 可用于衡量 </a:t>
            </a:r>
            <a:r>
              <a:rPr kumimoji="1" lang="en-US" altLang="zh-CN" i="1" dirty="0">
                <a:solidFill>
                  <a:schemeClr val="accent1"/>
                </a:solidFill>
              </a:rPr>
              <a:t>Maintainability</a:t>
            </a:r>
          </a:p>
          <a:p>
            <a:pPr lvl="2"/>
            <a:r>
              <a:rPr kumimoji="1" lang="zh-CN" altLang="en-US" dirty="0"/>
              <a:t>系统从</a:t>
            </a:r>
            <a:r>
              <a:rPr kumimoji="1" lang="en-US" altLang="zh-CN" dirty="0"/>
              <a:t>failure</a:t>
            </a:r>
            <a:r>
              <a:rPr kumimoji="1" lang="zh-CN" altLang="en-US" dirty="0"/>
              <a:t>中恢复快慢的指标</a:t>
            </a:r>
            <a:endParaRPr kumimoji="1" lang="en-US" altLang="zh-CN" dirty="0"/>
          </a:p>
          <a:p>
            <a:pPr lvl="1"/>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p:txBody>
      </p:sp>
      <p:sp>
        <p:nvSpPr>
          <p:cNvPr id="4" name="灯片编号占位符 3"/>
          <p:cNvSpPr>
            <a:spLocks noGrp="1"/>
          </p:cNvSpPr>
          <p:nvPr>
            <p:ph type="sldNum" sz="quarter" idx="12"/>
          </p:nvPr>
        </p:nvSpPr>
        <p:spPr>
          <a:xfrm>
            <a:off x="6882205" y="5989810"/>
            <a:ext cx="2057400" cy="365125"/>
          </a:xfrm>
        </p:spPr>
        <p:txBody>
          <a:bodyPr/>
          <a:lstStyle/>
          <a:p>
            <a:fld id="{F38DF745-7D3F-47F4-83A3-874385CFAA69}" type="slidenum">
              <a:rPr lang="en-US" smtClean="0"/>
              <a:pPr/>
              <a:t>11</a:t>
            </a:fld>
            <a:endParaRPr lang="en-US" dirty="0"/>
          </a:p>
        </p:txBody>
      </p:sp>
      <p:sp>
        <p:nvSpPr>
          <p:cNvPr id="13" name="文本框 12">
            <a:extLst>
              <a:ext uri="{FF2B5EF4-FFF2-40B4-BE49-F238E27FC236}">
                <a16:creationId xmlns:a16="http://schemas.microsoft.com/office/drawing/2014/main" id="{1CC971EF-7057-E3E9-AC57-981885598D92}"/>
              </a:ext>
            </a:extLst>
          </p:cNvPr>
          <p:cNvSpPr txBox="1"/>
          <p:nvPr/>
        </p:nvSpPr>
        <p:spPr>
          <a:xfrm>
            <a:off x="2592676" y="5024305"/>
            <a:ext cx="1917747" cy="461665"/>
          </a:xfrm>
          <a:prstGeom prst="rect">
            <a:avLst/>
          </a:prstGeom>
          <a:noFill/>
        </p:spPr>
        <p:txBody>
          <a:bodyPr wrap="square" rtlCol="0">
            <a:spAutoFit/>
          </a:bodyPr>
          <a:lstStyle/>
          <a:p>
            <a:pPr defTabSz="914400">
              <a:spcBef>
                <a:spcPts val="1000"/>
              </a:spcBef>
              <a:buSzPct val="100000"/>
            </a:pPr>
            <a:r>
              <a:rPr kumimoji="1" lang="en-US" altLang="zh-CN" sz="2400" dirty="0">
                <a:solidFill>
                  <a:schemeClr val="accent1"/>
                </a:solidFill>
                <a:latin typeface="Arial" panose="020B0604020202020204" pitchFamily="34" charset="0"/>
                <a:ea typeface="黑体" panose="02010609060101010101" pitchFamily="49" charset="-122"/>
                <a:cs typeface="Arial" panose="020B0604020202020204" pitchFamily="34" charset="0"/>
              </a:rPr>
              <a:t>Repair</a:t>
            </a:r>
            <a:r>
              <a:rPr kumimoji="1" lang="zh-CN" altLang="en-US" sz="2400" dirty="0">
                <a:solidFill>
                  <a:schemeClr val="accent1"/>
                </a:solidFill>
                <a:latin typeface="Arial" panose="020B0604020202020204" pitchFamily="34" charset="0"/>
                <a:ea typeface="黑体" panose="02010609060101010101" pitchFamily="49" charset="-122"/>
                <a:cs typeface="Arial" panose="020B0604020202020204" pitchFamily="34" charset="0"/>
              </a:rPr>
              <a:t> </a:t>
            </a:r>
            <a:r>
              <a:rPr kumimoji="1" lang="en-US" altLang="zh-CN" sz="2400" dirty="0">
                <a:solidFill>
                  <a:schemeClr val="accent1"/>
                </a:solidFill>
                <a:latin typeface="Arial" panose="020B0604020202020204" pitchFamily="34" charset="0"/>
                <a:ea typeface="黑体" panose="02010609060101010101" pitchFamily="49" charset="-122"/>
                <a:cs typeface="Arial" panose="020B0604020202020204" pitchFamily="34" charset="0"/>
              </a:rPr>
              <a:t>Time</a:t>
            </a:r>
            <a:endParaRPr kumimoji="1" lang="zh-CN" altLang="en-US" sz="2400" dirty="0">
              <a:solidFill>
                <a:schemeClr val="accent1"/>
              </a:solidFill>
              <a:latin typeface="Arial" panose="020B0604020202020204" pitchFamily="34" charset="0"/>
              <a:ea typeface="黑体" panose="02010609060101010101" pitchFamily="49" charset="-122"/>
              <a:cs typeface="Arial" panose="020B0604020202020204" pitchFamily="34" charset="0"/>
            </a:endParaRPr>
          </a:p>
        </p:txBody>
      </p:sp>
      <p:sp>
        <p:nvSpPr>
          <p:cNvPr id="22" name="矩形 21">
            <a:extLst>
              <a:ext uri="{FF2B5EF4-FFF2-40B4-BE49-F238E27FC236}">
                <a16:creationId xmlns:a16="http://schemas.microsoft.com/office/drawing/2014/main" id="{B6849124-1186-497A-E1BB-3DC084EACD3C}"/>
              </a:ext>
            </a:extLst>
          </p:cNvPr>
          <p:cNvSpPr/>
          <p:nvPr/>
        </p:nvSpPr>
        <p:spPr>
          <a:xfrm>
            <a:off x="1121484" y="3738642"/>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23" name="矩形 22">
            <a:extLst>
              <a:ext uri="{FF2B5EF4-FFF2-40B4-BE49-F238E27FC236}">
                <a16:creationId xmlns:a16="http://schemas.microsoft.com/office/drawing/2014/main" id="{D32D625E-3F06-9798-9333-70FC61BD01BD}"/>
              </a:ext>
            </a:extLst>
          </p:cNvPr>
          <p:cNvSpPr/>
          <p:nvPr/>
        </p:nvSpPr>
        <p:spPr>
          <a:xfrm>
            <a:off x="2895322" y="3738642"/>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26" name="矩形 25">
            <a:extLst>
              <a:ext uri="{FF2B5EF4-FFF2-40B4-BE49-F238E27FC236}">
                <a16:creationId xmlns:a16="http://schemas.microsoft.com/office/drawing/2014/main" id="{6CBDAAC0-EBC8-FC25-4DB2-C6BB1CC609A6}"/>
              </a:ext>
            </a:extLst>
          </p:cNvPr>
          <p:cNvSpPr/>
          <p:nvPr/>
        </p:nvSpPr>
        <p:spPr>
          <a:xfrm>
            <a:off x="3864684" y="3738642"/>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27" name="矩形 26">
            <a:extLst>
              <a:ext uri="{FF2B5EF4-FFF2-40B4-BE49-F238E27FC236}">
                <a16:creationId xmlns:a16="http://schemas.microsoft.com/office/drawing/2014/main" id="{50A076F3-3352-A140-63AE-7F264AA34482}"/>
              </a:ext>
            </a:extLst>
          </p:cNvPr>
          <p:cNvSpPr/>
          <p:nvPr/>
        </p:nvSpPr>
        <p:spPr>
          <a:xfrm>
            <a:off x="5638522" y="3738642"/>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28" name="矩形 27">
            <a:extLst>
              <a:ext uri="{FF2B5EF4-FFF2-40B4-BE49-F238E27FC236}">
                <a16:creationId xmlns:a16="http://schemas.microsoft.com/office/drawing/2014/main" id="{6A7069DF-6AB0-F23C-E626-7BB89FB19ADC}"/>
              </a:ext>
            </a:extLst>
          </p:cNvPr>
          <p:cNvSpPr/>
          <p:nvPr/>
        </p:nvSpPr>
        <p:spPr>
          <a:xfrm>
            <a:off x="2793936" y="3639582"/>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矩形 28">
            <a:extLst>
              <a:ext uri="{FF2B5EF4-FFF2-40B4-BE49-F238E27FC236}">
                <a16:creationId xmlns:a16="http://schemas.microsoft.com/office/drawing/2014/main" id="{262B8D78-2E52-443B-998E-1D64978C6E36}"/>
              </a:ext>
            </a:extLst>
          </p:cNvPr>
          <p:cNvSpPr/>
          <p:nvPr/>
        </p:nvSpPr>
        <p:spPr>
          <a:xfrm>
            <a:off x="3764920" y="3711133"/>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42B9DF49-6684-BF42-E18D-710233D30D82}"/>
              </a:ext>
            </a:extLst>
          </p:cNvPr>
          <p:cNvSpPr/>
          <p:nvPr/>
        </p:nvSpPr>
        <p:spPr>
          <a:xfrm>
            <a:off x="6607885" y="3738642"/>
            <a:ext cx="284480"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sp>
        <p:nvSpPr>
          <p:cNvPr id="31" name="矩形 30">
            <a:extLst>
              <a:ext uri="{FF2B5EF4-FFF2-40B4-BE49-F238E27FC236}">
                <a16:creationId xmlns:a16="http://schemas.microsoft.com/office/drawing/2014/main" id="{C0ACBEDE-1D89-C0F9-BAE2-B5D2B1852AA2}"/>
              </a:ext>
            </a:extLst>
          </p:cNvPr>
          <p:cNvSpPr/>
          <p:nvPr/>
        </p:nvSpPr>
        <p:spPr>
          <a:xfrm>
            <a:off x="844132" y="3734923"/>
            <a:ext cx="284481"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cxnSp>
        <p:nvCxnSpPr>
          <p:cNvPr id="32" name="直线连接符 31">
            <a:extLst>
              <a:ext uri="{FF2B5EF4-FFF2-40B4-BE49-F238E27FC236}">
                <a16:creationId xmlns:a16="http://schemas.microsoft.com/office/drawing/2014/main" id="{368B758B-4093-624A-8B7E-CF4584D41BD1}"/>
              </a:ext>
            </a:extLst>
          </p:cNvPr>
          <p:cNvCxnSpPr>
            <a:cxnSpLocks/>
          </p:cNvCxnSpPr>
          <p:nvPr/>
        </p:nvCxnSpPr>
        <p:spPr>
          <a:xfrm>
            <a:off x="3836040" y="4039723"/>
            <a:ext cx="0" cy="553969"/>
          </a:xfrm>
          <a:prstGeom prst="line">
            <a:avLst/>
          </a:prstGeom>
          <a:ln w="508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32625781-03A6-799E-8C14-56FF465B58D5}"/>
              </a:ext>
            </a:extLst>
          </p:cNvPr>
          <p:cNvCxnSpPr>
            <a:cxnSpLocks/>
          </p:cNvCxnSpPr>
          <p:nvPr/>
        </p:nvCxnSpPr>
        <p:spPr>
          <a:xfrm>
            <a:off x="2922133" y="4039972"/>
            <a:ext cx="0" cy="579120"/>
          </a:xfrm>
          <a:prstGeom prst="line">
            <a:avLst/>
          </a:prstGeom>
          <a:ln w="50800">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86505935-006E-5054-F9D7-45C1A687D0F8}"/>
              </a:ext>
            </a:extLst>
          </p:cNvPr>
          <p:cNvCxnSpPr>
            <a:cxnSpLocks/>
          </p:cNvCxnSpPr>
          <p:nvPr/>
        </p:nvCxnSpPr>
        <p:spPr>
          <a:xfrm flipH="1">
            <a:off x="2878001" y="4808998"/>
            <a:ext cx="986683" cy="0"/>
          </a:xfrm>
          <a:prstGeom prst="line">
            <a:avLst/>
          </a:prstGeom>
          <a:ln w="50800">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18389A28-9852-9A6D-48E4-6D97BABDE16E}"/>
                  </a:ext>
                </a:extLst>
              </p:cNvPr>
              <p:cNvSpPr txBox="1"/>
              <p:nvPr/>
            </p:nvSpPr>
            <p:spPr>
              <a:xfrm>
                <a:off x="986372" y="5701276"/>
                <a:ext cx="6566285" cy="8330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latin typeface="Cambria Math" panose="02040503050406030204" pitchFamily="18" charset="0"/>
                        </a:rPr>
                        <m:t>𝑀𝑇𝑇𝑅</m:t>
                      </m:r>
                      <m:r>
                        <a:rPr kumimoji="1" lang="en-US" altLang="zh-CN" sz="2800" b="0" i="1" smtClean="0">
                          <a:latin typeface="Cambria Math" panose="02040503050406030204" pitchFamily="18" charset="0"/>
                        </a:rPr>
                        <m:t>= </m:t>
                      </m:r>
                      <m:f>
                        <m:fPr>
                          <m:ctrlPr>
                            <a:rPr kumimoji="1" lang="en-US" altLang="zh-CN" sz="2800" b="0" i="1" smtClean="0">
                              <a:latin typeface="Cambria Math" panose="02040503050406030204" pitchFamily="18" charset="0"/>
                            </a:rPr>
                          </m:ctrlPr>
                        </m:fPr>
                        <m:num>
                          <m:nary>
                            <m:naryPr>
                              <m:chr m:val="∑"/>
                              <m:subHide m:val="on"/>
                              <m:supHide m:val="on"/>
                              <m:ctrlPr>
                                <a:rPr kumimoji="1" lang="en-US" altLang="zh-CN" sz="2800" b="0" i="1" smtClean="0">
                                  <a:latin typeface="Cambria Math" panose="02040503050406030204" pitchFamily="18" charset="0"/>
                                </a:rPr>
                              </m:ctrlPr>
                            </m:naryPr>
                            <m:sub/>
                            <m:sup/>
                            <m:e>
                              <m:r>
                                <m:rPr>
                                  <m:sty m:val="p"/>
                                </m:rPr>
                                <a:rPr kumimoji="1" lang="en-US" altLang="zh-CN" sz="2800" b="0" i="0" smtClean="0">
                                  <a:latin typeface="Cambria Math" panose="02040503050406030204" pitchFamily="18" charset="0"/>
                                </a:rPr>
                                <m:t>Repair</m:t>
                              </m:r>
                              <m:r>
                                <a:rPr kumimoji="1" lang="zh-CN" altLang="en-US" sz="2800" b="0" i="0" smtClean="0">
                                  <a:latin typeface="Cambria Math" panose="02040503050406030204" pitchFamily="18" charset="0"/>
                                </a:rPr>
                                <m:t> </m:t>
                              </m:r>
                              <m:r>
                                <m:rPr>
                                  <m:sty m:val="p"/>
                                </m:rPr>
                                <a:rPr kumimoji="1" lang="en-US" altLang="zh-CN" sz="2800" b="0" i="0" smtClean="0">
                                  <a:latin typeface="Cambria Math" panose="02040503050406030204" pitchFamily="18" charset="0"/>
                                </a:rPr>
                                <m:t>Time</m:t>
                              </m:r>
                            </m:e>
                          </m:nary>
                        </m:num>
                        <m:den>
                          <m:r>
                            <a:rPr kumimoji="1" lang="en-US" altLang="zh-CN" sz="2800" b="0" i="1" smtClean="0">
                              <a:latin typeface="Cambria Math" panose="02040503050406030204" pitchFamily="18" charset="0"/>
                            </a:rPr>
                            <m:t>#</m:t>
                          </m:r>
                          <m:r>
                            <a:rPr kumimoji="1" lang="zh-CN" altLang="en-US" sz="2800" b="0" i="1" smtClean="0">
                              <a:latin typeface="Cambria Math" panose="02040503050406030204" pitchFamily="18" charset="0"/>
                            </a:rPr>
                            <m:t> </m:t>
                          </m:r>
                          <m:r>
                            <m:rPr>
                              <m:sty m:val="p"/>
                            </m:rPr>
                            <a:rPr kumimoji="1" lang="en-US" altLang="zh-CN" sz="2800" b="0" i="0" smtClean="0">
                              <a:latin typeface="Cambria Math" panose="02040503050406030204" pitchFamily="18" charset="0"/>
                            </a:rPr>
                            <m:t>of</m:t>
                          </m:r>
                          <m:r>
                            <a:rPr kumimoji="1" lang="zh-CN" altLang="en-US" sz="2800" b="0" i="0" smtClean="0">
                              <a:latin typeface="Cambria Math" panose="02040503050406030204" pitchFamily="18" charset="0"/>
                            </a:rPr>
                            <m:t> </m:t>
                          </m:r>
                          <m:r>
                            <m:rPr>
                              <m:sty m:val="p"/>
                            </m:rPr>
                            <a:rPr kumimoji="1" lang="en-US" altLang="zh-CN" sz="2800" b="0" i="0" smtClean="0">
                              <a:latin typeface="Cambria Math" panose="02040503050406030204" pitchFamily="18" charset="0"/>
                            </a:rPr>
                            <m:t>failures</m:t>
                          </m:r>
                        </m:den>
                      </m:f>
                      <m:r>
                        <a:rPr kumimoji="1" lang="en-US" altLang="zh-CN" sz="2800" b="0" i="1" smtClean="0">
                          <a:latin typeface="Cambria Math" panose="02040503050406030204" pitchFamily="18" charset="0"/>
                        </a:rPr>
                        <m:t>=</m:t>
                      </m:r>
                      <m:f>
                        <m:fPr>
                          <m:ctrlPr>
                            <a:rPr kumimoji="1" lang="en-US" altLang="zh-CN" sz="2800" b="0" i="1" smtClean="0">
                              <a:latin typeface="Cambria Math" panose="02040503050406030204" pitchFamily="18" charset="0"/>
                            </a:rPr>
                          </m:ctrlPr>
                        </m:fPr>
                        <m:num>
                          <m:r>
                            <a:rPr kumimoji="1" lang="en-US" altLang="zh-CN" sz="2800" b="0" i="1" smtClean="0">
                              <a:latin typeface="Cambria Math" panose="02040503050406030204" pitchFamily="18" charset="0"/>
                            </a:rPr>
                            <m:t>1</m:t>
                          </m:r>
                          <m:r>
                            <a:rPr kumimoji="1" lang="en-US" altLang="zh-CN" sz="2800" b="0" i="1" smtClean="0">
                              <a:latin typeface="Cambria Math" panose="02040503050406030204" pitchFamily="18" charset="0"/>
                            </a:rPr>
                            <m:t>𝐻</m:t>
                          </m:r>
                          <m:r>
                            <a:rPr kumimoji="1" lang="en-US" altLang="zh-CN" sz="2800" b="0" i="1" smtClean="0">
                              <a:latin typeface="Cambria Math" panose="02040503050406030204" pitchFamily="18" charset="0"/>
                            </a:rPr>
                            <m:t>+3</m:t>
                          </m:r>
                          <m:r>
                            <a:rPr kumimoji="1" lang="en-US" altLang="zh-CN" sz="2800" b="0" i="1" smtClean="0">
                              <a:latin typeface="Cambria Math" panose="02040503050406030204" pitchFamily="18" charset="0"/>
                            </a:rPr>
                            <m:t>𝐻</m:t>
                          </m:r>
                        </m:num>
                        <m:den>
                          <m:r>
                            <a:rPr kumimoji="1" lang="en-US" altLang="zh-CN" sz="2800" b="0" i="1" smtClean="0">
                              <a:latin typeface="Cambria Math" panose="02040503050406030204" pitchFamily="18" charset="0"/>
                            </a:rPr>
                            <m:t>2</m:t>
                          </m:r>
                        </m:den>
                      </m:f>
                      <m:r>
                        <a:rPr kumimoji="1" lang="en-US" altLang="zh-CN" sz="2800" b="0" i="1" smtClean="0">
                          <a:latin typeface="Cambria Math" panose="02040503050406030204" pitchFamily="18" charset="0"/>
                        </a:rPr>
                        <m:t>=2</m:t>
                      </m:r>
                      <m:r>
                        <a:rPr kumimoji="1" lang="en-US" altLang="zh-CN" sz="2800" b="0" i="1" smtClean="0">
                          <a:latin typeface="Cambria Math" panose="02040503050406030204" pitchFamily="18" charset="0"/>
                        </a:rPr>
                        <m:t>𝐻</m:t>
                      </m:r>
                    </m:oMath>
                  </m:oMathPara>
                </a14:m>
                <a:endParaRPr kumimoji="1" lang="zh-CN" altLang="en-US" sz="2800" dirty="0"/>
              </a:p>
            </p:txBody>
          </p:sp>
        </mc:Choice>
        <mc:Fallback xmlns="">
          <p:sp>
            <p:nvSpPr>
              <p:cNvPr id="36" name="文本框 35">
                <a:extLst>
                  <a:ext uri="{FF2B5EF4-FFF2-40B4-BE49-F238E27FC236}">
                    <a16:creationId xmlns:a16="http://schemas.microsoft.com/office/drawing/2014/main" id="{18389A28-9852-9A6D-48E4-6D97BABDE16E}"/>
                  </a:ext>
                </a:extLst>
              </p:cNvPr>
              <p:cNvSpPr txBox="1">
                <a:spLocks noRot="1" noChangeAspect="1" noMove="1" noResize="1" noEditPoints="1" noAdjustHandles="1" noChangeArrowheads="1" noChangeShapeType="1" noTextEdit="1"/>
              </p:cNvSpPr>
              <p:nvPr/>
            </p:nvSpPr>
            <p:spPr>
              <a:xfrm>
                <a:off x="986372" y="5701276"/>
                <a:ext cx="6566285" cy="833049"/>
              </a:xfrm>
              <a:prstGeom prst="rect">
                <a:avLst/>
              </a:prstGeom>
              <a:blipFill>
                <a:blip r:embed="rId2"/>
                <a:stretch>
                  <a:fillRect l="-772" t="-86567" r="-772" b="-76119"/>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44B4488A-766C-61E5-2D13-184CFE2483C4}"/>
              </a:ext>
            </a:extLst>
          </p:cNvPr>
          <p:cNvSpPr txBox="1"/>
          <p:nvPr/>
        </p:nvSpPr>
        <p:spPr>
          <a:xfrm>
            <a:off x="3066058" y="3247417"/>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rgbClr val="7030A0"/>
                </a:solidFill>
                <a:latin typeface="Arial" panose="020B0604020202020204" pitchFamily="34" charset="0"/>
                <a:ea typeface="黑体" panose="02010609060101010101" pitchFamily="49" charset="-122"/>
                <a:cs typeface="Arial" panose="020B0604020202020204" pitchFamily="34" charset="0"/>
              </a:rPr>
              <a:t>1H</a:t>
            </a:r>
            <a:endParaRPr kumimoji="1" lang="zh-CN" altLang="en-US" sz="2400" i="1" dirty="0">
              <a:solidFill>
                <a:srgbClr val="7030A0"/>
              </a:solidFill>
              <a:latin typeface="Arial" panose="020B0604020202020204" pitchFamily="34" charset="0"/>
              <a:ea typeface="黑体" panose="02010609060101010101" pitchFamily="49" charset="-122"/>
              <a:cs typeface="Arial" panose="020B0604020202020204" pitchFamily="34" charset="0"/>
            </a:endParaRPr>
          </a:p>
        </p:txBody>
      </p:sp>
      <p:sp>
        <p:nvSpPr>
          <p:cNvPr id="38" name="文本框 37">
            <a:extLst>
              <a:ext uri="{FF2B5EF4-FFF2-40B4-BE49-F238E27FC236}">
                <a16:creationId xmlns:a16="http://schemas.microsoft.com/office/drawing/2014/main" id="{B10BCE7B-2214-98D9-1B76-BF27E0FE6BD7}"/>
              </a:ext>
            </a:extLst>
          </p:cNvPr>
          <p:cNvSpPr txBox="1"/>
          <p:nvPr/>
        </p:nvSpPr>
        <p:spPr>
          <a:xfrm>
            <a:off x="5888805" y="3258578"/>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rgbClr val="7030A0"/>
                </a:solidFill>
                <a:latin typeface="Arial" panose="020B0604020202020204" pitchFamily="34" charset="0"/>
                <a:ea typeface="黑体" panose="02010609060101010101" pitchFamily="49" charset="-122"/>
                <a:cs typeface="Arial" panose="020B0604020202020204" pitchFamily="34" charset="0"/>
              </a:rPr>
              <a:t>3H</a:t>
            </a:r>
            <a:endParaRPr kumimoji="1" lang="zh-CN" altLang="en-US" sz="2400" i="1" dirty="0">
              <a:solidFill>
                <a:srgbClr val="7030A0"/>
              </a:solidFill>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4149562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MTBF</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Mean</a:t>
            </a:r>
            <a:r>
              <a:rPr kumimoji="1" lang="zh-CN" altLang="en-US" dirty="0"/>
              <a:t> </a:t>
            </a:r>
            <a:r>
              <a:rPr kumimoji="1" lang="en-US" altLang="zh-CN" dirty="0"/>
              <a:t>time</a:t>
            </a:r>
            <a:r>
              <a:rPr kumimoji="1" lang="zh-CN" altLang="en-US" dirty="0"/>
              <a:t> </a:t>
            </a:r>
            <a:r>
              <a:rPr kumimoji="1" lang="en-US" altLang="zh-CN" dirty="0"/>
              <a:t>between</a:t>
            </a:r>
            <a:r>
              <a:rPr kumimoji="1" lang="zh-CN" altLang="en-US" dirty="0"/>
              <a:t> </a:t>
            </a:r>
            <a:r>
              <a:rPr kumimoji="1" lang="en-US" altLang="zh-CN" dirty="0"/>
              <a:t>failure</a:t>
            </a:r>
            <a:r>
              <a:rPr kumimoji="1" lang="zh-CN" altLang="en-US" dirty="0"/>
              <a:t> </a:t>
            </a:r>
            <a:r>
              <a:rPr kumimoji="1" lang="en-US" altLang="zh-CN" dirty="0"/>
              <a:t>(MTBF)</a:t>
            </a:r>
            <a:r>
              <a:rPr kumimoji="1" lang="zh-CN" altLang="en-US" dirty="0"/>
              <a:t>，平均失效间隔时间</a:t>
            </a:r>
            <a:endParaRPr kumimoji="1" lang="en-US" altLang="zh-CN" dirty="0"/>
          </a:p>
          <a:p>
            <a:pPr lvl="1"/>
            <a:r>
              <a:rPr kumimoji="1" lang="zh-CN" altLang="en-US" dirty="0"/>
              <a:t>一般而言，</a:t>
            </a:r>
            <a:r>
              <a:rPr kumimoji="1" lang="en-US" altLang="zh-CN" dirty="0"/>
              <a:t>MTBF</a:t>
            </a:r>
            <a:r>
              <a:rPr kumimoji="1" lang="zh-CN" altLang="en-US" dirty="0"/>
              <a:t>越大，意味着固定时间窗口下，系统发生的失效次数越少</a:t>
            </a:r>
            <a:endParaRPr kumimoji="1" lang="en-US" altLang="zh-CN" dirty="0"/>
          </a:p>
          <a:p>
            <a:pPr lvl="1"/>
            <a:r>
              <a:rPr kumimoji="1" lang="zh-CN" altLang="en-US" dirty="0"/>
              <a:t>计算方式 </a:t>
            </a:r>
            <a:r>
              <a:rPr kumimoji="1" lang="en-US" altLang="zh-CN" dirty="0"/>
              <a:t>a)</a:t>
            </a:r>
            <a:r>
              <a:rPr kumimoji="1" lang="zh-CN" altLang="en-US" dirty="0"/>
              <a:t> </a:t>
            </a:r>
            <a:r>
              <a:rPr kumimoji="1" lang="en-US" altLang="zh-CN" dirty="0"/>
              <a:t>MTBF</a:t>
            </a:r>
            <a:r>
              <a:rPr kumimoji="1" lang="zh-CN" altLang="en-US" dirty="0"/>
              <a:t> </a:t>
            </a:r>
            <a:r>
              <a:rPr kumimoji="1" lang="en-US" altLang="zh-CN" dirty="0"/>
              <a:t>=</a:t>
            </a:r>
            <a:r>
              <a:rPr kumimoji="1" lang="zh-CN" altLang="en-US" dirty="0"/>
              <a:t> </a:t>
            </a:r>
            <a:r>
              <a:rPr kumimoji="1" lang="en-US" altLang="zh-CN" dirty="0"/>
              <a:t>MTTF</a:t>
            </a:r>
            <a:r>
              <a:rPr kumimoji="1" lang="zh-CN" altLang="en-US" dirty="0"/>
              <a:t> </a:t>
            </a:r>
            <a:r>
              <a:rPr kumimoji="1" lang="en-US" altLang="zh-CN" dirty="0"/>
              <a:t>+</a:t>
            </a:r>
            <a:r>
              <a:rPr kumimoji="1" lang="zh-CN" altLang="en-US" dirty="0"/>
              <a:t> </a:t>
            </a:r>
            <a:r>
              <a:rPr kumimoji="1" lang="en-US" altLang="zh-CN" dirty="0"/>
              <a:t>MTTR</a:t>
            </a:r>
          </a:p>
          <a:p>
            <a:pPr lvl="1"/>
            <a:r>
              <a:rPr kumimoji="1" lang="zh-CN" altLang="en-US" dirty="0"/>
              <a:t>计算方式 </a:t>
            </a:r>
            <a:r>
              <a:rPr kumimoji="1" lang="en-US" altLang="zh-CN" dirty="0"/>
              <a:t>b)</a:t>
            </a:r>
            <a:r>
              <a:rPr kumimoji="1" lang="zh-CN" altLang="en-US" dirty="0"/>
              <a:t> </a:t>
            </a:r>
            <a:r>
              <a:rPr kumimoji="1" lang="en-US" altLang="zh-CN" dirty="0"/>
              <a:t>MTBF</a:t>
            </a:r>
            <a:r>
              <a:rPr kumimoji="1" lang="zh-CN" altLang="en-US" dirty="0"/>
              <a:t> </a:t>
            </a:r>
            <a:r>
              <a:rPr kumimoji="1" lang="en-US" altLang="zh-CN" dirty="0"/>
              <a:t>=</a:t>
            </a:r>
            <a:r>
              <a:rPr kumimoji="1" lang="zh-CN" altLang="en-US" dirty="0"/>
              <a:t> 观测的时间窗口除以在该窗口下所发生的失效次数</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12</a:t>
            </a:fld>
            <a:endParaRPr lang="en-US" dirty="0"/>
          </a:p>
        </p:txBody>
      </p:sp>
    </p:spTree>
    <p:extLst>
      <p:ext uri="{BB962C8B-B14F-4D97-AF65-F5344CB8AC3E}">
        <p14:creationId xmlns:p14="http://schemas.microsoft.com/office/powerpoint/2010/main" val="2263612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MTBF</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Mean</a:t>
            </a:r>
            <a:r>
              <a:rPr kumimoji="1" lang="zh-CN" altLang="en-US" dirty="0"/>
              <a:t> </a:t>
            </a:r>
            <a:r>
              <a:rPr kumimoji="1" lang="en-US" altLang="zh-CN" dirty="0"/>
              <a:t>time</a:t>
            </a:r>
            <a:r>
              <a:rPr kumimoji="1" lang="zh-CN" altLang="en-US" dirty="0"/>
              <a:t> </a:t>
            </a:r>
            <a:r>
              <a:rPr kumimoji="1" lang="en-US" altLang="zh-CN" dirty="0"/>
              <a:t>between</a:t>
            </a:r>
            <a:r>
              <a:rPr kumimoji="1" lang="zh-CN" altLang="en-US" dirty="0"/>
              <a:t> </a:t>
            </a:r>
            <a:r>
              <a:rPr kumimoji="1" lang="en-US" altLang="zh-CN" dirty="0"/>
              <a:t>failure</a:t>
            </a:r>
            <a:r>
              <a:rPr kumimoji="1" lang="zh-CN" altLang="en-US" dirty="0"/>
              <a:t> </a:t>
            </a:r>
            <a:r>
              <a:rPr kumimoji="1" lang="en-US" altLang="zh-CN" dirty="0"/>
              <a:t>(MTBF)</a:t>
            </a:r>
            <a:r>
              <a:rPr kumimoji="1" lang="zh-CN" altLang="en-US" dirty="0"/>
              <a:t>，平均失效间隔时间</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13</a:t>
            </a:fld>
            <a:endParaRPr lang="en-US" dirty="0"/>
          </a:p>
        </p:txBody>
      </p:sp>
      <p:sp>
        <p:nvSpPr>
          <p:cNvPr id="3" name="矩形 2">
            <a:extLst>
              <a:ext uri="{FF2B5EF4-FFF2-40B4-BE49-F238E27FC236}">
                <a16:creationId xmlns:a16="http://schemas.microsoft.com/office/drawing/2014/main" id="{8B52DF2A-8EA2-2A1B-966A-FAAE13D1541C}"/>
              </a:ext>
            </a:extLst>
          </p:cNvPr>
          <p:cNvSpPr/>
          <p:nvPr/>
        </p:nvSpPr>
        <p:spPr>
          <a:xfrm>
            <a:off x="1246789" y="2961640"/>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5" name="矩形 4">
            <a:extLst>
              <a:ext uri="{FF2B5EF4-FFF2-40B4-BE49-F238E27FC236}">
                <a16:creationId xmlns:a16="http://schemas.microsoft.com/office/drawing/2014/main" id="{47962DF1-FEB0-D8AD-2A47-8DBDD4BE1656}"/>
              </a:ext>
            </a:extLst>
          </p:cNvPr>
          <p:cNvSpPr/>
          <p:nvPr/>
        </p:nvSpPr>
        <p:spPr>
          <a:xfrm>
            <a:off x="3020627" y="2961640"/>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6" name="矩形 5">
            <a:extLst>
              <a:ext uri="{FF2B5EF4-FFF2-40B4-BE49-F238E27FC236}">
                <a16:creationId xmlns:a16="http://schemas.microsoft.com/office/drawing/2014/main" id="{A6A9BDBA-3FB2-1BF9-0308-6E3A7EF52941}"/>
              </a:ext>
            </a:extLst>
          </p:cNvPr>
          <p:cNvSpPr/>
          <p:nvPr/>
        </p:nvSpPr>
        <p:spPr>
          <a:xfrm>
            <a:off x="3989989" y="2961640"/>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7" name="矩形 6">
            <a:extLst>
              <a:ext uri="{FF2B5EF4-FFF2-40B4-BE49-F238E27FC236}">
                <a16:creationId xmlns:a16="http://schemas.microsoft.com/office/drawing/2014/main" id="{166FBFEB-9804-E6EC-0FCB-B8FB6E2A7205}"/>
              </a:ext>
            </a:extLst>
          </p:cNvPr>
          <p:cNvSpPr/>
          <p:nvPr/>
        </p:nvSpPr>
        <p:spPr>
          <a:xfrm>
            <a:off x="5763827" y="2961640"/>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17" name="矩形 16">
            <a:extLst>
              <a:ext uri="{FF2B5EF4-FFF2-40B4-BE49-F238E27FC236}">
                <a16:creationId xmlns:a16="http://schemas.microsoft.com/office/drawing/2014/main" id="{8F104137-FD7F-4B67-80B7-01C04EB7C2DA}"/>
              </a:ext>
            </a:extLst>
          </p:cNvPr>
          <p:cNvSpPr/>
          <p:nvPr/>
        </p:nvSpPr>
        <p:spPr>
          <a:xfrm>
            <a:off x="2919241" y="2862580"/>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矩形 17">
            <a:extLst>
              <a:ext uri="{FF2B5EF4-FFF2-40B4-BE49-F238E27FC236}">
                <a16:creationId xmlns:a16="http://schemas.microsoft.com/office/drawing/2014/main" id="{D77941DC-4CEB-D373-932E-1BA635060FA6}"/>
              </a:ext>
            </a:extLst>
          </p:cNvPr>
          <p:cNvSpPr/>
          <p:nvPr/>
        </p:nvSpPr>
        <p:spPr>
          <a:xfrm>
            <a:off x="3890225" y="2934131"/>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6C716BAF-BFC8-8B16-FA3A-99B028C32A9C}"/>
              </a:ext>
            </a:extLst>
          </p:cNvPr>
          <p:cNvSpPr/>
          <p:nvPr/>
        </p:nvSpPr>
        <p:spPr>
          <a:xfrm>
            <a:off x="6733190" y="2961640"/>
            <a:ext cx="284480"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1CA70D8-8160-6D23-1E80-093726645E1C}"/>
                  </a:ext>
                </a:extLst>
              </p:cNvPr>
              <p:cNvSpPr txBox="1"/>
              <p:nvPr/>
            </p:nvSpPr>
            <p:spPr>
              <a:xfrm>
                <a:off x="1121837" y="4948251"/>
                <a:ext cx="680551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800" i="1" smtClean="0">
                          <a:latin typeface="Cambria Math" panose="02040503050406030204" pitchFamily="18" charset="0"/>
                        </a:rPr>
                        <m:t>MTBF</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𝑀𝑇𝑇𝐹</m:t>
                      </m:r>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𝑀𝑇𝑇𝑅</m:t>
                      </m:r>
                      <m:r>
                        <a:rPr kumimoji="1" lang="en-US" altLang="zh-CN" sz="2800" b="0" i="1" smtClean="0">
                          <a:latin typeface="Cambria Math" panose="02040503050406030204" pitchFamily="18" charset="0"/>
                        </a:rPr>
                        <m:t>=8</m:t>
                      </m:r>
                      <m:r>
                        <a:rPr kumimoji="1" lang="en-US" altLang="zh-CN" sz="2800" b="0" i="1" smtClean="0">
                          <a:latin typeface="Cambria Math" panose="02040503050406030204" pitchFamily="18" charset="0"/>
                        </a:rPr>
                        <m:t>𝐻</m:t>
                      </m:r>
                      <m:r>
                        <a:rPr kumimoji="1" lang="en-US" altLang="zh-CN" sz="2800" b="0" i="1" smtClean="0">
                          <a:latin typeface="Cambria Math" panose="02040503050406030204" pitchFamily="18" charset="0"/>
                        </a:rPr>
                        <m:t>+2</m:t>
                      </m:r>
                      <m:r>
                        <a:rPr kumimoji="1" lang="en-US" altLang="zh-CN" sz="2800" b="0" i="1" smtClean="0">
                          <a:latin typeface="Cambria Math" panose="02040503050406030204" pitchFamily="18" charset="0"/>
                        </a:rPr>
                        <m:t>𝐻</m:t>
                      </m:r>
                      <m:r>
                        <a:rPr kumimoji="1" lang="en-US" altLang="zh-CN" sz="2800" b="0" i="1" smtClean="0">
                          <a:latin typeface="Cambria Math" panose="02040503050406030204" pitchFamily="18" charset="0"/>
                        </a:rPr>
                        <m:t>=10</m:t>
                      </m:r>
                      <m:r>
                        <a:rPr kumimoji="1" lang="en-US" altLang="zh-CN" sz="2800" b="0" i="1" smtClean="0">
                          <a:latin typeface="Cambria Math" panose="02040503050406030204" pitchFamily="18" charset="0"/>
                        </a:rPr>
                        <m:t>𝐻</m:t>
                      </m:r>
                    </m:oMath>
                  </m:oMathPara>
                </a14:m>
                <a:endParaRPr kumimoji="1" lang="zh-CN" altLang="en-US" sz="2800" dirty="0"/>
              </a:p>
            </p:txBody>
          </p:sp>
        </mc:Choice>
        <mc:Fallback xmlns="">
          <p:sp>
            <p:nvSpPr>
              <p:cNvPr id="29" name="文本框 28">
                <a:extLst>
                  <a:ext uri="{FF2B5EF4-FFF2-40B4-BE49-F238E27FC236}">
                    <a16:creationId xmlns:a16="http://schemas.microsoft.com/office/drawing/2014/main" id="{01CA70D8-8160-6D23-1E80-093726645E1C}"/>
                  </a:ext>
                </a:extLst>
              </p:cNvPr>
              <p:cNvSpPr txBox="1">
                <a:spLocks noRot="1" noChangeAspect="1" noMove="1" noResize="1" noEditPoints="1" noAdjustHandles="1" noChangeArrowheads="1" noChangeShapeType="1" noTextEdit="1"/>
              </p:cNvSpPr>
              <p:nvPr/>
            </p:nvSpPr>
            <p:spPr>
              <a:xfrm>
                <a:off x="1121837" y="4948251"/>
                <a:ext cx="6805517" cy="430887"/>
              </a:xfrm>
              <a:prstGeom prst="rect">
                <a:avLst/>
              </a:prstGeom>
              <a:blipFill>
                <a:blip r:embed="rId3"/>
                <a:stretch>
                  <a:fillRect l="-746" r="-746" b="-5714"/>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AB0ADD63-54E3-7914-1E81-E239412426C1}"/>
              </a:ext>
            </a:extLst>
          </p:cNvPr>
          <p:cNvSpPr/>
          <p:nvPr/>
        </p:nvSpPr>
        <p:spPr>
          <a:xfrm>
            <a:off x="969437" y="2957921"/>
            <a:ext cx="284481"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cxnSp>
        <p:nvCxnSpPr>
          <p:cNvPr id="31" name="直线连接符 30">
            <a:extLst>
              <a:ext uri="{FF2B5EF4-FFF2-40B4-BE49-F238E27FC236}">
                <a16:creationId xmlns:a16="http://schemas.microsoft.com/office/drawing/2014/main" id="{05E0AF54-00A1-1B6A-3204-DEE615732582}"/>
              </a:ext>
            </a:extLst>
          </p:cNvPr>
          <p:cNvCxnSpPr>
            <a:cxnSpLocks/>
          </p:cNvCxnSpPr>
          <p:nvPr/>
        </p:nvCxnSpPr>
        <p:spPr>
          <a:xfrm>
            <a:off x="1267109" y="3415121"/>
            <a:ext cx="0" cy="553969"/>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线连接符 31">
            <a:extLst>
              <a:ext uri="{FF2B5EF4-FFF2-40B4-BE49-F238E27FC236}">
                <a16:creationId xmlns:a16="http://schemas.microsoft.com/office/drawing/2014/main" id="{264F851D-1176-C5C7-3C9D-F25923F8F730}"/>
              </a:ext>
            </a:extLst>
          </p:cNvPr>
          <p:cNvCxnSpPr>
            <a:cxnSpLocks/>
          </p:cNvCxnSpPr>
          <p:nvPr/>
        </p:nvCxnSpPr>
        <p:spPr>
          <a:xfrm>
            <a:off x="3989989" y="3389970"/>
            <a:ext cx="0" cy="579120"/>
          </a:xfrm>
          <a:prstGeom prst="line">
            <a:avLst/>
          </a:prstGeom>
          <a:ln w="508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B03A109E-30C4-E42E-BAE6-58B4AC6D76DD}"/>
              </a:ext>
            </a:extLst>
          </p:cNvPr>
          <p:cNvSpPr txBox="1"/>
          <p:nvPr/>
        </p:nvSpPr>
        <p:spPr>
          <a:xfrm>
            <a:off x="1483320" y="4029294"/>
            <a:ext cx="2635226" cy="461665"/>
          </a:xfrm>
          <a:prstGeom prst="rect">
            <a:avLst/>
          </a:prstGeom>
          <a:noFill/>
        </p:spPr>
        <p:txBody>
          <a:bodyPr wrap="square" rtlCol="0">
            <a:spAutoFit/>
          </a:bodyPr>
          <a:lstStyle/>
          <a:p>
            <a:pPr defTabSz="914400">
              <a:spcBef>
                <a:spcPts val="1000"/>
              </a:spcBef>
              <a:buSzPct val="100000"/>
            </a:pPr>
            <a:r>
              <a:rPr kumimoji="1" lang="en-US" altLang="zh-CN" sz="2400" dirty="0">
                <a:latin typeface="Arial" panose="020B0604020202020204" pitchFamily="34" charset="0"/>
                <a:ea typeface="黑体" panose="02010609060101010101" pitchFamily="49" charset="-122"/>
                <a:cs typeface="Arial" panose="020B0604020202020204" pitchFamily="34" charset="0"/>
              </a:rPr>
              <a:t>Between</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Failure</a:t>
            </a:r>
            <a:endParaRPr kumimoji="1" lang="zh-CN" altLang="en-US" sz="2400" dirty="0">
              <a:latin typeface="Arial" panose="020B0604020202020204" pitchFamily="34" charset="0"/>
              <a:ea typeface="黑体" panose="02010609060101010101" pitchFamily="49" charset="-122"/>
              <a:cs typeface="Arial" panose="020B0604020202020204" pitchFamily="34" charset="0"/>
            </a:endParaRPr>
          </a:p>
        </p:txBody>
      </p:sp>
      <p:cxnSp>
        <p:nvCxnSpPr>
          <p:cNvPr id="9" name="直线连接符 8">
            <a:extLst>
              <a:ext uri="{FF2B5EF4-FFF2-40B4-BE49-F238E27FC236}">
                <a16:creationId xmlns:a16="http://schemas.microsoft.com/office/drawing/2014/main" id="{C7DF93A2-5A51-D93C-E694-A0EACBE05AD6}"/>
              </a:ext>
            </a:extLst>
          </p:cNvPr>
          <p:cNvCxnSpPr>
            <a:cxnSpLocks/>
          </p:cNvCxnSpPr>
          <p:nvPr/>
        </p:nvCxnSpPr>
        <p:spPr>
          <a:xfrm flipH="1">
            <a:off x="1407908" y="3964668"/>
            <a:ext cx="2482317" cy="0"/>
          </a:xfrm>
          <a:prstGeom prst="line">
            <a:avLst/>
          </a:prstGeom>
          <a:ln w="50800">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897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3F84D5F-DD1D-55BF-D0E0-E0745A874667}"/>
              </a:ext>
            </a:extLst>
          </p:cNvPr>
          <p:cNvPicPr>
            <a:picLocks noChangeAspect="1"/>
          </p:cNvPicPr>
          <p:nvPr/>
        </p:nvPicPr>
        <p:blipFill>
          <a:blip r:embed="rId3"/>
          <a:stretch>
            <a:fillRect/>
          </a:stretch>
        </p:blipFill>
        <p:spPr>
          <a:xfrm>
            <a:off x="1141659" y="4657699"/>
            <a:ext cx="6495275" cy="1395469"/>
          </a:xfrm>
          <a:prstGeom prst="rect">
            <a:avLst/>
          </a:prstGeom>
        </p:spPr>
      </p:pic>
      <p:sp>
        <p:nvSpPr>
          <p:cNvPr id="2" name="标题 1"/>
          <p:cNvSpPr>
            <a:spLocks noGrp="1"/>
          </p:cNvSpPr>
          <p:nvPr>
            <p:ph type="title"/>
          </p:nvPr>
        </p:nvSpPr>
        <p:spPr/>
        <p:txBody>
          <a:bodyPr/>
          <a:lstStyle/>
          <a:p>
            <a:r>
              <a:rPr lang="zh-CN" altLang="en-US" dirty="0"/>
              <a:t>其他指标</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Mean</a:t>
            </a:r>
            <a:r>
              <a:rPr kumimoji="1" lang="zh-CN" altLang="en-US" dirty="0"/>
              <a:t> </a:t>
            </a:r>
            <a:r>
              <a:rPr kumimoji="1" lang="en-US" altLang="zh-CN" dirty="0"/>
              <a:t>time</a:t>
            </a:r>
            <a:r>
              <a:rPr kumimoji="1" lang="zh-CN" altLang="en-US" dirty="0"/>
              <a:t> </a:t>
            </a:r>
            <a:r>
              <a:rPr kumimoji="1" lang="en-US" altLang="zh-CN" dirty="0"/>
              <a:t>to</a:t>
            </a:r>
            <a:r>
              <a:rPr kumimoji="1" lang="zh-CN" altLang="en-US" dirty="0"/>
              <a:t> </a:t>
            </a:r>
            <a:r>
              <a:rPr kumimoji="1" lang="en-US" altLang="zh-CN" dirty="0"/>
              <a:t>data</a:t>
            </a:r>
            <a:r>
              <a:rPr kumimoji="1" lang="zh-CN" altLang="en-US" dirty="0"/>
              <a:t> </a:t>
            </a:r>
            <a:r>
              <a:rPr kumimoji="1" lang="en-US" altLang="zh-CN" dirty="0"/>
              <a:t>loss</a:t>
            </a:r>
            <a:r>
              <a:rPr kumimoji="1" lang="zh-CN" altLang="en-US" dirty="0"/>
              <a:t> </a:t>
            </a:r>
            <a:r>
              <a:rPr kumimoji="1" lang="en-US" altLang="zh-CN" dirty="0"/>
              <a:t>(MTTDL)</a:t>
            </a:r>
            <a:r>
              <a:rPr kumimoji="1" lang="zh-CN" altLang="en-US" dirty="0"/>
              <a:t>，平均数据丢失时间</a:t>
            </a:r>
            <a:endParaRPr kumimoji="1" lang="en-US" altLang="zh-CN" dirty="0"/>
          </a:p>
          <a:p>
            <a:pPr lvl="1"/>
            <a:r>
              <a:rPr kumimoji="1" lang="zh-CN" altLang="en-US" dirty="0"/>
              <a:t>一般通过马尔科夫链计算，通过刻画系统错误状态和状态的跃迁概率，计算则可得到 </a:t>
            </a:r>
            <a:r>
              <a:rPr kumimoji="1" lang="en-US" altLang="zh-CN" dirty="0"/>
              <a:t>MTTDL</a:t>
            </a:r>
          </a:p>
          <a:p>
            <a:pPr lvl="1"/>
            <a:endParaRPr kumimoji="1" lang="en-US" altLang="zh-CN" dirty="0"/>
          </a:p>
          <a:p>
            <a:r>
              <a:rPr kumimoji="1" lang="en-US" altLang="zh-CN" dirty="0"/>
              <a:t>Annual</a:t>
            </a:r>
            <a:r>
              <a:rPr kumimoji="1" lang="zh-CN" altLang="en-US" dirty="0"/>
              <a:t> </a:t>
            </a:r>
            <a:r>
              <a:rPr kumimoji="1" lang="en-US" altLang="zh-CN" dirty="0"/>
              <a:t>Failure</a:t>
            </a:r>
            <a:r>
              <a:rPr kumimoji="1" lang="zh-CN" altLang="en-US" dirty="0"/>
              <a:t> </a:t>
            </a:r>
            <a:r>
              <a:rPr kumimoji="1" lang="en-US" altLang="zh-CN" dirty="0"/>
              <a:t>Rate</a:t>
            </a:r>
            <a:r>
              <a:rPr kumimoji="1" lang="zh-CN" altLang="en-US" dirty="0"/>
              <a:t> </a:t>
            </a:r>
            <a:r>
              <a:rPr kumimoji="1" lang="en-US" altLang="zh-CN" dirty="0"/>
              <a:t>(AFR)</a:t>
            </a:r>
            <a:r>
              <a:rPr kumimoji="1" lang="zh-CN" altLang="en-US" dirty="0"/>
              <a:t>，平均年失效率</a:t>
            </a:r>
            <a:endParaRPr kumimoji="1" lang="en-US" altLang="zh-CN" dirty="0"/>
          </a:p>
          <a:p>
            <a:pPr lvl="1"/>
            <a:r>
              <a:rPr kumimoji="1" lang="zh-CN" altLang="en-US" dirty="0"/>
              <a:t>表示存储设备平均一年的失效次数</a:t>
            </a:r>
            <a:endParaRPr kumimoji="1" lang="en-US" altLang="zh-CN" dirty="0"/>
          </a:p>
          <a:p>
            <a:pPr lvl="1"/>
            <a:r>
              <a:rPr kumimoji="1" lang="en-US" altLang="zh-CN" dirty="0"/>
              <a:t>AFR</a:t>
            </a:r>
            <a:r>
              <a:rPr kumimoji="1" lang="zh-CN" altLang="en-US" dirty="0"/>
              <a:t> 是 </a:t>
            </a:r>
            <a:r>
              <a:rPr kumimoji="1" lang="en-US" altLang="zh-CN" dirty="0"/>
              <a:t>MTBF</a:t>
            </a:r>
            <a:r>
              <a:rPr kumimoji="1" lang="zh-CN" altLang="en-US" dirty="0"/>
              <a:t> 的倒数</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14</a:t>
            </a:fld>
            <a:endParaRPr lang="en-US" dirty="0"/>
          </a:p>
        </p:txBody>
      </p:sp>
    </p:spTree>
    <p:extLst>
      <p:ext uri="{BB962C8B-B14F-4D97-AF65-F5344CB8AC3E}">
        <p14:creationId xmlns:p14="http://schemas.microsoft.com/office/powerpoint/2010/main" val="251272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en-US" altLang="zh-CN" dirty="0"/>
              <a:t>What</a:t>
            </a:r>
            <a:r>
              <a:rPr lang="zh-CN" altLang="en-US" dirty="0"/>
              <a:t> </a:t>
            </a:r>
            <a:r>
              <a:rPr lang="en-US" altLang="zh-CN" dirty="0"/>
              <a:t>is</a:t>
            </a:r>
            <a:r>
              <a:rPr lang="zh-CN" altLang="en-US" dirty="0"/>
              <a:t> </a:t>
            </a:r>
            <a:r>
              <a:rPr lang="en-US" altLang="zh-CN" dirty="0"/>
              <a:t>a</a:t>
            </a:r>
            <a:r>
              <a:rPr lang="zh-CN" altLang="en-US" dirty="0"/>
              <a:t> </a:t>
            </a:r>
            <a:r>
              <a:rPr lang="en-US" altLang="zh-CN" dirty="0"/>
              <a:t>dependable</a:t>
            </a:r>
            <a:r>
              <a:rPr lang="zh-CN" altLang="en-US" dirty="0"/>
              <a:t> </a:t>
            </a:r>
            <a:r>
              <a:rPr lang="en-US" altLang="zh-CN" dirty="0"/>
              <a:t>system?</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15</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pPr marL="0" indent="0">
              <a:buNone/>
            </a:pPr>
            <a:r>
              <a:rPr kumimoji="1" lang="en-US" altLang="zh-CN" dirty="0"/>
              <a:t>Dependable</a:t>
            </a:r>
            <a:r>
              <a:rPr kumimoji="1" lang="zh-CN" altLang="en-US" dirty="0"/>
              <a:t> 的四个维度：</a:t>
            </a:r>
            <a:endParaRPr kumimoji="1" lang="en-US" altLang="zh-CN" dirty="0"/>
          </a:p>
          <a:p>
            <a:r>
              <a:rPr kumimoji="1" lang="en-US" altLang="zh-CN" dirty="0"/>
              <a:t>Availability</a:t>
            </a:r>
          </a:p>
          <a:p>
            <a:r>
              <a:rPr kumimoji="1" lang="en-US" altLang="zh-CN" dirty="0"/>
              <a:t>Reliability</a:t>
            </a:r>
          </a:p>
          <a:p>
            <a:r>
              <a:rPr kumimoji="1" lang="en-US" altLang="zh-CN" dirty="0"/>
              <a:t>Safety</a:t>
            </a:r>
          </a:p>
          <a:p>
            <a:r>
              <a:rPr kumimoji="1" lang="en-US" altLang="zh-CN" dirty="0"/>
              <a:t>Maintainability</a:t>
            </a:r>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344954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en-US" altLang="zh-CN" dirty="0"/>
              <a:t>Availability</a:t>
            </a:r>
            <a:r>
              <a:rPr lang="zh-CN" altLang="en-US" dirty="0"/>
              <a:t> </a:t>
            </a:r>
            <a:r>
              <a:rPr lang="en-US" altLang="zh-CN" dirty="0"/>
              <a:t>&amp;</a:t>
            </a:r>
            <a:r>
              <a:rPr lang="zh-CN" altLang="en-US" dirty="0"/>
              <a:t> </a:t>
            </a:r>
            <a:r>
              <a:rPr lang="en-US" altLang="zh-CN" dirty="0"/>
              <a:t>Reliability</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16</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r>
              <a:rPr kumimoji="1" lang="en-US" altLang="zh-CN" dirty="0"/>
              <a:t>Availability:</a:t>
            </a:r>
            <a:r>
              <a:rPr kumimoji="1" lang="zh-CN" altLang="en-US" dirty="0"/>
              <a:t> </a:t>
            </a:r>
            <a:r>
              <a:rPr kumimoji="1" lang="en-US" altLang="zh-CN" dirty="0"/>
              <a:t>A</a:t>
            </a:r>
            <a:r>
              <a:rPr kumimoji="1" lang="zh-CN" altLang="en-US" dirty="0"/>
              <a:t> </a:t>
            </a:r>
            <a:r>
              <a:rPr kumimoji="1" lang="en-US" altLang="zh-CN" dirty="0"/>
              <a:t>measurement</a:t>
            </a:r>
            <a:r>
              <a:rPr kumimoji="1" lang="zh-CN" altLang="en-US" dirty="0"/>
              <a:t> </a:t>
            </a:r>
            <a:r>
              <a:rPr kumimoji="1" lang="en-US" altLang="zh-CN" dirty="0"/>
              <a:t>of</a:t>
            </a:r>
            <a:r>
              <a:rPr kumimoji="1" lang="zh-CN" altLang="en-US" dirty="0"/>
              <a:t> </a:t>
            </a:r>
            <a:r>
              <a:rPr kumimoji="1" lang="en-US" altLang="zh-CN" dirty="0"/>
              <a:t>whether</a:t>
            </a:r>
            <a:r>
              <a:rPr kumimoji="1" lang="zh-CN" altLang="en-US" dirty="0"/>
              <a:t> </a:t>
            </a:r>
            <a:r>
              <a:rPr kumimoji="1" lang="en-US" altLang="zh-CN" dirty="0"/>
              <a:t>a</a:t>
            </a:r>
            <a:r>
              <a:rPr kumimoji="1" lang="zh-CN" altLang="en-US" dirty="0"/>
              <a:t> </a:t>
            </a:r>
            <a:r>
              <a:rPr kumimoji="1" lang="en-US" altLang="zh-CN" dirty="0"/>
              <a:t>system</a:t>
            </a:r>
            <a:r>
              <a:rPr kumimoji="1" lang="zh-CN" altLang="en-US" dirty="0"/>
              <a:t> </a:t>
            </a:r>
            <a:r>
              <a:rPr kumimoji="1" lang="en-US" altLang="zh-CN" dirty="0"/>
              <a:t>is</a:t>
            </a:r>
            <a:r>
              <a:rPr kumimoji="1" lang="zh-CN" altLang="en-US" dirty="0"/>
              <a:t> </a:t>
            </a:r>
            <a:r>
              <a:rPr kumimoji="1" lang="en-US" altLang="zh-CN" i="1" dirty="0">
                <a:solidFill>
                  <a:schemeClr val="accent1"/>
                </a:solidFill>
              </a:rPr>
              <a:t>ready</a:t>
            </a:r>
            <a:r>
              <a:rPr kumimoji="1" lang="zh-CN" altLang="en-US" i="1" dirty="0">
                <a:solidFill>
                  <a:schemeClr val="accent1"/>
                </a:solidFill>
              </a:rPr>
              <a:t> </a:t>
            </a:r>
            <a:r>
              <a:rPr kumimoji="1" lang="en-US" altLang="zh-CN" i="1" dirty="0">
                <a:solidFill>
                  <a:schemeClr val="accent1"/>
                </a:solidFill>
              </a:rPr>
              <a:t>to</a:t>
            </a:r>
            <a:r>
              <a:rPr kumimoji="1" lang="zh-CN" altLang="en-US" i="1" dirty="0">
                <a:solidFill>
                  <a:schemeClr val="accent1"/>
                </a:solidFill>
              </a:rPr>
              <a:t> </a:t>
            </a:r>
            <a:r>
              <a:rPr kumimoji="1" lang="en-US" altLang="zh-CN" i="1" dirty="0">
                <a:solidFill>
                  <a:schemeClr val="accent1"/>
                </a:solidFill>
              </a:rPr>
              <a:t>be</a:t>
            </a:r>
            <a:r>
              <a:rPr kumimoji="1" lang="zh-CN" altLang="en-US" i="1" dirty="0">
                <a:solidFill>
                  <a:schemeClr val="accent1"/>
                </a:solidFill>
              </a:rPr>
              <a:t> </a:t>
            </a:r>
            <a:r>
              <a:rPr kumimoji="1" lang="en-US" altLang="zh-CN" i="1" dirty="0">
                <a:solidFill>
                  <a:schemeClr val="accent1"/>
                </a:solidFill>
              </a:rPr>
              <a:t>used</a:t>
            </a:r>
            <a:r>
              <a:rPr kumimoji="1" lang="zh-CN" altLang="en-US" dirty="0"/>
              <a:t> </a:t>
            </a:r>
            <a:r>
              <a:rPr kumimoji="1" lang="en-US" altLang="zh-CN" dirty="0"/>
              <a:t>immediately</a:t>
            </a:r>
          </a:p>
          <a:p>
            <a:pPr lvl="1"/>
            <a:r>
              <a:rPr kumimoji="1" lang="en-US" altLang="zh-CN" dirty="0"/>
              <a:t>System</a:t>
            </a:r>
            <a:r>
              <a:rPr kumimoji="1" lang="zh-CN" altLang="en-US" dirty="0"/>
              <a:t> </a:t>
            </a:r>
            <a:r>
              <a:rPr kumimoji="1" lang="en-US" altLang="zh-CN" dirty="0"/>
              <a:t>is</a:t>
            </a:r>
            <a:r>
              <a:rPr kumimoji="1" lang="zh-CN" altLang="en-US" dirty="0"/>
              <a:t> </a:t>
            </a:r>
            <a:r>
              <a:rPr kumimoji="1" lang="en-US" altLang="zh-CN" dirty="0"/>
              <a:t>available</a:t>
            </a:r>
            <a:r>
              <a:rPr kumimoji="1" lang="zh-CN" altLang="en-US" dirty="0"/>
              <a:t> </a:t>
            </a:r>
            <a:r>
              <a:rPr kumimoji="1" lang="en-US" altLang="zh-CN" dirty="0"/>
              <a:t>at</a:t>
            </a:r>
            <a:r>
              <a:rPr kumimoji="1" lang="zh-CN" altLang="en-US" dirty="0"/>
              <a:t> </a:t>
            </a:r>
            <a:r>
              <a:rPr kumimoji="1" lang="en-US" altLang="zh-CN" dirty="0"/>
              <a:t>any</a:t>
            </a:r>
            <a:r>
              <a:rPr kumimoji="1" lang="zh-CN" altLang="en-US" dirty="0"/>
              <a:t> </a:t>
            </a:r>
            <a:r>
              <a:rPr kumimoji="1" lang="en-US" altLang="zh-CN" dirty="0"/>
              <a:t>given</a:t>
            </a:r>
            <a:r>
              <a:rPr kumimoji="1" lang="zh-CN" altLang="en-US" dirty="0"/>
              <a:t> </a:t>
            </a:r>
            <a:r>
              <a:rPr kumimoji="1" lang="en-US" altLang="zh-CN" dirty="0"/>
              <a:t>moment</a:t>
            </a:r>
          </a:p>
          <a:p>
            <a:pPr lvl="1"/>
            <a:endParaRPr kumimoji="1" lang="en-US" altLang="zh-CN" dirty="0"/>
          </a:p>
          <a:p>
            <a:r>
              <a:rPr kumimoji="1" lang="en-US" altLang="zh-CN" dirty="0"/>
              <a:t>Reliability:</a:t>
            </a:r>
            <a:r>
              <a:rPr kumimoji="1" lang="zh-CN" altLang="en-US" dirty="0"/>
              <a:t> </a:t>
            </a:r>
            <a:r>
              <a:rPr kumimoji="1" lang="en-US" altLang="zh-CN" dirty="0"/>
              <a:t>A</a:t>
            </a:r>
            <a:r>
              <a:rPr kumimoji="1" lang="zh-CN" altLang="en-US" dirty="0"/>
              <a:t> </a:t>
            </a:r>
            <a:r>
              <a:rPr kumimoji="1" lang="en-US" altLang="zh-CN" dirty="0"/>
              <a:t>measurement</a:t>
            </a:r>
            <a:r>
              <a:rPr kumimoji="1" lang="zh-CN" altLang="en-US" dirty="0"/>
              <a:t> </a:t>
            </a:r>
            <a:r>
              <a:rPr kumimoji="1" lang="en-US" altLang="zh-CN" dirty="0"/>
              <a:t>of</a:t>
            </a:r>
            <a:r>
              <a:rPr kumimoji="1" lang="zh-CN" altLang="en-US" dirty="0"/>
              <a:t> </a:t>
            </a:r>
            <a:r>
              <a:rPr kumimoji="1" lang="en-US" altLang="zh-CN" dirty="0"/>
              <a:t>whether</a:t>
            </a:r>
            <a:r>
              <a:rPr kumimoji="1" lang="zh-CN" altLang="en-US" dirty="0"/>
              <a:t> </a:t>
            </a:r>
            <a:r>
              <a:rPr kumimoji="1" lang="en-US" altLang="zh-CN" dirty="0"/>
              <a:t>a</a:t>
            </a:r>
            <a:r>
              <a:rPr kumimoji="1" lang="zh-CN" altLang="en-US" dirty="0"/>
              <a:t> </a:t>
            </a:r>
            <a:r>
              <a:rPr kumimoji="1" lang="en-US" altLang="zh-CN" dirty="0"/>
              <a:t>system</a:t>
            </a:r>
            <a:r>
              <a:rPr kumimoji="1" lang="zh-CN" altLang="en-US" dirty="0"/>
              <a:t> </a:t>
            </a:r>
            <a:r>
              <a:rPr kumimoji="1" lang="en-US" altLang="zh-CN" dirty="0"/>
              <a:t>can</a:t>
            </a:r>
            <a:r>
              <a:rPr kumimoji="1" lang="zh-CN" altLang="en-US" dirty="0"/>
              <a:t> </a:t>
            </a:r>
            <a:r>
              <a:rPr kumimoji="1" lang="en-US" altLang="zh-CN" dirty="0"/>
              <a:t>run</a:t>
            </a:r>
            <a:r>
              <a:rPr kumimoji="1" lang="zh-CN" altLang="en-US" dirty="0"/>
              <a:t> </a:t>
            </a:r>
            <a:r>
              <a:rPr kumimoji="1" lang="en-US" altLang="zh-CN" i="1" dirty="0">
                <a:solidFill>
                  <a:schemeClr val="accent1"/>
                </a:solidFill>
              </a:rPr>
              <a:t>continuously</a:t>
            </a:r>
            <a:r>
              <a:rPr kumimoji="1" lang="zh-CN" altLang="en-US" dirty="0"/>
              <a:t> </a:t>
            </a:r>
            <a:r>
              <a:rPr kumimoji="1" lang="en-US" altLang="zh-CN" dirty="0"/>
              <a:t>without</a:t>
            </a:r>
            <a:r>
              <a:rPr kumimoji="1" lang="zh-CN" altLang="en-US" dirty="0"/>
              <a:t> </a:t>
            </a:r>
            <a:r>
              <a:rPr kumimoji="1" lang="en-US" altLang="zh-CN" dirty="0"/>
              <a:t>failure</a:t>
            </a:r>
          </a:p>
          <a:p>
            <a:pPr lvl="1"/>
            <a:r>
              <a:rPr kumimoji="1" lang="en-US" altLang="zh-CN" dirty="0"/>
              <a:t>System</a:t>
            </a:r>
            <a:r>
              <a:rPr kumimoji="1" lang="zh-CN" altLang="en-US" dirty="0"/>
              <a:t> </a:t>
            </a:r>
            <a:r>
              <a:rPr kumimoji="1" lang="en-US" altLang="zh-CN" dirty="0"/>
              <a:t>continues</a:t>
            </a:r>
            <a:r>
              <a:rPr kumimoji="1" lang="zh-CN" altLang="en-US" dirty="0"/>
              <a:t> </a:t>
            </a:r>
            <a:r>
              <a:rPr kumimoji="1" lang="en-US" altLang="zh-CN" dirty="0"/>
              <a:t>to</a:t>
            </a:r>
            <a:r>
              <a:rPr kumimoji="1" lang="zh-CN" altLang="en-US" dirty="0"/>
              <a:t> </a:t>
            </a:r>
            <a:r>
              <a:rPr kumimoji="1" lang="en-US" altLang="zh-CN" dirty="0"/>
              <a:t>function</a:t>
            </a:r>
            <a:r>
              <a:rPr kumimoji="1" lang="zh-CN" altLang="en-US" dirty="0"/>
              <a:t> </a:t>
            </a:r>
            <a:r>
              <a:rPr kumimoji="1" lang="en-US" altLang="zh-CN" dirty="0"/>
              <a:t>for</a:t>
            </a:r>
            <a:r>
              <a:rPr kumimoji="1" lang="zh-CN" altLang="en-US" dirty="0"/>
              <a:t> </a:t>
            </a:r>
            <a:r>
              <a:rPr kumimoji="1" lang="en-US" altLang="zh-CN" dirty="0"/>
              <a:t>a</a:t>
            </a:r>
            <a:r>
              <a:rPr kumimoji="1" lang="zh-CN" altLang="en-US" dirty="0"/>
              <a:t> </a:t>
            </a:r>
            <a:r>
              <a:rPr kumimoji="1" lang="en-US" altLang="zh-CN" dirty="0"/>
              <a:t>long</a:t>
            </a:r>
            <a:r>
              <a:rPr kumimoji="1" lang="zh-CN" altLang="en-US" dirty="0"/>
              <a:t> </a:t>
            </a:r>
            <a:r>
              <a:rPr kumimoji="1" lang="en-US" altLang="zh-CN" dirty="0"/>
              <a:t>period</a:t>
            </a:r>
            <a:r>
              <a:rPr kumimoji="1" lang="zh-CN" altLang="en-US" dirty="0"/>
              <a:t> </a:t>
            </a:r>
            <a:r>
              <a:rPr kumimoji="1" lang="en-US" altLang="zh-CN" dirty="0"/>
              <a:t>of</a:t>
            </a:r>
            <a:r>
              <a:rPr kumimoji="1" lang="zh-CN" altLang="en-US" dirty="0"/>
              <a:t> </a:t>
            </a:r>
            <a:r>
              <a:rPr kumimoji="1" lang="en-US" altLang="zh-CN" dirty="0"/>
              <a:t>time</a:t>
            </a:r>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773147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en-US" altLang="zh-CN" dirty="0"/>
              <a:t>Safety</a:t>
            </a:r>
            <a:r>
              <a:rPr lang="zh-CN" altLang="en-US" dirty="0"/>
              <a:t> </a:t>
            </a:r>
            <a:r>
              <a:rPr lang="en-US" altLang="zh-CN" dirty="0"/>
              <a:t>&amp;</a:t>
            </a:r>
            <a:r>
              <a:rPr lang="zh-CN" altLang="en-US" dirty="0"/>
              <a:t> </a:t>
            </a:r>
            <a:r>
              <a:rPr lang="en-US" altLang="zh-CN" dirty="0"/>
              <a:t>Maintainability</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17</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r>
              <a:rPr kumimoji="1" lang="en-US" altLang="zh-CN" dirty="0"/>
              <a:t>Safety:</a:t>
            </a:r>
            <a:r>
              <a:rPr kumimoji="1" lang="zh-CN" altLang="en-US" dirty="0"/>
              <a:t> </a:t>
            </a:r>
            <a:r>
              <a:rPr kumimoji="1" lang="en-US" altLang="zh-CN" dirty="0"/>
              <a:t>A</a:t>
            </a:r>
            <a:r>
              <a:rPr kumimoji="1" lang="zh-CN" altLang="en-US" dirty="0"/>
              <a:t> </a:t>
            </a:r>
            <a:r>
              <a:rPr kumimoji="1" lang="en-US" altLang="zh-CN" dirty="0"/>
              <a:t>measurement</a:t>
            </a:r>
            <a:r>
              <a:rPr kumimoji="1" lang="zh-CN" altLang="en-US" dirty="0"/>
              <a:t> </a:t>
            </a:r>
            <a:r>
              <a:rPr kumimoji="1" lang="en-US" altLang="zh-CN" dirty="0"/>
              <a:t>of</a:t>
            </a:r>
            <a:r>
              <a:rPr kumimoji="1" lang="zh-CN" altLang="en-US" dirty="0"/>
              <a:t> </a:t>
            </a:r>
            <a:r>
              <a:rPr kumimoji="1" lang="en-US" altLang="zh-CN" dirty="0"/>
              <a:t>how</a:t>
            </a:r>
            <a:r>
              <a:rPr kumimoji="1" lang="zh-CN" altLang="en-US" dirty="0"/>
              <a:t> </a:t>
            </a:r>
            <a:r>
              <a:rPr kumimoji="1" lang="en-US" altLang="zh-CN" dirty="0"/>
              <a:t>safe</a:t>
            </a:r>
            <a:r>
              <a:rPr kumimoji="1" lang="zh-CN" altLang="en-US" dirty="0"/>
              <a:t> </a:t>
            </a:r>
            <a:r>
              <a:rPr kumimoji="1" lang="en-US" altLang="zh-CN" dirty="0"/>
              <a:t>failures</a:t>
            </a:r>
            <a:r>
              <a:rPr kumimoji="1" lang="zh-CN" altLang="en-US" dirty="0"/>
              <a:t> </a:t>
            </a:r>
            <a:r>
              <a:rPr kumimoji="1" lang="en-US" altLang="zh-CN" dirty="0"/>
              <a:t>are</a:t>
            </a:r>
          </a:p>
          <a:p>
            <a:pPr lvl="1"/>
            <a:r>
              <a:rPr kumimoji="1" lang="en-US" altLang="zh-CN" dirty="0"/>
              <a:t>System</a:t>
            </a:r>
            <a:r>
              <a:rPr kumimoji="1" lang="zh-CN" altLang="en-US" dirty="0"/>
              <a:t> </a:t>
            </a:r>
            <a:r>
              <a:rPr kumimoji="1" lang="en-US" altLang="zh-CN" dirty="0"/>
              <a:t>fails,</a:t>
            </a:r>
            <a:r>
              <a:rPr kumimoji="1" lang="zh-CN" altLang="en-US" dirty="0"/>
              <a:t> </a:t>
            </a:r>
            <a:r>
              <a:rPr kumimoji="1" lang="en-US" altLang="zh-CN" dirty="0"/>
              <a:t>nothing</a:t>
            </a:r>
            <a:r>
              <a:rPr kumimoji="1" lang="zh-CN" altLang="en-US" dirty="0"/>
              <a:t> </a:t>
            </a:r>
            <a:r>
              <a:rPr kumimoji="1" lang="en-US" altLang="zh-CN" dirty="0"/>
              <a:t>serious</a:t>
            </a:r>
            <a:r>
              <a:rPr kumimoji="1" lang="zh-CN" altLang="en-US" dirty="0"/>
              <a:t> </a:t>
            </a:r>
            <a:r>
              <a:rPr kumimoji="1" lang="en-US" altLang="zh-CN" dirty="0"/>
              <a:t>happens</a:t>
            </a:r>
          </a:p>
          <a:p>
            <a:pPr lvl="1"/>
            <a:r>
              <a:rPr kumimoji="1" lang="en-US" altLang="zh-CN" dirty="0"/>
              <a:t>E.g.,</a:t>
            </a:r>
            <a:r>
              <a:rPr kumimoji="1" lang="zh-CN" altLang="en-US" dirty="0"/>
              <a:t> </a:t>
            </a:r>
            <a:r>
              <a:rPr kumimoji="1" lang="en-US" altLang="zh-CN" dirty="0"/>
              <a:t>high</a:t>
            </a:r>
            <a:r>
              <a:rPr kumimoji="1" lang="zh-CN" altLang="en-US" dirty="0"/>
              <a:t> </a:t>
            </a:r>
            <a:r>
              <a:rPr kumimoji="1" lang="en-US" altLang="zh-CN" dirty="0"/>
              <a:t>degree</a:t>
            </a:r>
            <a:r>
              <a:rPr kumimoji="1" lang="zh-CN" altLang="en-US" dirty="0"/>
              <a:t> </a:t>
            </a:r>
            <a:r>
              <a:rPr kumimoji="1" lang="en-US" altLang="zh-CN" dirty="0"/>
              <a:t>of</a:t>
            </a:r>
            <a:r>
              <a:rPr kumimoji="1" lang="zh-CN" altLang="en-US" dirty="0"/>
              <a:t> </a:t>
            </a:r>
            <a:r>
              <a:rPr kumimoji="1" lang="en-US" altLang="zh-CN" dirty="0"/>
              <a:t>safety</a:t>
            </a:r>
            <a:r>
              <a:rPr kumimoji="1" lang="zh-CN" altLang="en-US" dirty="0"/>
              <a:t> </a:t>
            </a:r>
            <a:r>
              <a:rPr kumimoji="1" lang="en-US" altLang="zh-CN" dirty="0"/>
              <a:t>is</a:t>
            </a:r>
            <a:r>
              <a:rPr kumimoji="1" lang="zh-CN" altLang="en-US" dirty="0"/>
              <a:t> </a:t>
            </a:r>
            <a:r>
              <a:rPr kumimoji="1" lang="en-US" altLang="zh-CN" dirty="0"/>
              <a:t>required</a:t>
            </a:r>
            <a:r>
              <a:rPr kumimoji="1" lang="zh-CN" altLang="en-US" dirty="0"/>
              <a:t> </a:t>
            </a:r>
            <a:r>
              <a:rPr kumimoji="1" lang="en-US" altLang="zh-CN" dirty="0"/>
              <a:t>for</a:t>
            </a:r>
            <a:r>
              <a:rPr kumimoji="1" lang="zh-CN" altLang="en-US" dirty="0"/>
              <a:t> </a:t>
            </a:r>
            <a:r>
              <a:rPr kumimoji="1" lang="en-US" altLang="zh-CN" dirty="0"/>
              <a:t>systems</a:t>
            </a:r>
            <a:r>
              <a:rPr kumimoji="1" lang="zh-CN" altLang="en-US" dirty="0"/>
              <a:t> </a:t>
            </a:r>
            <a:r>
              <a:rPr kumimoji="1" lang="en-US" altLang="zh-CN" dirty="0"/>
              <a:t>controlling</a:t>
            </a:r>
            <a:r>
              <a:rPr kumimoji="1" lang="zh-CN" altLang="en-US" dirty="0"/>
              <a:t> </a:t>
            </a:r>
            <a:r>
              <a:rPr kumimoji="1" lang="en-US" altLang="zh-CN" dirty="0"/>
              <a:t>nuclear</a:t>
            </a:r>
            <a:r>
              <a:rPr kumimoji="1" lang="zh-CN" altLang="en-US" dirty="0"/>
              <a:t> </a:t>
            </a:r>
            <a:r>
              <a:rPr kumimoji="1" lang="en-US" altLang="zh-CN" dirty="0"/>
              <a:t>power</a:t>
            </a:r>
            <a:r>
              <a:rPr kumimoji="1" lang="zh-CN" altLang="en-US" dirty="0"/>
              <a:t> </a:t>
            </a:r>
            <a:r>
              <a:rPr kumimoji="1" lang="en-US" altLang="zh-CN" dirty="0"/>
              <a:t>plants</a:t>
            </a:r>
          </a:p>
          <a:p>
            <a:pPr lvl="1"/>
            <a:endParaRPr kumimoji="1" lang="en-US" altLang="zh-CN" dirty="0"/>
          </a:p>
          <a:p>
            <a:r>
              <a:rPr kumimoji="1" lang="en-US" altLang="zh-CN" dirty="0"/>
              <a:t>Maintainability:</a:t>
            </a:r>
            <a:r>
              <a:rPr kumimoji="1" lang="zh-CN" altLang="en-US" dirty="0"/>
              <a:t> </a:t>
            </a:r>
            <a:r>
              <a:rPr kumimoji="1" lang="en-US" altLang="zh-CN" dirty="0"/>
              <a:t>A</a:t>
            </a:r>
            <a:r>
              <a:rPr kumimoji="1" lang="zh-CN" altLang="en-US" dirty="0"/>
              <a:t> </a:t>
            </a:r>
            <a:r>
              <a:rPr kumimoji="1" lang="en-US" altLang="zh-CN" dirty="0"/>
              <a:t>measurement</a:t>
            </a:r>
            <a:r>
              <a:rPr kumimoji="1" lang="zh-CN" altLang="en-US" dirty="0"/>
              <a:t> </a:t>
            </a:r>
            <a:r>
              <a:rPr kumimoji="1" lang="en-US" altLang="zh-CN" dirty="0"/>
              <a:t>of</a:t>
            </a:r>
            <a:r>
              <a:rPr kumimoji="1" lang="zh-CN" altLang="en-US" dirty="0"/>
              <a:t> </a:t>
            </a:r>
            <a:r>
              <a:rPr kumimoji="1" lang="en-US" altLang="zh-CN" dirty="0"/>
              <a:t>how</a:t>
            </a:r>
            <a:r>
              <a:rPr kumimoji="1" lang="zh-CN" altLang="en-US" dirty="0"/>
              <a:t> </a:t>
            </a:r>
            <a:r>
              <a:rPr kumimoji="1" lang="en-US" altLang="zh-CN" dirty="0"/>
              <a:t>easy</a:t>
            </a:r>
            <a:r>
              <a:rPr kumimoji="1" lang="zh-CN" altLang="en-US" dirty="0"/>
              <a:t> </a:t>
            </a:r>
            <a:r>
              <a:rPr kumimoji="1" lang="en-US" altLang="zh-CN" dirty="0"/>
              <a:t>it</a:t>
            </a:r>
            <a:r>
              <a:rPr kumimoji="1" lang="zh-CN" altLang="en-US" dirty="0"/>
              <a:t> </a:t>
            </a:r>
            <a:r>
              <a:rPr kumimoji="1" lang="en-US" altLang="zh-CN" dirty="0"/>
              <a:t>is</a:t>
            </a:r>
            <a:r>
              <a:rPr kumimoji="1" lang="zh-CN" altLang="en-US" dirty="0"/>
              <a:t> </a:t>
            </a:r>
            <a:r>
              <a:rPr kumimoji="1" lang="en-US" altLang="zh-CN" dirty="0"/>
              <a:t>to</a:t>
            </a:r>
            <a:r>
              <a:rPr kumimoji="1" lang="zh-CN" altLang="en-US" dirty="0"/>
              <a:t> </a:t>
            </a:r>
            <a:r>
              <a:rPr kumimoji="1" lang="en-US" altLang="zh-CN" dirty="0"/>
              <a:t>repair</a:t>
            </a:r>
            <a:r>
              <a:rPr kumimoji="1" lang="zh-CN" altLang="en-US" dirty="0"/>
              <a:t> </a:t>
            </a:r>
            <a:r>
              <a:rPr kumimoji="1" lang="en-US" altLang="zh-CN" dirty="0"/>
              <a:t>a</a:t>
            </a:r>
            <a:r>
              <a:rPr kumimoji="1" lang="zh-CN" altLang="en-US" dirty="0"/>
              <a:t> </a:t>
            </a:r>
            <a:r>
              <a:rPr kumimoji="1" lang="en-US" altLang="zh-CN" dirty="0"/>
              <a:t>system</a:t>
            </a:r>
          </a:p>
          <a:p>
            <a:pPr lvl="1"/>
            <a:r>
              <a:rPr kumimoji="1" lang="en-US" altLang="zh-CN" dirty="0"/>
              <a:t>A</a:t>
            </a:r>
            <a:r>
              <a:rPr kumimoji="1" lang="zh-CN" altLang="en-US" dirty="0"/>
              <a:t> </a:t>
            </a:r>
            <a:r>
              <a:rPr kumimoji="1" lang="en-US" altLang="zh-CN" dirty="0"/>
              <a:t>highly</a:t>
            </a:r>
            <a:r>
              <a:rPr kumimoji="1" lang="zh-CN" altLang="en-US" dirty="0"/>
              <a:t> </a:t>
            </a:r>
            <a:r>
              <a:rPr kumimoji="1" lang="en-US" altLang="zh-CN" dirty="0"/>
              <a:t>maintainable</a:t>
            </a:r>
            <a:r>
              <a:rPr kumimoji="1" lang="zh-CN" altLang="en-US" dirty="0"/>
              <a:t> </a:t>
            </a:r>
            <a:r>
              <a:rPr kumimoji="1" lang="en-US" altLang="zh-CN" dirty="0"/>
              <a:t>system</a:t>
            </a:r>
            <a:r>
              <a:rPr kumimoji="1" lang="zh-CN" altLang="en-US" dirty="0"/>
              <a:t> </a:t>
            </a:r>
            <a:r>
              <a:rPr kumimoji="1" lang="en-US" altLang="zh-CN" dirty="0"/>
              <a:t>may</a:t>
            </a:r>
            <a:r>
              <a:rPr kumimoji="1" lang="zh-CN" altLang="en-US" dirty="0"/>
              <a:t> </a:t>
            </a:r>
            <a:r>
              <a:rPr kumimoji="1" lang="en-US" altLang="zh-CN" dirty="0"/>
              <a:t>also</a:t>
            </a:r>
            <a:r>
              <a:rPr kumimoji="1" lang="zh-CN" altLang="en-US" dirty="0"/>
              <a:t> </a:t>
            </a:r>
            <a:r>
              <a:rPr kumimoji="1" lang="en-US" altLang="zh-CN" dirty="0"/>
              <a:t>show</a:t>
            </a:r>
            <a:r>
              <a:rPr kumimoji="1" lang="zh-CN" altLang="en-US" dirty="0"/>
              <a:t> </a:t>
            </a:r>
            <a:r>
              <a:rPr kumimoji="1" lang="en-US" altLang="zh-CN" dirty="0"/>
              <a:t>a</a:t>
            </a:r>
            <a:r>
              <a:rPr kumimoji="1" lang="zh-CN" altLang="en-US" dirty="0"/>
              <a:t> </a:t>
            </a:r>
            <a:r>
              <a:rPr kumimoji="1" lang="en-US" altLang="zh-CN" dirty="0"/>
              <a:t>high</a:t>
            </a:r>
            <a:r>
              <a:rPr kumimoji="1" lang="zh-CN" altLang="en-US" dirty="0"/>
              <a:t> </a:t>
            </a:r>
            <a:r>
              <a:rPr kumimoji="1" lang="en-US" altLang="zh-CN" dirty="0"/>
              <a:t>degree</a:t>
            </a:r>
            <a:r>
              <a:rPr kumimoji="1" lang="zh-CN" altLang="en-US" dirty="0"/>
              <a:t> </a:t>
            </a:r>
            <a:r>
              <a:rPr kumimoji="1" lang="en-US" altLang="zh-CN" dirty="0"/>
              <a:t>of</a:t>
            </a:r>
            <a:r>
              <a:rPr kumimoji="1" lang="zh-CN" altLang="en-US" dirty="0"/>
              <a:t> </a:t>
            </a:r>
            <a:r>
              <a:rPr kumimoji="1" lang="en-US" altLang="zh-CN" dirty="0"/>
              <a:t>availability</a:t>
            </a:r>
          </a:p>
          <a:p>
            <a:pPr lvl="1"/>
            <a:r>
              <a:rPr kumimoji="1" lang="en-US" altLang="zh-CN" dirty="0"/>
              <a:t>Failures</a:t>
            </a:r>
            <a:r>
              <a:rPr kumimoji="1" lang="zh-CN" altLang="en-US" dirty="0"/>
              <a:t> </a:t>
            </a:r>
            <a:r>
              <a:rPr kumimoji="1" lang="en-US" altLang="zh-CN" dirty="0"/>
              <a:t>can</a:t>
            </a:r>
            <a:r>
              <a:rPr kumimoji="1" lang="zh-CN" altLang="en-US" dirty="0"/>
              <a:t> </a:t>
            </a:r>
            <a:r>
              <a:rPr kumimoji="1" lang="en-US" altLang="zh-CN" dirty="0"/>
              <a:t>be</a:t>
            </a:r>
            <a:r>
              <a:rPr kumimoji="1" lang="zh-CN" altLang="en-US" dirty="0"/>
              <a:t> </a:t>
            </a:r>
            <a:r>
              <a:rPr kumimoji="1" lang="en-US" altLang="zh-CN" dirty="0"/>
              <a:t>detected</a:t>
            </a:r>
            <a:r>
              <a:rPr kumimoji="1" lang="zh-CN" altLang="en-US" dirty="0"/>
              <a:t> </a:t>
            </a:r>
            <a:r>
              <a:rPr kumimoji="1" lang="en-US" altLang="zh-CN" dirty="0"/>
              <a:t>and</a:t>
            </a:r>
            <a:r>
              <a:rPr kumimoji="1" lang="zh-CN" altLang="en-US" dirty="0"/>
              <a:t> </a:t>
            </a:r>
            <a:r>
              <a:rPr kumimoji="1" lang="en-US" altLang="zh-CN" dirty="0"/>
              <a:t>repaired</a:t>
            </a:r>
            <a:r>
              <a:rPr kumimoji="1" lang="zh-CN" altLang="en-US" dirty="0"/>
              <a:t> </a:t>
            </a:r>
            <a:r>
              <a:rPr kumimoji="1" lang="en-US" altLang="zh-CN" dirty="0"/>
              <a:t>automatically</a:t>
            </a:r>
            <a:r>
              <a:rPr kumimoji="1" lang="zh-CN" altLang="en-US" dirty="0"/>
              <a:t> </a:t>
            </a:r>
            <a:r>
              <a:rPr kumimoji="1" lang="en-US" altLang="zh-CN" dirty="0"/>
              <a:t>(Self-healing</a:t>
            </a:r>
            <a:r>
              <a:rPr kumimoji="1" lang="zh-CN" altLang="en-US" dirty="0"/>
              <a:t> </a:t>
            </a:r>
            <a:r>
              <a:rPr kumimoji="1" lang="en-US" altLang="zh-CN" dirty="0"/>
              <a:t>systems)</a:t>
            </a:r>
          </a:p>
          <a:p>
            <a:pPr lvl="1"/>
            <a:endParaRPr kumimoji="1" lang="en-US" altLang="zh-CN"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032134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Availability</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Availability</a:t>
            </a:r>
            <a:r>
              <a:rPr kumimoji="1" lang="zh-CN" altLang="en-US" dirty="0"/>
              <a:t>（</a:t>
            </a:r>
            <a:r>
              <a:rPr kumimoji="1" lang="en-US" altLang="zh-CN" dirty="0"/>
              <a:t>A</a:t>
            </a:r>
            <a:r>
              <a:rPr kumimoji="1" lang="zh-CN" altLang="en-US" dirty="0"/>
              <a:t>），可用性</a:t>
            </a:r>
            <a:endParaRPr kumimoji="1" lang="en-US" altLang="zh-CN" dirty="0"/>
          </a:p>
          <a:p>
            <a:pPr lvl="1"/>
            <a:r>
              <a:rPr kumimoji="1" lang="zh-CN" altLang="en-US" dirty="0"/>
              <a:t>系统正常状态下执行时间的比例</a:t>
            </a:r>
            <a:endParaRPr kumimoji="1" lang="en-US" altLang="zh-CN" dirty="0"/>
          </a:p>
          <a:p>
            <a:pPr lvl="1"/>
            <a:r>
              <a:rPr kumimoji="1" lang="zh-CN" altLang="en-US" dirty="0"/>
              <a:t>关注系统在固定时间窗口内正常运行的时间长短</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18</a:t>
            </a:fld>
            <a:endParaRPr 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6B49A5E-6E1C-B171-EACB-304837876843}"/>
                  </a:ext>
                </a:extLst>
              </p:cNvPr>
              <p:cNvSpPr txBox="1"/>
              <p:nvPr/>
            </p:nvSpPr>
            <p:spPr>
              <a:xfrm>
                <a:off x="1514624" y="5145366"/>
                <a:ext cx="6678880" cy="716928"/>
              </a:xfrm>
              <a:prstGeom prst="rect">
                <a:avLst/>
              </a:prstGeom>
              <a:noFill/>
            </p:spPr>
            <p:txBody>
              <a:bodyPr wrap="none" lIns="0" tIns="0" rIns="0" bIns="0" rtlCol="0">
                <a:spAutoFit/>
              </a:bodyPr>
              <a:lstStyle/>
              <a:p>
                <a14:m>
                  <m:oMath xmlns:m="http://schemas.openxmlformats.org/officeDocument/2006/math">
                    <m:r>
                      <m:rPr>
                        <m:sty m:val="p"/>
                      </m:rPr>
                      <a:rPr kumimoji="1" lang="en-US" altLang="zh-CN" sz="3200" i="1" smtClean="0">
                        <a:latin typeface="Cambria Math" panose="02040503050406030204" pitchFamily="18" charset="0"/>
                      </a:rPr>
                      <m:t>A</m:t>
                    </m:r>
                    <m:r>
                      <a:rPr kumimoji="1" lang="en-US" altLang="zh-CN" sz="3200" b="0" i="1" smtClean="0">
                        <a:latin typeface="Cambria Math" panose="02040503050406030204" pitchFamily="18" charset="0"/>
                      </a:rPr>
                      <m:t>=</m:t>
                    </m:r>
                    <m:r>
                      <a:rPr kumimoji="1" lang="zh-CN" altLang="en-US" sz="3200" b="0" i="1" smtClean="0">
                        <a:latin typeface="Cambria Math" panose="02040503050406030204" pitchFamily="18" charset="0"/>
                      </a:rPr>
                      <m:t> </m:t>
                    </m:r>
                    <m:f>
                      <m:fPr>
                        <m:ctrlPr>
                          <a:rPr kumimoji="1" lang="en-US" altLang="zh-CN" sz="3200" b="0" i="1" smtClean="0">
                            <a:latin typeface="Cambria Math" panose="02040503050406030204" pitchFamily="18" charset="0"/>
                          </a:rPr>
                        </m:ctrlPr>
                      </m:fPr>
                      <m:num>
                        <m:r>
                          <m:rPr>
                            <m:sty m:val="p"/>
                          </m:rPr>
                          <a:rPr kumimoji="1" lang="en-US" altLang="zh-CN" sz="3200" b="0" i="0" smtClean="0">
                            <a:latin typeface="Cambria Math" panose="02040503050406030204" pitchFamily="18" charset="0"/>
                          </a:rPr>
                          <m:t>Up</m:t>
                        </m:r>
                        <m:r>
                          <a:rPr kumimoji="1" lang="zh-CN" altLang="en-US" sz="3200" b="0" i="0" smtClean="0">
                            <a:latin typeface="Cambria Math" panose="02040503050406030204" pitchFamily="18" charset="0"/>
                          </a:rPr>
                          <m:t> </m:t>
                        </m:r>
                        <m:r>
                          <m:rPr>
                            <m:sty m:val="p"/>
                          </m:rPr>
                          <a:rPr kumimoji="1" lang="en-US" altLang="zh-CN" sz="3200" b="0" i="0" smtClean="0">
                            <a:latin typeface="Cambria Math" panose="02040503050406030204" pitchFamily="18" charset="0"/>
                          </a:rPr>
                          <m:t>Time</m:t>
                        </m:r>
                      </m:num>
                      <m:den>
                        <m:r>
                          <m:rPr>
                            <m:sty m:val="p"/>
                          </m:rPr>
                          <a:rPr kumimoji="1" lang="en-US" altLang="zh-CN" sz="3200" b="0" i="0" smtClean="0">
                            <a:latin typeface="Cambria Math" panose="02040503050406030204" pitchFamily="18" charset="0"/>
                          </a:rPr>
                          <m:t>Total</m:t>
                        </m:r>
                        <m:r>
                          <a:rPr kumimoji="1" lang="zh-CN" altLang="en-US" sz="3200" b="0" i="0" smtClean="0">
                            <a:latin typeface="Cambria Math" panose="02040503050406030204" pitchFamily="18" charset="0"/>
                          </a:rPr>
                          <m:t> </m:t>
                        </m:r>
                        <m:r>
                          <m:rPr>
                            <m:sty m:val="p"/>
                          </m:rPr>
                          <a:rPr kumimoji="1" lang="en-US" altLang="zh-CN" sz="3200" b="0" i="0" smtClean="0">
                            <a:latin typeface="Cambria Math" panose="02040503050406030204" pitchFamily="18" charset="0"/>
                          </a:rPr>
                          <m:t>Time</m:t>
                        </m:r>
                      </m:den>
                    </m:f>
                    <m:r>
                      <a:rPr kumimoji="1" lang="en-US" altLang="zh-CN" sz="3200" b="0" i="0" smtClean="0">
                        <a:latin typeface="Cambria Math" panose="02040503050406030204" pitchFamily="18" charset="0"/>
                      </a:rPr>
                      <m:t>=</m:t>
                    </m:r>
                    <m:r>
                      <a:rPr kumimoji="1" lang="zh-CN" altLang="en-US" sz="3200" b="0" i="0" smtClean="0">
                        <a:latin typeface="Cambria Math" panose="02040503050406030204" pitchFamily="18" charset="0"/>
                      </a:rPr>
                      <m:t> </m:t>
                    </m:r>
                    <m:f>
                      <m:fPr>
                        <m:ctrlPr>
                          <a:rPr kumimoji="1" lang="en-US" altLang="zh-CN" sz="3200" b="0" i="1" smtClean="0">
                            <a:latin typeface="Cambria Math" panose="02040503050406030204" pitchFamily="18" charset="0"/>
                          </a:rPr>
                        </m:ctrlPr>
                      </m:fPr>
                      <m:num>
                        <m:r>
                          <a:rPr kumimoji="1" lang="en-US" altLang="zh-CN" sz="3200" b="0" i="0" smtClean="0">
                            <a:latin typeface="Cambria Math" panose="02040503050406030204" pitchFamily="18" charset="0"/>
                          </a:rPr>
                          <m:t>10</m:t>
                        </m:r>
                        <m:r>
                          <m:rPr>
                            <m:sty m:val="p"/>
                          </m:rPr>
                          <a:rPr kumimoji="1" lang="en-US" altLang="zh-CN" sz="3200" i="0">
                            <a:latin typeface="Cambria Math" panose="02040503050406030204" pitchFamily="18" charset="0"/>
                          </a:rPr>
                          <m:t>H</m:t>
                        </m:r>
                        <m:r>
                          <a:rPr kumimoji="1" lang="en-US" altLang="zh-CN" sz="3200" b="0" i="0" smtClean="0">
                            <a:latin typeface="Cambria Math" panose="02040503050406030204" pitchFamily="18" charset="0"/>
                          </a:rPr>
                          <m:t>+6</m:t>
                        </m:r>
                        <m:r>
                          <m:rPr>
                            <m:sty m:val="p"/>
                          </m:rPr>
                          <a:rPr kumimoji="1" lang="en-US" altLang="zh-CN" sz="3200" b="0" i="0" smtClean="0">
                            <a:latin typeface="Cambria Math" panose="02040503050406030204" pitchFamily="18" charset="0"/>
                          </a:rPr>
                          <m:t>H</m:t>
                        </m:r>
                      </m:num>
                      <m:den>
                        <m:r>
                          <a:rPr kumimoji="1" lang="en-US" altLang="zh-CN" sz="3200" b="0" i="0" smtClean="0">
                            <a:latin typeface="Cambria Math" panose="02040503050406030204" pitchFamily="18" charset="0"/>
                          </a:rPr>
                          <m:t>10</m:t>
                        </m:r>
                        <m:r>
                          <m:rPr>
                            <m:sty m:val="p"/>
                          </m:rPr>
                          <a:rPr kumimoji="1" lang="en-US" altLang="zh-CN" sz="3200" b="0" i="0" smtClean="0">
                            <a:latin typeface="Cambria Math" panose="02040503050406030204" pitchFamily="18" charset="0"/>
                          </a:rPr>
                          <m:t>H</m:t>
                        </m:r>
                        <m:r>
                          <a:rPr kumimoji="1" lang="en-US" altLang="zh-CN" sz="3200" b="0" i="0" smtClean="0">
                            <a:latin typeface="Cambria Math" panose="02040503050406030204" pitchFamily="18" charset="0"/>
                          </a:rPr>
                          <m:t>+1</m:t>
                        </m:r>
                        <m:r>
                          <m:rPr>
                            <m:sty m:val="p"/>
                          </m:rPr>
                          <a:rPr kumimoji="1" lang="en-US" altLang="zh-CN" sz="3200" b="0" i="0" smtClean="0">
                            <a:latin typeface="Cambria Math" panose="02040503050406030204" pitchFamily="18" charset="0"/>
                          </a:rPr>
                          <m:t>H</m:t>
                        </m:r>
                        <m:r>
                          <a:rPr kumimoji="1" lang="en-US" altLang="zh-CN" sz="3200" b="0" i="0" smtClean="0">
                            <a:latin typeface="Cambria Math" panose="02040503050406030204" pitchFamily="18" charset="0"/>
                          </a:rPr>
                          <m:t>+6</m:t>
                        </m:r>
                        <m:r>
                          <m:rPr>
                            <m:sty m:val="p"/>
                          </m:rPr>
                          <a:rPr kumimoji="1" lang="en-US" altLang="zh-CN" sz="3200" b="0" i="0" smtClean="0">
                            <a:latin typeface="Cambria Math" panose="02040503050406030204" pitchFamily="18" charset="0"/>
                          </a:rPr>
                          <m:t>H</m:t>
                        </m:r>
                        <m:r>
                          <a:rPr kumimoji="1" lang="en-US" altLang="zh-CN" sz="3200" b="0" i="0" smtClean="0">
                            <a:latin typeface="Cambria Math" panose="02040503050406030204" pitchFamily="18" charset="0"/>
                          </a:rPr>
                          <m:t>+3</m:t>
                        </m:r>
                        <m:r>
                          <m:rPr>
                            <m:sty m:val="p"/>
                          </m:rPr>
                          <a:rPr kumimoji="1" lang="en-US" altLang="zh-CN" sz="3200" b="0" i="0" smtClean="0">
                            <a:latin typeface="Cambria Math" panose="02040503050406030204" pitchFamily="18" charset="0"/>
                          </a:rPr>
                          <m:t>H</m:t>
                        </m:r>
                      </m:den>
                    </m:f>
                  </m:oMath>
                </a14:m>
                <a:r>
                  <a:rPr kumimoji="1" lang="zh-CN" altLang="en-US" sz="3200" dirty="0"/>
                  <a:t> </a:t>
                </a:r>
                <a:r>
                  <a:rPr kumimoji="1" lang="en-US" altLang="zh-CN" sz="3200" dirty="0"/>
                  <a:t>=80%</a:t>
                </a:r>
                <a:r>
                  <a:rPr kumimoji="1" lang="zh-CN" altLang="en-US" sz="3200" dirty="0"/>
                  <a:t>  </a:t>
                </a:r>
              </a:p>
            </p:txBody>
          </p:sp>
        </mc:Choice>
        <mc:Fallback xmlns="">
          <p:sp>
            <p:nvSpPr>
              <p:cNvPr id="12" name="文本框 11">
                <a:extLst>
                  <a:ext uri="{FF2B5EF4-FFF2-40B4-BE49-F238E27FC236}">
                    <a16:creationId xmlns:a16="http://schemas.microsoft.com/office/drawing/2014/main" id="{D6B49A5E-6E1C-B171-EACB-304837876843}"/>
                  </a:ext>
                </a:extLst>
              </p:cNvPr>
              <p:cNvSpPr txBox="1">
                <a:spLocks noRot="1" noChangeAspect="1" noMove="1" noResize="1" noEditPoints="1" noAdjustHandles="1" noChangeArrowheads="1" noChangeShapeType="1" noTextEdit="1"/>
              </p:cNvSpPr>
              <p:nvPr/>
            </p:nvSpPr>
            <p:spPr>
              <a:xfrm>
                <a:off x="1514624" y="5145366"/>
                <a:ext cx="6678880" cy="716928"/>
              </a:xfrm>
              <a:prstGeom prst="rect">
                <a:avLst/>
              </a:prstGeom>
              <a:blipFill>
                <a:blip r:embed="rId3"/>
                <a:stretch>
                  <a:fillRect l="-2087" t="-5263" b="-29825"/>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B0ACC003-3E3F-B58B-08CE-9820F9FA610D}"/>
              </a:ext>
            </a:extLst>
          </p:cNvPr>
          <p:cNvSpPr/>
          <p:nvPr/>
        </p:nvSpPr>
        <p:spPr>
          <a:xfrm>
            <a:off x="1360215" y="3139550"/>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15" name="矩形 14">
            <a:extLst>
              <a:ext uri="{FF2B5EF4-FFF2-40B4-BE49-F238E27FC236}">
                <a16:creationId xmlns:a16="http://schemas.microsoft.com/office/drawing/2014/main" id="{E4E3A11D-0B1D-7B1D-BAEB-2FBC265E5977}"/>
              </a:ext>
            </a:extLst>
          </p:cNvPr>
          <p:cNvSpPr/>
          <p:nvPr/>
        </p:nvSpPr>
        <p:spPr>
          <a:xfrm>
            <a:off x="3134053" y="3139550"/>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20" name="矩形 19">
            <a:extLst>
              <a:ext uri="{FF2B5EF4-FFF2-40B4-BE49-F238E27FC236}">
                <a16:creationId xmlns:a16="http://schemas.microsoft.com/office/drawing/2014/main" id="{FED6CE59-8C58-2F7D-B5E4-73F2A64194A7}"/>
              </a:ext>
            </a:extLst>
          </p:cNvPr>
          <p:cNvSpPr/>
          <p:nvPr/>
        </p:nvSpPr>
        <p:spPr>
          <a:xfrm>
            <a:off x="4103415" y="3139550"/>
            <a:ext cx="1773838"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Work</a:t>
            </a:r>
            <a:endParaRPr kumimoji="1" lang="zh-CN" altLang="en-US" sz="2400" dirty="0"/>
          </a:p>
        </p:txBody>
      </p:sp>
      <p:sp>
        <p:nvSpPr>
          <p:cNvPr id="22" name="矩形 21">
            <a:extLst>
              <a:ext uri="{FF2B5EF4-FFF2-40B4-BE49-F238E27FC236}">
                <a16:creationId xmlns:a16="http://schemas.microsoft.com/office/drawing/2014/main" id="{FB529AA1-DC1B-26C8-C538-4EAB96A9EB9A}"/>
              </a:ext>
            </a:extLst>
          </p:cNvPr>
          <p:cNvSpPr/>
          <p:nvPr/>
        </p:nvSpPr>
        <p:spPr>
          <a:xfrm>
            <a:off x="5877253" y="3139550"/>
            <a:ext cx="969362"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Fail</a:t>
            </a:r>
            <a:endParaRPr kumimoji="1" lang="zh-CN" altLang="en-US" sz="2400" dirty="0"/>
          </a:p>
        </p:txBody>
      </p:sp>
      <p:sp>
        <p:nvSpPr>
          <p:cNvPr id="23" name="矩形 22">
            <a:extLst>
              <a:ext uri="{FF2B5EF4-FFF2-40B4-BE49-F238E27FC236}">
                <a16:creationId xmlns:a16="http://schemas.microsoft.com/office/drawing/2014/main" id="{D0482158-C741-80C4-F83B-F72E3001CCC4}"/>
              </a:ext>
            </a:extLst>
          </p:cNvPr>
          <p:cNvSpPr/>
          <p:nvPr/>
        </p:nvSpPr>
        <p:spPr>
          <a:xfrm>
            <a:off x="3032667" y="3040490"/>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a:extLst>
              <a:ext uri="{FF2B5EF4-FFF2-40B4-BE49-F238E27FC236}">
                <a16:creationId xmlns:a16="http://schemas.microsoft.com/office/drawing/2014/main" id="{A57450A2-18BC-061C-7FB2-DE90DDF78BC8}"/>
              </a:ext>
            </a:extLst>
          </p:cNvPr>
          <p:cNvSpPr/>
          <p:nvPr/>
        </p:nvSpPr>
        <p:spPr>
          <a:xfrm>
            <a:off x="4003651" y="3112041"/>
            <a:ext cx="198120" cy="1981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29107213-81B1-CF75-58E7-14FF368E8FC5}"/>
              </a:ext>
            </a:extLst>
          </p:cNvPr>
          <p:cNvSpPr/>
          <p:nvPr/>
        </p:nvSpPr>
        <p:spPr>
          <a:xfrm>
            <a:off x="6846616" y="3139550"/>
            <a:ext cx="284480" cy="46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sp>
        <p:nvSpPr>
          <p:cNvPr id="28" name="文本框 27">
            <a:extLst>
              <a:ext uri="{FF2B5EF4-FFF2-40B4-BE49-F238E27FC236}">
                <a16:creationId xmlns:a16="http://schemas.microsoft.com/office/drawing/2014/main" id="{20EDF011-49CE-A616-A8EA-FECB828AB683}"/>
              </a:ext>
            </a:extLst>
          </p:cNvPr>
          <p:cNvSpPr txBox="1"/>
          <p:nvPr/>
        </p:nvSpPr>
        <p:spPr>
          <a:xfrm>
            <a:off x="1675250" y="2628355"/>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chemeClr val="accent6"/>
                </a:solidFill>
                <a:latin typeface="Arial" panose="020B0604020202020204" pitchFamily="34" charset="0"/>
                <a:ea typeface="黑体" panose="02010609060101010101" pitchFamily="49" charset="-122"/>
                <a:cs typeface="Arial" panose="020B0604020202020204" pitchFamily="34" charset="0"/>
              </a:rPr>
              <a:t>10H</a:t>
            </a:r>
            <a:endParaRPr kumimoji="1" lang="zh-CN" altLang="en-US" sz="2400" i="1" dirty="0">
              <a:solidFill>
                <a:schemeClr val="accent6"/>
              </a:solidFill>
              <a:latin typeface="Arial" panose="020B0604020202020204" pitchFamily="34" charset="0"/>
              <a:ea typeface="黑体" panose="02010609060101010101" pitchFamily="49" charset="-122"/>
              <a:cs typeface="Arial" panose="020B0604020202020204" pitchFamily="34" charset="0"/>
            </a:endParaRPr>
          </a:p>
        </p:txBody>
      </p:sp>
      <p:sp>
        <p:nvSpPr>
          <p:cNvPr id="29" name="文本框 28">
            <a:extLst>
              <a:ext uri="{FF2B5EF4-FFF2-40B4-BE49-F238E27FC236}">
                <a16:creationId xmlns:a16="http://schemas.microsoft.com/office/drawing/2014/main" id="{6B0F2CC1-60E8-5677-C4E2-29D6AF84E2EB}"/>
              </a:ext>
            </a:extLst>
          </p:cNvPr>
          <p:cNvSpPr txBox="1"/>
          <p:nvPr/>
        </p:nvSpPr>
        <p:spPr>
          <a:xfrm>
            <a:off x="4572000" y="2639226"/>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chemeClr val="accent6"/>
                </a:solidFill>
                <a:latin typeface="Arial" panose="020B0604020202020204" pitchFamily="34" charset="0"/>
                <a:ea typeface="黑体" panose="02010609060101010101" pitchFamily="49" charset="-122"/>
                <a:cs typeface="Arial" panose="020B0604020202020204" pitchFamily="34" charset="0"/>
              </a:rPr>
              <a:t>6H</a:t>
            </a:r>
            <a:endParaRPr kumimoji="1" lang="zh-CN" altLang="en-US" sz="2400" i="1" dirty="0">
              <a:solidFill>
                <a:schemeClr val="accent6"/>
              </a:solidFill>
              <a:latin typeface="Arial" panose="020B0604020202020204" pitchFamily="34" charset="0"/>
              <a:ea typeface="黑体" panose="02010609060101010101" pitchFamily="49" charset="-122"/>
              <a:cs typeface="Arial" panose="020B0604020202020204" pitchFamily="34" charset="0"/>
            </a:endParaRPr>
          </a:p>
        </p:txBody>
      </p:sp>
      <p:sp>
        <p:nvSpPr>
          <p:cNvPr id="30" name="矩形 29">
            <a:extLst>
              <a:ext uri="{FF2B5EF4-FFF2-40B4-BE49-F238E27FC236}">
                <a16:creationId xmlns:a16="http://schemas.microsoft.com/office/drawing/2014/main" id="{405EF712-1CDC-E78F-A8D4-5D5485011EBA}"/>
              </a:ext>
            </a:extLst>
          </p:cNvPr>
          <p:cNvSpPr/>
          <p:nvPr/>
        </p:nvSpPr>
        <p:spPr>
          <a:xfrm>
            <a:off x="1082863" y="3135831"/>
            <a:ext cx="284481" cy="467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t>…</a:t>
            </a:r>
            <a:endParaRPr kumimoji="1" lang="zh-CN" altLang="en-US" sz="2400" dirty="0"/>
          </a:p>
        </p:txBody>
      </p:sp>
      <p:sp>
        <p:nvSpPr>
          <p:cNvPr id="34" name="文本框 33">
            <a:extLst>
              <a:ext uri="{FF2B5EF4-FFF2-40B4-BE49-F238E27FC236}">
                <a16:creationId xmlns:a16="http://schemas.microsoft.com/office/drawing/2014/main" id="{247F3544-05A0-8069-5207-1BB6D941A982}"/>
              </a:ext>
            </a:extLst>
          </p:cNvPr>
          <p:cNvSpPr txBox="1"/>
          <p:nvPr/>
        </p:nvSpPr>
        <p:spPr>
          <a:xfrm>
            <a:off x="3260106" y="2628065"/>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rgbClr val="7030A0"/>
                </a:solidFill>
                <a:latin typeface="Arial" panose="020B0604020202020204" pitchFamily="34" charset="0"/>
                <a:ea typeface="黑体" panose="02010609060101010101" pitchFamily="49" charset="-122"/>
                <a:cs typeface="Arial" panose="020B0604020202020204" pitchFamily="34" charset="0"/>
              </a:rPr>
              <a:t>1H</a:t>
            </a:r>
            <a:endParaRPr kumimoji="1" lang="zh-CN" altLang="en-US" sz="2400" i="1" dirty="0">
              <a:solidFill>
                <a:srgbClr val="7030A0"/>
              </a:solidFill>
              <a:latin typeface="Arial" panose="020B0604020202020204" pitchFamily="34" charset="0"/>
              <a:ea typeface="黑体" panose="02010609060101010101" pitchFamily="49" charset="-122"/>
              <a:cs typeface="Arial" panose="020B0604020202020204" pitchFamily="34" charset="0"/>
            </a:endParaRPr>
          </a:p>
        </p:txBody>
      </p:sp>
      <p:sp>
        <p:nvSpPr>
          <p:cNvPr id="35" name="文本框 34">
            <a:extLst>
              <a:ext uri="{FF2B5EF4-FFF2-40B4-BE49-F238E27FC236}">
                <a16:creationId xmlns:a16="http://schemas.microsoft.com/office/drawing/2014/main" id="{7EDFB38B-67FA-808C-F6AF-45FD14085FF3}"/>
              </a:ext>
            </a:extLst>
          </p:cNvPr>
          <p:cNvSpPr txBox="1"/>
          <p:nvPr/>
        </p:nvSpPr>
        <p:spPr>
          <a:xfrm>
            <a:off x="6082853" y="2639226"/>
            <a:ext cx="970985" cy="461665"/>
          </a:xfrm>
          <a:prstGeom prst="rect">
            <a:avLst/>
          </a:prstGeom>
          <a:noFill/>
        </p:spPr>
        <p:txBody>
          <a:bodyPr wrap="square" rtlCol="0">
            <a:spAutoFit/>
          </a:bodyPr>
          <a:lstStyle/>
          <a:p>
            <a:pPr defTabSz="914400">
              <a:spcBef>
                <a:spcPts val="1000"/>
              </a:spcBef>
              <a:buSzPct val="100000"/>
            </a:pPr>
            <a:r>
              <a:rPr kumimoji="1" lang="en-US" altLang="zh-CN" sz="2400" i="1" dirty="0">
                <a:solidFill>
                  <a:srgbClr val="7030A0"/>
                </a:solidFill>
                <a:latin typeface="Arial" panose="020B0604020202020204" pitchFamily="34" charset="0"/>
                <a:ea typeface="黑体" panose="02010609060101010101" pitchFamily="49" charset="-122"/>
                <a:cs typeface="Arial" panose="020B0604020202020204" pitchFamily="34" charset="0"/>
              </a:rPr>
              <a:t>3H</a:t>
            </a:r>
            <a:endParaRPr kumimoji="1" lang="zh-CN" altLang="en-US" sz="2400" i="1" dirty="0">
              <a:solidFill>
                <a:srgbClr val="7030A0"/>
              </a:solidFill>
              <a:latin typeface="Arial" panose="020B0604020202020204" pitchFamily="34" charset="0"/>
              <a:ea typeface="黑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6B344662-501E-1A98-97A6-BDC684220C49}"/>
                  </a:ext>
                </a:extLst>
              </p:cNvPr>
              <p:cNvSpPr txBox="1"/>
              <p:nvPr/>
            </p:nvSpPr>
            <p:spPr>
              <a:xfrm>
                <a:off x="950496" y="3943125"/>
                <a:ext cx="7243008" cy="710066"/>
              </a:xfrm>
              <a:prstGeom prst="rect">
                <a:avLst/>
              </a:prstGeom>
              <a:noFill/>
            </p:spPr>
            <p:txBody>
              <a:bodyPr wrap="none" lIns="0" tIns="0" rIns="0" bIns="0" rtlCol="0">
                <a:spAutoFit/>
              </a:bodyPr>
              <a:lstStyle/>
              <a:p>
                <a14:m>
                  <m:oMath xmlns:m="http://schemas.openxmlformats.org/officeDocument/2006/math">
                    <m:r>
                      <m:rPr>
                        <m:sty m:val="p"/>
                      </m:rPr>
                      <a:rPr kumimoji="1" lang="en-US" altLang="zh-CN" sz="3200" i="1" smtClean="0">
                        <a:latin typeface="Cambria Math" panose="02040503050406030204" pitchFamily="18" charset="0"/>
                      </a:rPr>
                      <m:t>A</m:t>
                    </m:r>
                    <m:r>
                      <a:rPr kumimoji="1" lang="en-US" altLang="zh-CN" sz="3200" b="0" i="1" smtClean="0">
                        <a:latin typeface="Cambria Math" panose="02040503050406030204" pitchFamily="18" charset="0"/>
                      </a:rPr>
                      <m:t>=</m:t>
                    </m:r>
                    <m:r>
                      <a:rPr kumimoji="1" lang="zh-CN" altLang="en-US" sz="3200" b="0" i="1" smtClean="0">
                        <a:latin typeface="Cambria Math" panose="02040503050406030204" pitchFamily="18" charset="0"/>
                      </a:rPr>
                      <m:t> </m:t>
                    </m:r>
                    <m:f>
                      <m:fPr>
                        <m:ctrlPr>
                          <a:rPr kumimoji="1" lang="en-US" altLang="zh-CN" sz="3200" b="0" i="1" smtClean="0">
                            <a:latin typeface="Cambria Math" panose="02040503050406030204" pitchFamily="18" charset="0"/>
                          </a:rPr>
                        </m:ctrlPr>
                      </m:fPr>
                      <m:num>
                        <m:r>
                          <a:rPr kumimoji="1" lang="en-US" altLang="zh-CN" sz="3200" b="0" i="1" smtClean="0">
                            <a:solidFill>
                              <a:schemeClr val="accent6"/>
                            </a:solidFill>
                            <a:latin typeface="Cambria Math" panose="02040503050406030204" pitchFamily="18" charset="0"/>
                          </a:rPr>
                          <m:t>𝑀𝑇</m:t>
                        </m:r>
                        <m:r>
                          <a:rPr kumimoji="1" lang="en-US" altLang="zh-CN" sz="3200" i="1">
                            <a:solidFill>
                              <a:schemeClr val="accent6"/>
                            </a:solidFill>
                            <a:latin typeface="Cambria Math" panose="02040503050406030204" pitchFamily="18" charset="0"/>
                          </a:rPr>
                          <m:t>𝑇</m:t>
                        </m:r>
                        <m:r>
                          <a:rPr kumimoji="1" lang="en-US" altLang="zh-CN" sz="3200" b="0" i="1" smtClean="0">
                            <a:solidFill>
                              <a:schemeClr val="accent6"/>
                            </a:solidFill>
                            <a:latin typeface="Cambria Math" panose="02040503050406030204" pitchFamily="18" charset="0"/>
                          </a:rPr>
                          <m:t>𝐹</m:t>
                        </m:r>
                      </m:num>
                      <m:den>
                        <m:r>
                          <a:rPr kumimoji="1" lang="en-US" altLang="zh-CN" sz="3200" b="0" i="1" smtClean="0">
                            <a:solidFill>
                              <a:schemeClr val="accent6"/>
                            </a:solidFill>
                            <a:latin typeface="Cambria Math" panose="02040503050406030204" pitchFamily="18" charset="0"/>
                          </a:rPr>
                          <m:t>𝑀𝑇𝑇𝐹</m:t>
                        </m:r>
                        <m:r>
                          <a:rPr kumimoji="1" lang="en-US" altLang="zh-CN" sz="3200" b="0" i="1" smtClean="0">
                            <a:latin typeface="Cambria Math" panose="02040503050406030204" pitchFamily="18" charset="0"/>
                          </a:rPr>
                          <m:t>+</m:t>
                        </m:r>
                        <m:r>
                          <a:rPr kumimoji="1" lang="en-US" altLang="zh-CN" sz="3200" b="0" i="1" smtClean="0">
                            <a:solidFill>
                              <a:schemeClr val="accent1"/>
                            </a:solidFill>
                            <a:latin typeface="Cambria Math" panose="02040503050406030204" pitchFamily="18" charset="0"/>
                          </a:rPr>
                          <m:t>𝑀𝑇𝑇𝑅</m:t>
                        </m:r>
                      </m:den>
                    </m:f>
                    <m:r>
                      <a:rPr kumimoji="1" lang="en-US" altLang="zh-CN" sz="3200" b="0" i="1" smtClean="0">
                        <a:latin typeface="Cambria Math" panose="02040503050406030204" pitchFamily="18" charset="0"/>
                      </a:rPr>
                      <m:t>=</m:t>
                    </m:r>
                    <m:f>
                      <m:fPr>
                        <m:ctrlPr>
                          <a:rPr kumimoji="1" lang="en-US" altLang="zh-CN" sz="3200" b="0" i="1" smtClean="0">
                            <a:latin typeface="Cambria Math" panose="02040503050406030204" pitchFamily="18" charset="0"/>
                          </a:rPr>
                        </m:ctrlPr>
                      </m:fPr>
                      <m:num>
                        <m:r>
                          <a:rPr kumimoji="1" lang="en-US" altLang="zh-CN" sz="3200" b="0" i="1" smtClean="0">
                            <a:solidFill>
                              <a:schemeClr val="accent6"/>
                            </a:solidFill>
                            <a:latin typeface="Cambria Math" panose="02040503050406030204" pitchFamily="18" charset="0"/>
                          </a:rPr>
                          <m:t>𝑀𝑇𝑇𝐹</m:t>
                        </m:r>
                      </m:num>
                      <m:den>
                        <m:r>
                          <a:rPr kumimoji="1" lang="en-US" altLang="zh-CN" sz="3200" b="0" i="1" smtClean="0">
                            <a:latin typeface="Cambria Math" panose="02040503050406030204" pitchFamily="18" charset="0"/>
                          </a:rPr>
                          <m:t>𝑀𝑇𝐵𝐹</m:t>
                        </m:r>
                      </m:den>
                    </m:f>
                    <m:r>
                      <a:rPr kumimoji="1" lang="en-US" altLang="zh-CN" sz="3200" b="0" i="1" smtClean="0">
                        <a:latin typeface="Cambria Math" panose="02040503050406030204" pitchFamily="18" charset="0"/>
                      </a:rPr>
                      <m:t>=</m:t>
                    </m:r>
                    <m:f>
                      <m:fPr>
                        <m:ctrlPr>
                          <a:rPr kumimoji="1" lang="en-US" altLang="zh-CN" sz="3200" b="0" i="1" smtClean="0">
                            <a:latin typeface="Cambria Math" panose="02040503050406030204" pitchFamily="18" charset="0"/>
                          </a:rPr>
                        </m:ctrlPr>
                      </m:fPr>
                      <m:num>
                        <m:r>
                          <a:rPr kumimoji="1" lang="en-US" altLang="zh-CN" sz="3200" b="0" i="0" smtClean="0">
                            <a:solidFill>
                              <a:schemeClr val="accent6"/>
                            </a:solidFill>
                            <a:latin typeface="Cambria Math" panose="02040503050406030204" pitchFamily="18" charset="0"/>
                          </a:rPr>
                          <m:t>8</m:t>
                        </m:r>
                        <m:r>
                          <m:rPr>
                            <m:sty m:val="p"/>
                          </m:rPr>
                          <a:rPr kumimoji="1" lang="en-US" altLang="zh-CN" sz="3200" b="0" i="0" smtClean="0">
                            <a:solidFill>
                              <a:schemeClr val="accent6"/>
                            </a:solidFill>
                            <a:latin typeface="Cambria Math" panose="02040503050406030204" pitchFamily="18" charset="0"/>
                          </a:rPr>
                          <m:t>H</m:t>
                        </m:r>
                      </m:num>
                      <m:den>
                        <m:r>
                          <a:rPr kumimoji="1" lang="en-US" altLang="zh-CN" sz="3200" b="0" i="0" smtClean="0">
                            <a:solidFill>
                              <a:schemeClr val="accent6"/>
                            </a:solidFill>
                            <a:latin typeface="Cambria Math" panose="02040503050406030204" pitchFamily="18" charset="0"/>
                          </a:rPr>
                          <m:t>8</m:t>
                        </m:r>
                        <m:r>
                          <m:rPr>
                            <m:sty m:val="p"/>
                          </m:rPr>
                          <a:rPr kumimoji="1" lang="en-US" altLang="zh-CN" sz="3200" b="0" i="0" smtClean="0">
                            <a:solidFill>
                              <a:schemeClr val="accent6"/>
                            </a:solidFill>
                            <a:latin typeface="Cambria Math" panose="02040503050406030204" pitchFamily="18" charset="0"/>
                          </a:rPr>
                          <m:t>H</m:t>
                        </m:r>
                        <m:r>
                          <a:rPr kumimoji="1" lang="en-US" altLang="zh-CN" sz="3200" b="0" i="0" smtClean="0">
                            <a:latin typeface="Cambria Math" panose="02040503050406030204" pitchFamily="18" charset="0"/>
                          </a:rPr>
                          <m:t>+</m:t>
                        </m:r>
                        <m:r>
                          <a:rPr kumimoji="1" lang="en-US" altLang="zh-CN" sz="3200" b="0" i="0" smtClean="0">
                            <a:solidFill>
                              <a:schemeClr val="accent1"/>
                            </a:solidFill>
                            <a:latin typeface="Cambria Math" panose="02040503050406030204" pitchFamily="18" charset="0"/>
                          </a:rPr>
                          <m:t>2</m:t>
                        </m:r>
                        <m:r>
                          <m:rPr>
                            <m:sty m:val="p"/>
                          </m:rPr>
                          <a:rPr kumimoji="1" lang="en-US" altLang="zh-CN" sz="3200" b="0" i="0" smtClean="0">
                            <a:solidFill>
                              <a:schemeClr val="accent1"/>
                            </a:solidFill>
                            <a:latin typeface="Cambria Math" panose="02040503050406030204" pitchFamily="18" charset="0"/>
                          </a:rPr>
                          <m:t>H</m:t>
                        </m:r>
                      </m:den>
                    </m:f>
                    <m:r>
                      <a:rPr kumimoji="1" lang="en-US" altLang="zh-CN" sz="3200" b="0" i="1" smtClean="0">
                        <a:latin typeface="Cambria Math" panose="02040503050406030204" pitchFamily="18" charset="0"/>
                      </a:rPr>
                      <m:t>=80%</m:t>
                    </m:r>
                  </m:oMath>
                </a14:m>
                <a:r>
                  <a:rPr kumimoji="1" lang="zh-CN" altLang="en-US" sz="3200" dirty="0"/>
                  <a:t>  </a:t>
                </a:r>
              </a:p>
            </p:txBody>
          </p:sp>
        </mc:Choice>
        <mc:Fallback xmlns="">
          <p:sp>
            <p:nvSpPr>
              <p:cNvPr id="37" name="文本框 36">
                <a:extLst>
                  <a:ext uri="{FF2B5EF4-FFF2-40B4-BE49-F238E27FC236}">
                    <a16:creationId xmlns:a16="http://schemas.microsoft.com/office/drawing/2014/main" id="{6B344662-501E-1A98-97A6-BDC684220C49}"/>
                  </a:ext>
                </a:extLst>
              </p:cNvPr>
              <p:cNvSpPr txBox="1">
                <a:spLocks noRot="1" noChangeAspect="1" noMove="1" noResize="1" noEditPoints="1" noAdjustHandles="1" noChangeArrowheads="1" noChangeShapeType="1" noTextEdit="1"/>
              </p:cNvSpPr>
              <p:nvPr/>
            </p:nvSpPr>
            <p:spPr>
              <a:xfrm>
                <a:off x="950496" y="3943125"/>
                <a:ext cx="7243008" cy="710066"/>
              </a:xfrm>
              <a:prstGeom prst="rect">
                <a:avLst/>
              </a:prstGeom>
              <a:blipFill>
                <a:blip r:embed="rId4"/>
                <a:stretch>
                  <a:fillRect l="-1923" b="-12281"/>
                </a:stretch>
              </a:blipFill>
            </p:spPr>
            <p:txBody>
              <a:bodyPr/>
              <a:lstStyle/>
              <a:p>
                <a:r>
                  <a:rPr lang="zh-CN" altLang="en-US">
                    <a:noFill/>
                  </a:rPr>
                  <a:t> </a:t>
                </a:r>
              </a:p>
            </p:txBody>
          </p:sp>
        </mc:Fallback>
      </mc:AlternateContent>
      <p:sp>
        <p:nvSpPr>
          <p:cNvPr id="38" name="文本框 37">
            <a:extLst>
              <a:ext uri="{FF2B5EF4-FFF2-40B4-BE49-F238E27FC236}">
                <a16:creationId xmlns:a16="http://schemas.microsoft.com/office/drawing/2014/main" id="{CFD2D818-3AE8-DE01-591A-F7942A15AAC9}"/>
              </a:ext>
            </a:extLst>
          </p:cNvPr>
          <p:cNvSpPr txBox="1"/>
          <p:nvPr/>
        </p:nvSpPr>
        <p:spPr>
          <a:xfrm>
            <a:off x="432276" y="5235999"/>
            <a:ext cx="1082348" cy="523220"/>
          </a:xfrm>
          <a:prstGeom prst="rect">
            <a:avLst/>
          </a:prstGeom>
          <a:noFill/>
        </p:spPr>
        <p:txBody>
          <a:bodyPr wrap="none" rtlCol="0">
            <a:spAutoFit/>
          </a:bodyPr>
          <a:lstStyle/>
          <a:p>
            <a:pPr defTabSz="914400">
              <a:spcBef>
                <a:spcPts val="1000"/>
              </a:spcBef>
              <a:buSzPct val="100000"/>
            </a:pPr>
            <a:r>
              <a:rPr kumimoji="1" lang="en-US" altLang="zh-CN" sz="2800" dirty="0">
                <a:latin typeface="Arial" panose="020B0604020202020204" pitchFamily="34" charset="0"/>
                <a:ea typeface="黑体" panose="02010609060101010101" pitchFamily="49" charset="-122"/>
                <a:cs typeface="Arial" panose="020B0604020202020204" pitchFamily="34" charset="0"/>
              </a:rPr>
              <a:t>Also,</a:t>
            </a:r>
            <a:r>
              <a:rPr kumimoji="1" lang="zh-CN" altLang="en-US" sz="2800" dirty="0">
                <a:latin typeface="Arial" panose="020B0604020202020204" pitchFamily="34" charset="0"/>
                <a:ea typeface="黑体" panose="02010609060101010101" pitchFamily="49" charset="-122"/>
                <a:cs typeface="Arial" panose="020B0604020202020204" pitchFamily="34" charset="0"/>
              </a:rPr>
              <a:t> </a:t>
            </a:r>
          </a:p>
        </p:txBody>
      </p:sp>
      <p:sp>
        <p:nvSpPr>
          <p:cNvPr id="39" name="文本框 38">
            <a:extLst>
              <a:ext uri="{FF2B5EF4-FFF2-40B4-BE49-F238E27FC236}">
                <a16:creationId xmlns:a16="http://schemas.microsoft.com/office/drawing/2014/main" id="{8A94FB05-3997-F98F-2024-5B026B199C9E}"/>
              </a:ext>
            </a:extLst>
          </p:cNvPr>
          <p:cNvSpPr txBox="1"/>
          <p:nvPr/>
        </p:nvSpPr>
        <p:spPr>
          <a:xfrm>
            <a:off x="1564302" y="6130281"/>
            <a:ext cx="6027484" cy="461665"/>
          </a:xfrm>
          <a:prstGeom prst="rect">
            <a:avLst/>
          </a:prstGeom>
          <a:noFill/>
        </p:spPr>
        <p:txBody>
          <a:bodyPr wrap="non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提高 </a:t>
            </a:r>
            <a:r>
              <a:rPr kumimoji="1" lang="en-US" altLang="zh-CN" sz="2400" dirty="0">
                <a:latin typeface="Arial" panose="020B0604020202020204" pitchFamily="34" charset="0"/>
                <a:ea typeface="黑体" panose="02010609060101010101" pitchFamily="49" charset="-122"/>
                <a:cs typeface="Arial" panose="020B0604020202020204" pitchFamily="34" charset="0"/>
              </a:rPr>
              <a:t>Availability</a:t>
            </a:r>
            <a:r>
              <a:rPr kumimoji="1" lang="zh-CN" altLang="en-US" sz="2400" dirty="0">
                <a:latin typeface="Arial" panose="020B0604020202020204" pitchFamily="34" charset="0"/>
                <a:ea typeface="黑体" panose="02010609060101010101" pitchFamily="49" charset="-122"/>
                <a:cs typeface="Arial" panose="020B0604020202020204" pitchFamily="34" charset="0"/>
              </a:rPr>
              <a:t>：减少</a:t>
            </a:r>
            <a:r>
              <a:rPr kumimoji="1" lang="en-US" altLang="zh-CN" sz="2400" dirty="0">
                <a:latin typeface="Arial" panose="020B0604020202020204" pitchFamily="34" charset="0"/>
                <a:ea typeface="黑体" panose="02010609060101010101" pitchFamily="49" charset="-122"/>
                <a:cs typeface="Arial" panose="020B0604020202020204" pitchFamily="34" charset="0"/>
              </a:rPr>
              <a:t>MTTR</a:t>
            </a:r>
            <a:r>
              <a:rPr kumimoji="1" lang="zh-CN" altLang="en-US" sz="2400" dirty="0">
                <a:latin typeface="Arial" panose="020B0604020202020204" pitchFamily="34" charset="0"/>
                <a:ea typeface="黑体" panose="02010609060101010101" pitchFamily="49" charset="-122"/>
                <a:cs typeface="Arial" panose="020B0604020202020204" pitchFamily="34" charset="0"/>
              </a:rPr>
              <a:t> 或 增加</a:t>
            </a:r>
            <a:r>
              <a:rPr kumimoji="1" lang="en-US" altLang="zh-CN" sz="2400" dirty="0">
                <a:latin typeface="Arial" panose="020B0604020202020204" pitchFamily="34" charset="0"/>
                <a:ea typeface="黑体" panose="02010609060101010101" pitchFamily="49" charset="-122"/>
                <a:cs typeface="Arial" panose="020B0604020202020204" pitchFamily="34" charset="0"/>
              </a:rPr>
              <a:t>MTBF</a:t>
            </a:r>
            <a:endParaRPr kumimoji="1" lang="zh-CN" altLang="en-US" sz="24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3920343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a typeface="宋体" panose="02010600030101010101" pitchFamily="2" charset="-122"/>
              </a:rPr>
              <a:t>Availability</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 </a:t>
            </a:r>
            <a:r>
              <a:rPr lang="en-US" altLang="zh-CN" dirty="0">
                <a:ea typeface="宋体" panose="02010600030101010101" pitchFamily="2" charset="-122"/>
              </a:rPr>
              <a:t>System Classes</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19</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5" name="图片 24">
            <a:extLst>
              <a:ext uri="{FF2B5EF4-FFF2-40B4-BE49-F238E27FC236}">
                <a16:creationId xmlns:a16="http://schemas.microsoft.com/office/drawing/2014/main" id="{04910450-ABB3-08FB-7C76-78E858ABBE0F}"/>
              </a:ext>
            </a:extLst>
          </p:cNvPr>
          <p:cNvPicPr>
            <a:picLocks noChangeAspect="1"/>
          </p:cNvPicPr>
          <p:nvPr/>
        </p:nvPicPr>
        <p:blipFill>
          <a:blip r:embed="rId2"/>
          <a:stretch>
            <a:fillRect/>
          </a:stretch>
        </p:blipFill>
        <p:spPr>
          <a:xfrm>
            <a:off x="513064" y="1983865"/>
            <a:ext cx="8193176" cy="3555921"/>
          </a:xfrm>
          <a:prstGeom prst="rect">
            <a:avLst/>
          </a:prstGeom>
        </p:spPr>
      </p:pic>
    </p:spTree>
    <p:extLst>
      <p:ext uri="{BB962C8B-B14F-4D97-AF65-F5344CB8AC3E}">
        <p14:creationId xmlns:p14="http://schemas.microsoft.com/office/powerpoint/2010/main" val="3171076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Availability</a:t>
            </a:r>
            <a:r>
              <a:rPr lang="zh-CN" altLang="en-US" dirty="0"/>
              <a:t> </a:t>
            </a:r>
            <a:r>
              <a:rPr lang="en-US" altLang="zh-CN" dirty="0"/>
              <a:t>-</a:t>
            </a:r>
            <a:r>
              <a:rPr lang="zh-CN" altLang="en-US" dirty="0"/>
              <a:t> 一分钟宕机成本</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20</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2" name="图片 21">
            <a:extLst>
              <a:ext uri="{FF2B5EF4-FFF2-40B4-BE49-F238E27FC236}">
                <a16:creationId xmlns:a16="http://schemas.microsoft.com/office/drawing/2014/main" id="{1C38F6F4-BBD1-8911-6F0E-73FE0D965F1B}"/>
              </a:ext>
            </a:extLst>
          </p:cNvPr>
          <p:cNvPicPr>
            <a:picLocks noChangeAspect="1"/>
          </p:cNvPicPr>
          <p:nvPr/>
        </p:nvPicPr>
        <p:blipFill>
          <a:blip r:embed="rId3"/>
          <a:stretch>
            <a:fillRect/>
          </a:stretch>
        </p:blipFill>
        <p:spPr>
          <a:xfrm>
            <a:off x="381000" y="1171213"/>
            <a:ext cx="7772400" cy="4292054"/>
          </a:xfrm>
          <a:prstGeom prst="rect">
            <a:avLst/>
          </a:prstGeom>
        </p:spPr>
      </p:pic>
      <p:sp>
        <p:nvSpPr>
          <p:cNvPr id="24" name="文本框 23">
            <a:extLst>
              <a:ext uri="{FF2B5EF4-FFF2-40B4-BE49-F238E27FC236}">
                <a16:creationId xmlns:a16="http://schemas.microsoft.com/office/drawing/2014/main" id="{2B1612EF-9CF7-12E9-907C-62FFC12F0C4B}"/>
              </a:ext>
            </a:extLst>
          </p:cNvPr>
          <p:cNvSpPr txBox="1"/>
          <p:nvPr/>
        </p:nvSpPr>
        <p:spPr>
          <a:xfrm>
            <a:off x="381000" y="6033264"/>
            <a:ext cx="4646785" cy="369332"/>
          </a:xfrm>
          <a:prstGeom prst="rect">
            <a:avLst/>
          </a:prstGeom>
          <a:noFill/>
        </p:spPr>
        <p:txBody>
          <a:bodyPr wrap="none" rtlCol="0">
            <a:spAutoFit/>
          </a:bodyPr>
          <a:lstStyle/>
          <a:p>
            <a:r>
              <a:rPr kumimoji="1" lang="en-US" altLang="zh-CN" dirty="0"/>
              <a:t>Reference:</a:t>
            </a:r>
            <a:r>
              <a:rPr kumimoji="1" lang="zh-CN" altLang="en-US" dirty="0"/>
              <a:t> </a:t>
            </a:r>
            <a:r>
              <a:rPr kumimoji="1" lang="en-US" altLang="zh-CN" dirty="0"/>
              <a:t>The</a:t>
            </a:r>
            <a:r>
              <a:rPr kumimoji="1" lang="zh-CN" altLang="en-US" dirty="0"/>
              <a:t> </a:t>
            </a:r>
            <a:r>
              <a:rPr kumimoji="1" lang="en-US" altLang="zh-CN" dirty="0"/>
              <a:t>Standish</a:t>
            </a:r>
            <a:r>
              <a:rPr kumimoji="1" lang="zh-CN" altLang="en-US" dirty="0"/>
              <a:t> </a:t>
            </a:r>
            <a:r>
              <a:rPr kumimoji="1" lang="en-US" altLang="zh-CN" dirty="0"/>
              <a:t>Group</a:t>
            </a:r>
            <a:r>
              <a:rPr kumimoji="1" lang="zh-CN" altLang="en-US" dirty="0"/>
              <a:t> </a:t>
            </a:r>
            <a:r>
              <a:rPr kumimoji="1" lang="en-US" altLang="zh-CN" dirty="0"/>
              <a:t>November</a:t>
            </a:r>
            <a:r>
              <a:rPr kumimoji="1" lang="zh-CN" altLang="en-US" dirty="0"/>
              <a:t> </a:t>
            </a:r>
            <a:r>
              <a:rPr kumimoji="1" lang="en-US" altLang="zh-CN" dirty="0"/>
              <a:t>1998</a:t>
            </a:r>
            <a:endParaRPr kumimoji="1" lang="zh-CN" altLang="en-US" dirty="0"/>
          </a:p>
        </p:txBody>
      </p:sp>
    </p:spTree>
    <p:extLst>
      <p:ext uri="{BB962C8B-B14F-4D97-AF65-F5344CB8AC3E}">
        <p14:creationId xmlns:p14="http://schemas.microsoft.com/office/powerpoint/2010/main" val="197308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Reliability</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Reliability</a:t>
            </a:r>
            <a:r>
              <a:rPr kumimoji="1" lang="zh-CN" altLang="en-US" dirty="0"/>
              <a:t>：系统无故障地</a:t>
            </a:r>
            <a:r>
              <a:rPr kumimoji="1" lang="zh-CN" altLang="en-US" i="1" dirty="0">
                <a:solidFill>
                  <a:schemeClr val="accent1"/>
                </a:solidFill>
              </a:rPr>
              <a:t>连续</a:t>
            </a:r>
            <a:r>
              <a:rPr kumimoji="1" lang="zh-CN" altLang="en-US" i="1" dirty="0"/>
              <a:t> </a:t>
            </a:r>
            <a:r>
              <a:rPr kumimoji="1" lang="zh-CN" altLang="en-US" dirty="0"/>
              <a:t>运行的概率</a:t>
            </a:r>
            <a:endParaRPr kumimoji="1" lang="en-US" altLang="zh-CN" dirty="0"/>
          </a:p>
          <a:p>
            <a:pPr lvl="1"/>
            <a:r>
              <a:rPr kumimoji="1" lang="en-US" altLang="zh-CN" dirty="0"/>
              <a:t>R(t)</a:t>
            </a:r>
            <a:r>
              <a:rPr kumimoji="1" lang="zh-CN" altLang="en-US" dirty="0"/>
              <a:t>：在时间 </a:t>
            </a:r>
            <a:r>
              <a:rPr kumimoji="1" lang="en-US" altLang="zh-CN" dirty="0"/>
              <a:t>t</a:t>
            </a:r>
            <a:r>
              <a:rPr kumimoji="1" lang="zh-CN" altLang="en-US" dirty="0"/>
              <a:t> 仍正常工作的概率</a:t>
            </a:r>
            <a:endParaRPr kumimoji="1" lang="en-US" altLang="zh-CN" dirty="0"/>
          </a:p>
          <a:p>
            <a:pPr lvl="1"/>
            <a:r>
              <a:rPr kumimoji="1" lang="zh-CN" altLang="en-US" dirty="0"/>
              <a:t>或等价地，可用 </a:t>
            </a:r>
            <a:r>
              <a:rPr kumimoji="1" lang="en-US" altLang="zh-CN" dirty="0"/>
              <a:t>MTTF</a:t>
            </a:r>
            <a:r>
              <a:rPr kumimoji="1" lang="zh-CN" altLang="en-US" dirty="0"/>
              <a:t> 衡量</a:t>
            </a:r>
            <a:endParaRPr kumimoji="1" lang="en-US" altLang="zh-CN" dirty="0"/>
          </a:p>
          <a:p>
            <a:pPr lvl="1"/>
            <a:r>
              <a:rPr kumimoji="1" lang="zh-CN" altLang="en-US" dirty="0"/>
              <a:t>关注系统的故障频率</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21</a:t>
            </a:fld>
            <a:endParaRPr lang="en-US" dirty="0"/>
          </a:p>
        </p:txBody>
      </p:sp>
    </p:spTree>
    <p:extLst>
      <p:ext uri="{BB962C8B-B14F-4D97-AF65-F5344CB8AC3E}">
        <p14:creationId xmlns:p14="http://schemas.microsoft.com/office/powerpoint/2010/main" val="978486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Reliability</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normAutofit/>
          </a:bodyPr>
          <a:lstStyle/>
          <a:p>
            <a:pPr marL="0" indent="0">
              <a:buNone/>
            </a:pPr>
            <a:r>
              <a:rPr kumimoji="1" lang="zh-CN" altLang="en-US" dirty="0"/>
              <a:t>系统往往由多个组件构成：</a:t>
            </a:r>
            <a:endParaRPr kumimoji="1" lang="en-US" altLang="zh-CN" dirty="0"/>
          </a:p>
          <a:p>
            <a:r>
              <a:rPr kumimoji="1" lang="en-US" altLang="zh-CN" dirty="0"/>
              <a:t>Series</a:t>
            </a:r>
            <a:r>
              <a:rPr kumimoji="1" lang="zh-CN" altLang="en-US" dirty="0"/>
              <a:t> </a:t>
            </a:r>
            <a:r>
              <a:rPr kumimoji="1" lang="en-US" altLang="zh-CN" dirty="0"/>
              <a:t>System</a:t>
            </a:r>
          </a:p>
          <a:p>
            <a:pPr lvl="1"/>
            <a:r>
              <a:rPr kumimoji="1" lang="zh-CN" altLang="en-US" dirty="0">
                <a:solidFill>
                  <a:schemeClr val="accent1"/>
                </a:solidFill>
              </a:rPr>
              <a:t>一个</a:t>
            </a:r>
            <a:r>
              <a:rPr kumimoji="1" lang="zh-CN" altLang="en-US" dirty="0"/>
              <a:t>组件失效则导致系统失效</a:t>
            </a:r>
            <a:endParaRPr kumimoji="1" lang="en-US" altLang="zh-CN" dirty="0"/>
          </a:p>
          <a:p>
            <a:r>
              <a:rPr kumimoji="1" lang="en-US" altLang="zh-CN" dirty="0"/>
              <a:t>Parallel</a:t>
            </a:r>
            <a:r>
              <a:rPr kumimoji="1" lang="zh-CN" altLang="en-US" dirty="0"/>
              <a:t> </a:t>
            </a:r>
            <a:r>
              <a:rPr kumimoji="1" lang="en-US" altLang="zh-CN" dirty="0"/>
              <a:t>System</a:t>
            </a:r>
          </a:p>
          <a:p>
            <a:pPr lvl="1"/>
            <a:r>
              <a:rPr kumimoji="1" lang="zh-CN" altLang="en-US" dirty="0">
                <a:solidFill>
                  <a:schemeClr val="accent1"/>
                </a:solidFill>
              </a:rPr>
              <a:t>所有</a:t>
            </a:r>
            <a:r>
              <a:rPr kumimoji="1" lang="zh-CN" altLang="en-US" dirty="0"/>
              <a:t>组件失效则系统失效</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22</a:t>
            </a:fld>
            <a:endParaRPr lang="en-US" dirty="0"/>
          </a:p>
        </p:txBody>
      </p:sp>
    </p:spTree>
    <p:extLst>
      <p:ext uri="{BB962C8B-B14F-4D97-AF65-F5344CB8AC3E}">
        <p14:creationId xmlns:p14="http://schemas.microsoft.com/office/powerpoint/2010/main" val="1940926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Reliability</a:t>
            </a:r>
            <a:r>
              <a:rPr lang="zh-CN" altLang="en-US" dirty="0"/>
              <a:t> </a:t>
            </a:r>
            <a:r>
              <a:rPr lang="en-US" altLang="zh-CN" dirty="0"/>
              <a:t>–</a:t>
            </a:r>
            <a:r>
              <a:rPr lang="zh-CN" altLang="en-US" dirty="0"/>
              <a:t> </a:t>
            </a:r>
            <a:r>
              <a:rPr lang="en-US" altLang="zh-CN" dirty="0"/>
              <a:t>Series</a:t>
            </a:r>
            <a:r>
              <a:rPr lang="zh-CN" altLang="en-US" dirty="0"/>
              <a:t> </a:t>
            </a:r>
            <a:r>
              <a:rPr lang="en-US" altLang="zh-CN" dirty="0"/>
              <a:t>System</a:t>
            </a:r>
            <a:endParaRPr lang="zh-CN" altLang="en-US" dirty="0"/>
          </a:p>
        </p:txBody>
      </p:sp>
      <mc:AlternateContent xmlns:mc="http://schemas.openxmlformats.org/markup-compatibility/2006" xmlns:a14="http://schemas.microsoft.com/office/drawing/2010/main">
        <mc:Choice Requires="a14">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normAutofit/>
              </a:bodyPr>
              <a:lstStyle/>
              <a:p>
                <a:pPr marL="0" indent="0">
                  <a:buNone/>
                </a:pPr>
                <a:r>
                  <a:rPr kumimoji="1" lang="en-US" altLang="zh-CN" dirty="0">
                    <a:solidFill>
                      <a:schemeClr val="accent1"/>
                    </a:solidFill>
                  </a:rPr>
                  <a:t>Series</a:t>
                </a:r>
                <a:r>
                  <a:rPr kumimoji="1" lang="zh-CN" altLang="en-US" dirty="0">
                    <a:solidFill>
                      <a:schemeClr val="accent1"/>
                    </a:solidFill>
                  </a:rPr>
                  <a:t> </a:t>
                </a:r>
                <a:r>
                  <a:rPr kumimoji="1" lang="en-US" altLang="zh-CN" dirty="0">
                    <a:solidFill>
                      <a:schemeClr val="accent1"/>
                    </a:solidFill>
                  </a:rPr>
                  <a:t>System</a:t>
                </a:r>
              </a:p>
              <a:p>
                <a:r>
                  <a:rPr kumimoji="1" lang="zh-CN" altLang="en-US" dirty="0"/>
                  <a:t>一个组件失效则导致系统失效</a:t>
                </a:r>
                <a:endParaRPr kumimoji="1" lang="en-US" altLang="zh-CN" dirty="0"/>
              </a:p>
              <a:p>
                <a:pPr lvl="1"/>
                <a:r>
                  <a:rPr kumimoji="1" lang="zh-CN" altLang="en-US" dirty="0"/>
                  <a:t>高可靠性的系统依赖于高可靠性的组件</a:t>
                </a:r>
                <a:endParaRPr kumimoji="1" lang="en-US" altLang="zh-CN" dirty="0"/>
              </a:p>
              <a:p>
                <a:r>
                  <a:rPr lang="en-US" altLang="zh-CN" sz="2800" dirty="0"/>
                  <a:t>R</a:t>
                </a:r>
                <a:r>
                  <a:rPr kumimoji="1" lang="en-US" altLang="zh-CN" sz="1200" dirty="0"/>
                  <a:t> Series</a:t>
                </a:r>
                <a:r>
                  <a:rPr lang="en-US" altLang="zh-CN" sz="2800" dirty="0"/>
                  <a:t> = </a:t>
                </a:r>
                <a14:m>
                  <m:oMath xmlns:m="http://schemas.openxmlformats.org/officeDocument/2006/math">
                    <m:nary>
                      <m:naryPr>
                        <m:chr m:val="∏"/>
                        <m:ctrlPr>
                          <a:rPr lang="en-US" altLang="zh-CN" i="1">
                            <a:latin typeface="Cambria Math" panose="02040503050406030204" pitchFamily="18" charset="0"/>
                          </a:rPr>
                        </m:ctrlPr>
                      </m:naryPr>
                      <m:sub>
                        <m:r>
                          <m:rPr>
                            <m:sty m:val="p"/>
                            <m:brk m:alnAt="23"/>
                          </m:rPr>
                          <a:rPr lang="en-US" altLang="zh-CN" i="0">
                            <a:latin typeface="Cambria Math"/>
                          </a:rPr>
                          <m:t>i</m:t>
                        </m:r>
                      </m:sub>
                      <m:sup>
                        <m:r>
                          <m:rPr>
                            <m:sty m:val="p"/>
                          </m:rPr>
                          <a:rPr lang="en-US" altLang="zh-CN" i="0">
                            <a:latin typeface="Cambria Math"/>
                          </a:rPr>
                          <m:t>k</m:t>
                        </m:r>
                      </m:sup>
                      <m:e>
                        <m:r>
                          <m:rPr>
                            <m:sty m:val="p"/>
                          </m:rPr>
                          <a:rPr lang="en-US" altLang="zh-CN" i="0">
                            <a:latin typeface="Cambria Math"/>
                          </a:rPr>
                          <m:t>R</m:t>
                        </m:r>
                        <m:r>
                          <m:rPr>
                            <m:sty m:val="p"/>
                          </m:rPr>
                          <a:rPr lang="en-US" altLang="zh-CN" i="0" baseline="-25000">
                            <a:latin typeface="Cambria Math"/>
                          </a:rPr>
                          <m:t>i</m:t>
                        </m:r>
                      </m:e>
                    </m:nary>
                  </m:oMath>
                </a14:m>
                <a:endParaRPr kumimoji="1" lang="en-US" altLang="zh-CN" dirty="0"/>
              </a:p>
              <a:p>
                <a:endParaRPr kumimoji="1" lang="en-US" altLang="zh-CN" dirty="0"/>
              </a:p>
              <a:p>
                <a:pPr marL="0" indent="0">
                  <a:buNone/>
                </a:pPr>
                <a:r>
                  <a:rPr kumimoji="1" lang="zh-CN" altLang="en-US" dirty="0"/>
                  <a:t>例如：</a:t>
                </a:r>
                <a:endParaRPr kumimoji="1" lang="en-US" altLang="zh-CN" dirty="0"/>
              </a:p>
            </p:txBody>
          </p:sp>
        </mc:Choice>
        <mc:Fallback xmlns="">
          <p:sp>
            <p:nvSpPr>
              <p:cNvPr id="8" name="内容占位符 7">
                <a:extLst>
                  <a:ext uri="{FF2B5EF4-FFF2-40B4-BE49-F238E27FC236}">
                    <a16:creationId xmlns:a16="http://schemas.microsoft.com/office/drawing/2014/main" id="{93C81D77-DE63-3C18-311F-51FB3B1DE3F4}"/>
                  </a:ext>
                </a:extLst>
              </p:cNvPr>
              <p:cNvSpPr>
                <a:spLocks noGrp="1" noRot="1" noChangeAspect="1" noMove="1" noResize="1" noEditPoints="1" noAdjustHandles="1" noChangeArrowheads="1" noChangeShapeType="1" noTextEdit="1"/>
              </p:cNvSpPr>
              <p:nvPr>
                <p:ph idx="1"/>
              </p:nvPr>
            </p:nvSpPr>
            <p:spPr>
              <a:blipFill>
                <a:blip r:embed="rId3"/>
                <a:stretch>
                  <a:fillRect l="-1466" t="-124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38DF745-7D3F-47F4-83A3-874385CFAA69}" type="slidenum">
              <a:rPr lang="en-US" smtClean="0"/>
              <a:pPr/>
              <a:t>23</a:t>
            </a:fld>
            <a:endParaRPr lang="en-US" dirty="0"/>
          </a:p>
        </p:txBody>
      </p:sp>
      <p:sp>
        <p:nvSpPr>
          <p:cNvPr id="3" name="Oval 4">
            <a:extLst>
              <a:ext uri="{FF2B5EF4-FFF2-40B4-BE49-F238E27FC236}">
                <a16:creationId xmlns:a16="http://schemas.microsoft.com/office/drawing/2014/main" id="{2F66D64F-CD23-9A15-89F3-466FC316D1BC}"/>
              </a:ext>
            </a:extLst>
          </p:cNvPr>
          <p:cNvSpPr/>
          <p:nvPr/>
        </p:nvSpPr>
        <p:spPr>
          <a:xfrm>
            <a:off x="1055092" y="4969138"/>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6">
            <a:extLst>
              <a:ext uri="{FF2B5EF4-FFF2-40B4-BE49-F238E27FC236}">
                <a16:creationId xmlns:a16="http://schemas.microsoft.com/office/drawing/2014/main" id="{05DBB40D-28E5-0A04-75C0-E0BA3E013AD1}"/>
              </a:ext>
            </a:extLst>
          </p:cNvPr>
          <p:cNvCxnSpPr>
            <a:stCxn id="3" idx="6"/>
          </p:cNvCxnSpPr>
          <p:nvPr/>
        </p:nvCxnSpPr>
        <p:spPr>
          <a:xfrm>
            <a:off x="1207492" y="5045338"/>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7">
            <a:extLst>
              <a:ext uri="{FF2B5EF4-FFF2-40B4-BE49-F238E27FC236}">
                <a16:creationId xmlns:a16="http://schemas.microsoft.com/office/drawing/2014/main" id="{21CDD454-6227-BCD7-79BB-1BF53911DCDF}"/>
              </a:ext>
            </a:extLst>
          </p:cNvPr>
          <p:cNvSpPr/>
          <p:nvPr/>
        </p:nvSpPr>
        <p:spPr>
          <a:xfrm>
            <a:off x="1740892" y="4740538"/>
            <a:ext cx="5334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3F987C4-2D4C-D285-58DC-E85C58772F48}"/>
              </a:ext>
            </a:extLst>
          </p:cNvPr>
          <p:cNvCxnSpPr/>
          <p:nvPr/>
        </p:nvCxnSpPr>
        <p:spPr>
          <a:xfrm>
            <a:off x="2274292" y="5045338"/>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A8B7335-FF40-02DE-6342-278E3C7A34E3}"/>
              </a:ext>
            </a:extLst>
          </p:cNvPr>
          <p:cNvSpPr/>
          <p:nvPr/>
        </p:nvSpPr>
        <p:spPr>
          <a:xfrm>
            <a:off x="2807692" y="4740538"/>
            <a:ext cx="5334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CC4C18C-98A5-2C6E-B56F-D02D8BB3E447}"/>
              </a:ext>
            </a:extLst>
          </p:cNvPr>
          <p:cNvCxnSpPr/>
          <p:nvPr/>
        </p:nvCxnSpPr>
        <p:spPr>
          <a:xfrm>
            <a:off x="3380716" y="5045338"/>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2">
            <a:extLst>
              <a:ext uri="{FF2B5EF4-FFF2-40B4-BE49-F238E27FC236}">
                <a16:creationId xmlns:a16="http://schemas.microsoft.com/office/drawing/2014/main" id="{4B1FD8B1-4B7E-E4BA-DD1C-2584B304FC91}"/>
              </a:ext>
            </a:extLst>
          </p:cNvPr>
          <p:cNvCxnSpPr/>
          <p:nvPr/>
        </p:nvCxnSpPr>
        <p:spPr>
          <a:xfrm>
            <a:off x="3383026" y="5045338"/>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 name="Oval 13">
            <a:extLst>
              <a:ext uri="{FF2B5EF4-FFF2-40B4-BE49-F238E27FC236}">
                <a16:creationId xmlns:a16="http://schemas.microsoft.com/office/drawing/2014/main" id="{1B8839A1-FE35-FAFE-4DDB-A8B98D8A4000}"/>
              </a:ext>
            </a:extLst>
          </p:cNvPr>
          <p:cNvSpPr/>
          <p:nvPr/>
        </p:nvSpPr>
        <p:spPr>
          <a:xfrm>
            <a:off x="3950299" y="4953836"/>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4">
            <a:extLst>
              <a:ext uri="{FF2B5EF4-FFF2-40B4-BE49-F238E27FC236}">
                <a16:creationId xmlns:a16="http://schemas.microsoft.com/office/drawing/2014/main" id="{9444F6DE-D2E5-AACF-1CB5-1B4DD9A50715}"/>
              </a:ext>
            </a:extLst>
          </p:cNvPr>
          <p:cNvSpPr txBox="1"/>
          <p:nvPr/>
        </p:nvSpPr>
        <p:spPr>
          <a:xfrm>
            <a:off x="1740892" y="4816738"/>
            <a:ext cx="609600" cy="400110"/>
          </a:xfrm>
          <a:prstGeom prst="rect">
            <a:avLst/>
          </a:prstGeom>
          <a:noFill/>
        </p:spPr>
        <p:txBody>
          <a:bodyPr wrap="square" rtlCol="0">
            <a:spAutoFit/>
          </a:bodyPr>
          <a:lstStyle/>
          <a:p>
            <a:pPr algn="ctr"/>
            <a:r>
              <a:rPr lang="en-US" dirty="0"/>
              <a:t>R1</a:t>
            </a:r>
          </a:p>
        </p:txBody>
      </p:sp>
      <p:sp>
        <p:nvSpPr>
          <p:cNvPr id="15" name="TextBox 17">
            <a:extLst>
              <a:ext uri="{FF2B5EF4-FFF2-40B4-BE49-F238E27FC236}">
                <a16:creationId xmlns:a16="http://schemas.microsoft.com/office/drawing/2014/main" id="{AEDE43FC-1063-3475-0003-1378D46D04B5}"/>
              </a:ext>
            </a:extLst>
          </p:cNvPr>
          <p:cNvSpPr txBox="1"/>
          <p:nvPr/>
        </p:nvSpPr>
        <p:spPr>
          <a:xfrm>
            <a:off x="1664692" y="4283338"/>
            <a:ext cx="876300" cy="461665"/>
          </a:xfrm>
          <a:prstGeom prst="rect">
            <a:avLst/>
          </a:prstGeom>
          <a:noFill/>
        </p:spPr>
        <p:txBody>
          <a:bodyPr wrap="square" rtlCol="0">
            <a:spAutoFit/>
          </a:bodyPr>
          <a:lstStyle/>
          <a:p>
            <a:r>
              <a:rPr lang="en-US" sz="2400" dirty="0"/>
              <a:t>0.95</a:t>
            </a:r>
          </a:p>
        </p:txBody>
      </p:sp>
      <p:sp>
        <p:nvSpPr>
          <p:cNvPr id="16" name="TextBox 19">
            <a:extLst>
              <a:ext uri="{FF2B5EF4-FFF2-40B4-BE49-F238E27FC236}">
                <a16:creationId xmlns:a16="http://schemas.microsoft.com/office/drawing/2014/main" id="{08A8048A-F364-7178-31D6-C0348261CBE2}"/>
              </a:ext>
            </a:extLst>
          </p:cNvPr>
          <p:cNvSpPr txBox="1"/>
          <p:nvPr/>
        </p:nvSpPr>
        <p:spPr>
          <a:xfrm>
            <a:off x="2731491" y="4283338"/>
            <a:ext cx="799707" cy="461665"/>
          </a:xfrm>
          <a:prstGeom prst="rect">
            <a:avLst/>
          </a:prstGeom>
          <a:noFill/>
        </p:spPr>
        <p:txBody>
          <a:bodyPr wrap="square" rtlCol="0">
            <a:spAutoFit/>
          </a:bodyPr>
          <a:lstStyle/>
          <a:p>
            <a:r>
              <a:rPr lang="en-US" sz="2400" dirty="0"/>
              <a:t>0.80</a:t>
            </a:r>
          </a:p>
        </p:txBody>
      </p:sp>
      <p:sp>
        <p:nvSpPr>
          <p:cNvPr id="17" name="TextBox 21">
            <a:extLst>
              <a:ext uri="{FF2B5EF4-FFF2-40B4-BE49-F238E27FC236}">
                <a16:creationId xmlns:a16="http://schemas.microsoft.com/office/drawing/2014/main" id="{D5C09CC2-8482-9E5C-4938-E46309EDC578}"/>
              </a:ext>
            </a:extLst>
          </p:cNvPr>
          <p:cNvSpPr txBox="1"/>
          <p:nvPr/>
        </p:nvSpPr>
        <p:spPr>
          <a:xfrm>
            <a:off x="4572000" y="4283338"/>
            <a:ext cx="4367604" cy="1200329"/>
          </a:xfrm>
          <a:prstGeom prst="rect">
            <a:avLst/>
          </a:prstGeom>
          <a:noFill/>
        </p:spPr>
        <p:txBody>
          <a:bodyPr wrap="square" rtlCol="0">
            <a:spAutoFit/>
          </a:bodyPr>
          <a:lstStyle/>
          <a:p>
            <a:pPr algn="l"/>
            <a:r>
              <a:rPr lang="en-US" sz="3600" dirty="0" err="1"/>
              <a:t>R</a:t>
            </a:r>
            <a:r>
              <a:rPr lang="en-US" altLang="zh-CN" sz="3600" baseline="-25000" dirty="0" err="1"/>
              <a:t>Series</a:t>
            </a:r>
            <a:r>
              <a:rPr lang="en-US" sz="3600" dirty="0"/>
              <a:t> = 0.95</a:t>
            </a:r>
            <a:r>
              <a:rPr lang="zh-CN" altLang="en-US" sz="3600" dirty="0"/>
              <a:t> * </a:t>
            </a:r>
            <a:r>
              <a:rPr lang="en-US" sz="3600" dirty="0"/>
              <a:t>0.80</a:t>
            </a:r>
            <a:r>
              <a:rPr lang="zh-CN" altLang="en-US" sz="3600" dirty="0"/>
              <a:t> </a:t>
            </a:r>
            <a:endParaRPr lang="en-US" altLang="zh-CN" sz="3600" dirty="0"/>
          </a:p>
          <a:p>
            <a:pPr algn="l"/>
            <a:r>
              <a:rPr lang="zh-CN" altLang="en-US" sz="3600" dirty="0"/>
              <a:t>           </a:t>
            </a:r>
            <a:r>
              <a:rPr lang="en-US" sz="2800" dirty="0"/>
              <a:t>= </a:t>
            </a:r>
            <a:r>
              <a:rPr lang="en-US" sz="3600" dirty="0"/>
              <a:t>0.76</a:t>
            </a:r>
          </a:p>
        </p:txBody>
      </p:sp>
      <p:sp>
        <p:nvSpPr>
          <p:cNvPr id="18" name="TextBox 32">
            <a:extLst>
              <a:ext uri="{FF2B5EF4-FFF2-40B4-BE49-F238E27FC236}">
                <a16:creationId xmlns:a16="http://schemas.microsoft.com/office/drawing/2014/main" id="{D5825027-A0F5-502E-7CB5-B81BDB8F1732}"/>
              </a:ext>
            </a:extLst>
          </p:cNvPr>
          <p:cNvSpPr txBox="1"/>
          <p:nvPr/>
        </p:nvSpPr>
        <p:spPr>
          <a:xfrm>
            <a:off x="2807692" y="4816738"/>
            <a:ext cx="609600" cy="400110"/>
          </a:xfrm>
          <a:prstGeom prst="rect">
            <a:avLst/>
          </a:prstGeom>
          <a:noFill/>
        </p:spPr>
        <p:txBody>
          <a:bodyPr wrap="square" rtlCol="0">
            <a:spAutoFit/>
          </a:bodyPr>
          <a:lstStyle/>
          <a:p>
            <a:pPr algn="ctr"/>
            <a:r>
              <a:rPr lang="en-US" dirty="0"/>
              <a:t>R2</a:t>
            </a:r>
          </a:p>
        </p:txBody>
      </p:sp>
    </p:spTree>
    <p:extLst>
      <p:ext uri="{BB962C8B-B14F-4D97-AF65-F5344CB8AC3E}">
        <p14:creationId xmlns:p14="http://schemas.microsoft.com/office/powerpoint/2010/main" val="3914873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Reliability</a:t>
            </a:r>
            <a:r>
              <a:rPr lang="zh-CN" altLang="en-US" dirty="0"/>
              <a:t> </a:t>
            </a:r>
            <a:r>
              <a:rPr lang="en-US" altLang="zh-CN" dirty="0"/>
              <a:t>–</a:t>
            </a:r>
            <a:r>
              <a:rPr lang="zh-CN" altLang="en-US" dirty="0"/>
              <a:t> </a:t>
            </a:r>
            <a:r>
              <a:rPr lang="en-US" altLang="zh-CN" dirty="0"/>
              <a:t>Parallel</a:t>
            </a:r>
            <a:r>
              <a:rPr lang="zh-CN" altLang="en-US" dirty="0"/>
              <a:t> </a:t>
            </a:r>
            <a:r>
              <a:rPr lang="en-US" altLang="zh-CN" dirty="0"/>
              <a:t>System</a:t>
            </a:r>
            <a:endParaRPr lang="zh-CN" altLang="en-US" dirty="0"/>
          </a:p>
        </p:txBody>
      </p:sp>
      <mc:AlternateContent xmlns:mc="http://schemas.openxmlformats.org/markup-compatibility/2006" xmlns:a14="http://schemas.microsoft.com/office/drawing/2010/main">
        <mc:Choice Requires="a14">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normAutofit/>
              </a:bodyPr>
              <a:lstStyle/>
              <a:p>
                <a:pPr marL="0" indent="0">
                  <a:buNone/>
                </a:pPr>
                <a:r>
                  <a:rPr kumimoji="1" lang="en-US" altLang="zh-CN" dirty="0">
                    <a:solidFill>
                      <a:schemeClr val="accent1"/>
                    </a:solidFill>
                  </a:rPr>
                  <a:t>Parallel</a:t>
                </a:r>
                <a:r>
                  <a:rPr kumimoji="1" lang="zh-CN" altLang="en-US" dirty="0">
                    <a:solidFill>
                      <a:schemeClr val="accent1"/>
                    </a:solidFill>
                  </a:rPr>
                  <a:t> </a:t>
                </a:r>
                <a:r>
                  <a:rPr kumimoji="1" lang="en-US" altLang="zh-CN" dirty="0">
                    <a:solidFill>
                      <a:schemeClr val="accent1"/>
                    </a:solidFill>
                  </a:rPr>
                  <a:t>System</a:t>
                </a:r>
              </a:p>
              <a:p>
                <a:r>
                  <a:rPr kumimoji="1" lang="zh-CN" altLang="en-US" dirty="0"/>
                  <a:t>所有组件均失效时系统失效</a:t>
                </a:r>
                <a:endParaRPr kumimoji="1" lang="en-US" altLang="zh-CN" dirty="0"/>
              </a:p>
              <a:p>
                <a:pPr lvl="1"/>
                <a:r>
                  <a:rPr kumimoji="1" lang="zh-CN" altLang="en-US" dirty="0"/>
                  <a:t>即利用冗余提高可靠性</a:t>
                </a:r>
                <a:endParaRPr kumimoji="1" lang="en-US" altLang="zh-CN" dirty="0"/>
              </a:p>
              <a:p>
                <a:r>
                  <a:rPr lang="en-US" altLang="zh-CN" sz="2800" dirty="0"/>
                  <a:t>R</a:t>
                </a:r>
                <a:r>
                  <a:rPr kumimoji="1" lang="en-US" altLang="zh-CN" sz="1200" dirty="0"/>
                  <a:t> Parallel</a:t>
                </a:r>
                <a:r>
                  <a:rPr lang="en-US" altLang="zh-CN" sz="2800" dirty="0"/>
                  <a:t> = </a:t>
                </a:r>
                <a14:m>
                  <m:oMath xmlns:m="http://schemas.openxmlformats.org/officeDocument/2006/math">
                    <m:r>
                      <a:rPr lang="en-US" altLang="zh-CN" b="0" i="0" smtClean="0">
                        <a:latin typeface="Cambria Math" panose="02040503050406030204" pitchFamily="18" charset="0"/>
                      </a:rPr>
                      <m:t>1</m:t>
                    </m:r>
                    <m:r>
                      <a:rPr lang="zh-CN" altLang="en-US" b="0" i="0" smtClean="0">
                        <a:latin typeface="Cambria Math" panose="02040503050406030204" pitchFamily="18" charset="0"/>
                      </a:rPr>
                      <m:t> </m:t>
                    </m:r>
                    <m:r>
                      <a:rPr lang="en-US" altLang="zh-CN" b="0" i="0" smtClean="0">
                        <a:latin typeface="Cambria Math" panose="02040503050406030204" pitchFamily="18" charset="0"/>
                      </a:rPr>
                      <m:t>−</m:t>
                    </m:r>
                    <m:nary>
                      <m:naryPr>
                        <m:chr m:val="∏"/>
                        <m:ctrlPr>
                          <a:rPr lang="en-US" altLang="zh-CN" i="1">
                            <a:latin typeface="Cambria Math" panose="02040503050406030204" pitchFamily="18" charset="0"/>
                          </a:rPr>
                        </m:ctrlPr>
                      </m:naryPr>
                      <m:sub>
                        <m:r>
                          <m:rPr>
                            <m:sty m:val="p"/>
                            <m:brk m:alnAt="23"/>
                          </m:rPr>
                          <a:rPr lang="en-US" altLang="zh-CN" i="0">
                            <a:latin typeface="Cambria Math"/>
                          </a:rPr>
                          <m:t>i</m:t>
                        </m:r>
                      </m:sub>
                      <m:sup>
                        <m:r>
                          <m:rPr>
                            <m:sty m:val="p"/>
                          </m:rPr>
                          <a:rPr lang="en-US" altLang="zh-CN" i="0">
                            <a:latin typeface="Cambria Math"/>
                          </a:rPr>
                          <m:t>k</m:t>
                        </m:r>
                      </m:sup>
                      <m:e>
                        <m:r>
                          <a:rPr lang="en-US" altLang="zh-CN" b="0" i="0" smtClean="0">
                            <a:latin typeface="Cambria Math" panose="02040503050406030204" pitchFamily="18" charset="0"/>
                          </a:rPr>
                          <m:t>(1−</m:t>
                        </m:r>
                        <m:r>
                          <m:rPr>
                            <m:sty m:val="p"/>
                          </m:rPr>
                          <a:rPr lang="en-US" altLang="zh-CN" i="0">
                            <a:latin typeface="Cambria Math"/>
                          </a:rPr>
                          <m:t>R</m:t>
                        </m:r>
                        <m:r>
                          <m:rPr>
                            <m:sty m:val="p"/>
                          </m:rPr>
                          <a:rPr lang="en-US" altLang="zh-CN" b="0" i="0" baseline="-25000" smtClean="0">
                            <a:latin typeface="Cambria Math" panose="02040503050406030204" pitchFamily="18" charset="0"/>
                          </a:rPr>
                          <m:t>i</m:t>
                        </m:r>
                        <m:r>
                          <a:rPr lang="en-US" altLang="zh-CN" b="0" i="0" smtClean="0">
                            <a:latin typeface="Cambria Math" panose="02040503050406030204" pitchFamily="18" charset="0"/>
                          </a:rPr>
                          <m:t>)</m:t>
                        </m:r>
                        <m:r>
                          <a:rPr lang="en-US" altLang="zh-CN" i="1" baseline="-25000" smtClean="0">
                            <a:latin typeface="Cambria Math"/>
                          </a:rPr>
                          <m:t> </m:t>
                        </m:r>
                      </m:e>
                    </m:nary>
                  </m:oMath>
                </a14:m>
                <a:endParaRPr kumimoji="1" lang="en-US" altLang="zh-CN" dirty="0"/>
              </a:p>
              <a:p>
                <a:endParaRPr kumimoji="1" lang="en-US" altLang="zh-CN" dirty="0"/>
              </a:p>
              <a:p>
                <a:pPr marL="0" indent="0">
                  <a:buNone/>
                </a:pPr>
                <a:r>
                  <a:rPr kumimoji="1" lang="zh-CN" altLang="en-US" dirty="0"/>
                  <a:t>例如：</a:t>
                </a:r>
                <a:endParaRPr kumimoji="1" lang="en-US" altLang="zh-CN" dirty="0"/>
              </a:p>
            </p:txBody>
          </p:sp>
        </mc:Choice>
        <mc:Fallback xmlns="">
          <p:sp>
            <p:nvSpPr>
              <p:cNvPr id="8" name="内容占位符 7">
                <a:extLst>
                  <a:ext uri="{FF2B5EF4-FFF2-40B4-BE49-F238E27FC236}">
                    <a16:creationId xmlns:a16="http://schemas.microsoft.com/office/drawing/2014/main" id="{93C81D77-DE63-3C18-311F-51FB3B1DE3F4}"/>
                  </a:ext>
                </a:extLst>
              </p:cNvPr>
              <p:cNvSpPr>
                <a:spLocks noGrp="1" noRot="1" noChangeAspect="1" noMove="1" noResize="1" noEditPoints="1" noAdjustHandles="1" noChangeArrowheads="1" noChangeShapeType="1" noTextEdit="1"/>
              </p:cNvSpPr>
              <p:nvPr>
                <p:ph idx="1"/>
              </p:nvPr>
            </p:nvSpPr>
            <p:spPr>
              <a:blipFill>
                <a:blip r:embed="rId3"/>
                <a:stretch>
                  <a:fillRect l="-1466" t="-124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38DF745-7D3F-47F4-83A3-874385CFAA69}" type="slidenum">
              <a:rPr lang="en-US" smtClean="0"/>
              <a:pPr/>
              <a:t>24</a:t>
            </a:fld>
            <a:endParaRPr lang="en-US" dirty="0"/>
          </a:p>
        </p:txBody>
      </p:sp>
      <p:cxnSp>
        <p:nvCxnSpPr>
          <p:cNvPr id="5" name="Straight Connector 6">
            <a:extLst>
              <a:ext uri="{FF2B5EF4-FFF2-40B4-BE49-F238E27FC236}">
                <a16:creationId xmlns:a16="http://schemas.microsoft.com/office/drawing/2014/main" id="{8A66828F-A345-278C-D893-16D1542AC438}"/>
              </a:ext>
            </a:extLst>
          </p:cNvPr>
          <p:cNvCxnSpPr/>
          <p:nvPr/>
        </p:nvCxnSpPr>
        <p:spPr>
          <a:xfrm rot="5400000">
            <a:off x="845622" y="5049980"/>
            <a:ext cx="1143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8">
            <a:extLst>
              <a:ext uri="{FF2B5EF4-FFF2-40B4-BE49-F238E27FC236}">
                <a16:creationId xmlns:a16="http://schemas.microsoft.com/office/drawing/2014/main" id="{CD09E8F6-9679-6370-34A1-2787E863F9E4}"/>
              </a:ext>
            </a:extLst>
          </p:cNvPr>
          <p:cNvCxnSpPr/>
          <p:nvPr/>
        </p:nvCxnSpPr>
        <p:spPr>
          <a:xfrm>
            <a:off x="1417122" y="4478480"/>
            <a:ext cx="838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9">
            <a:extLst>
              <a:ext uri="{FF2B5EF4-FFF2-40B4-BE49-F238E27FC236}">
                <a16:creationId xmlns:a16="http://schemas.microsoft.com/office/drawing/2014/main" id="{13C0C3A9-F7E5-E7CB-5F0F-75301CE721C0}"/>
              </a:ext>
            </a:extLst>
          </p:cNvPr>
          <p:cNvCxnSpPr/>
          <p:nvPr/>
        </p:nvCxnSpPr>
        <p:spPr>
          <a:xfrm>
            <a:off x="1417122" y="5621480"/>
            <a:ext cx="838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10">
            <a:extLst>
              <a:ext uri="{FF2B5EF4-FFF2-40B4-BE49-F238E27FC236}">
                <a16:creationId xmlns:a16="http://schemas.microsoft.com/office/drawing/2014/main" id="{6991E763-BFFD-5552-9231-FC8C0AA88FFF}"/>
              </a:ext>
            </a:extLst>
          </p:cNvPr>
          <p:cNvSpPr/>
          <p:nvPr/>
        </p:nvSpPr>
        <p:spPr>
          <a:xfrm>
            <a:off x="2255322" y="4249880"/>
            <a:ext cx="5334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1D81DEDF-7C77-2A02-6EAD-241780F5EA4F}"/>
              </a:ext>
            </a:extLst>
          </p:cNvPr>
          <p:cNvSpPr/>
          <p:nvPr/>
        </p:nvSpPr>
        <p:spPr>
          <a:xfrm>
            <a:off x="2255322" y="5392880"/>
            <a:ext cx="5334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12">
            <a:extLst>
              <a:ext uri="{FF2B5EF4-FFF2-40B4-BE49-F238E27FC236}">
                <a16:creationId xmlns:a16="http://schemas.microsoft.com/office/drawing/2014/main" id="{478C5F40-F509-B1A3-F981-2BE262C4BEC9}"/>
              </a:ext>
            </a:extLst>
          </p:cNvPr>
          <p:cNvCxnSpPr/>
          <p:nvPr/>
        </p:nvCxnSpPr>
        <p:spPr>
          <a:xfrm>
            <a:off x="2788722" y="4478480"/>
            <a:ext cx="838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13">
            <a:extLst>
              <a:ext uri="{FF2B5EF4-FFF2-40B4-BE49-F238E27FC236}">
                <a16:creationId xmlns:a16="http://schemas.microsoft.com/office/drawing/2014/main" id="{47711EE9-1E0D-9C10-2341-7E32F4D2013D}"/>
              </a:ext>
            </a:extLst>
          </p:cNvPr>
          <p:cNvCxnSpPr/>
          <p:nvPr/>
        </p:nvCxnSpPr>
        <p:spPr>
          <a:xfrm>
            <a:off x="2788722" y="5623068"/>
            <a:ext cx="838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14">
            <a:extLst>
              <a:ext uri="{FF2B5EF4-FFF2-40B4-BE49-F238E27FC236}">
                <a16:creationId xmlns:a16="http://schemas.microsoft.com/office/drawing/2014/main" id="{8D479379-E488-1B87-E09A-3CD208D70034}"/>
              </a:ext>
            </a:extLst>
          </p:cNvPr>
          <p:cNvCxnSpPr/>
          <p:nvPr/>
        </p:nvCxnSpPr>
        <p:spPr>
          <a:xfrm rot="5400000">
            <a:off x="3056216" y="5049186"/>
            <a:ext cx="1143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16">
            <a:extLst>
              <a:ext uri="{FF2B5EF4-FFF2-40B4-BE49-F238E27FC236}">
                <a16:creationId xmlns:a16="http://schemas.microsoft.com/office/drawing/2014/main" id="{82A0623A-43DE-333B-1573-D688D4C8C9B1}"/>
              </a:ext>
            </a:extLst>
          </p:cNvPr>
          <p:cNvCxnSpPr/>
          <p:nvPr/>
        </p:nvCxnSpPr>
        <p:spPr>
          <a:xfrm>
            <a:off x="1036122" y="493568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17">
            <a:extLst>
              <a:ext uri="{FF2B5EF4-FFF2-40B4-BE49-F238E27FC236}">
                <a16:creationId xmlns:a16="http://schemas.microsoft.com/office/drawing/2014/main" id="{71E3C3A9-9D9B-B904-2673-7A31B89E193E}"/>
              </a:ext>
            </a:extLst>
          </p:cNvPr>
          <p:cNvCxnSpPr/>
          <p:nvPr/>
        </p:nvCxnSpPr>
        <p:spPr>
          <a:xfrm>
            <a:off x="3626922" y="5011880"/>
            <a:ext cx="381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0">
            <a:extLst>
              <a:ext uri="{FF2B5EF4-FFF2-40B4-BE49-F238E27FC236}">
                <a16:creationId xmlns:a16="http://schemas.microsoft.com/office/drawing/2014/main" id="{DBE2BD83-AE32-9060-5BDF-7115D58310DD}"/>
              </a:ext>
            </a:extLst>
          </p:cNvPr>
          <p:cNvSpPr txBox="1"/>
          <p:nvPr/>
        </p:nvSpPr>
        <p:spPr>
          <a:xfrm>
            <a:off x="2303414" y="4326080"/>
            <a:ext cx="465191" cy="400110"/>
          </a:xfrm>
          <a:prstGeom prst="rect">
            <a:avLst/>
          </a:prstGeom>
          <a:noFill/>
        </p:spPr>
        <p:txBody>
          <a:bodyPr wrap="none" rtlCol="0">
            <a:spAutoFit/>
          </a:bodyPr>
          <a:lstStyle/>
          <a:p>
            <a:r>
              <a:rPr lang="en-US" dirty="0"/>
              <a:t>R</a:t>
            </a:r>
            <a:r>
              <a:rPr lang="en-US" baseline="-25000" dirty="0"/>
              <a:t>1</a:t>
            </a:r>
          </a:p>
        </p:txBody>
      </p:sp>
      <p:sp>
        <p:nvSpPr>
          <p:cNvPr id="29" name="TextBox 21">
            <a:extLst>
              <a:ext uri="{FF2B5EF4-FFF2-40B4-BE49-F238E27FC236}">
                <a16:creationId xmlns:a16="http://schemas.microsoft.com/office/drawing/2014/main" id="{D7667424-4BC0-5F12-E30D-EBB75D687BF4}"/>
              </a:ext>
            </a:extLst>
          </p:cNvPr>
          <p:cNvSpPr txBox="1"/>
          <p:nvPr/>
        </p:nvSpPr>
        <p:spPr>
          <a:xfrm>
            <a:off x="2331522" y="5428698"/>
            <a:ext cx="685800" cy="400110"/>
          </a:xfrm>
          <a:prstGeom prst="rect">
            <a:avLst/>
          </a:prstGeom>
          <a:noFill/>
        </p:spPr>
        <p:txBody>
          <a:bodyPr wrap="square" rtlCol="0">
            <a:spAutoFit/>
          </a:bodyPr>
          <a:lstStyle/>
          <a:p>
            <a:r>
              <a:rPr lang="en-US" dirty="0"/>
              <a:t>R</a:t>
            </a:r>
            <a:r>
              <a:rPr lang="en-US" baseline="-25000" dirty="0"/>
              <a:t>2</a:t>
            </a:r>
          </a:p>
        </p:txBody>
      </p:sp>
      <p:sp>
        <p:nvSpPr>
          <p:cNvPr id="30" name="TextBox 4">
            <a:extLst>
              <a:ext uri="{FF2B5EF4-FFF2-40B4-BE49-F238E27FC236}">
                <a16:creationId xmlns:a16="http://schemas.microsoft.com/office/drawing/2014/main" id="{A82177E8-2CCD-1AF5-8706-CF56CD5A5953}"/>
              </a:ext>
            </a:extLst>
          </p:cNvPr>
          <p:cNvSpPr txBox="1"/>
          <p:nvPr/>
        </p:nvSpPr>
        <p:spPr>
          <a:xfrm>
            <a:off x="2146545" y="5954825"/>
            <a:ext cx="683200" cy="400110"/>
          </a:xfrm>
          <a:prstGeom prst="rect">
            <a:avLst/>
          </a:prstGeom>
          <a:noFill/>
        </p:spPr>
        <p:txBody>
          <a:bodyPr wrap="none" rtlCol="0">
            <a:spAutoFit/>
          </a:bodyPr>
          <a:lstStyle/>
          <a:p>
            <a:r>
              <a:rPr lang="en-US" b="1" dirty="0"/>
              <a:t>0.85</a:t>
            </a:r>
          </a:p>
        </p:txBody>
      </p:sp>
      <p:sp>
        <p:nvSpPr>
          <p:cNvPr id="31" name="TextBox 7">
            <a:extLst>
              <a:ext uri="{FF2B5EF4-FFF2-40B4-BE49-F238E27FC236}">
                <a16:creationId xmlns:a16="http://schemas.microsoft.com/office/drawing/2014/main" id="{88860B69-C7D4-5A7B-DD0E-381330530560}"/>
              </a:ext>
            </a:extLst>
          </p:cNvPr>
          <p:cNvSpPr txBox="1"/>
          <p:nvPr/>
        </p:nvSpPr>
        <p:spPr>
          <a:xfrm>
            <a:off x="2180422" y="3745025"/>
            <a:ext cx="683200" cy="400110"/>
          </a:xfrm>
          <a:prstGeom prst="rect">
            <a:avLst/>
          </a:prstGeom>
          <a:noFill/>
        </p:spPr>
        <p:txBody>
          <a:bodyPr wrap="none" rtlCol="0">
            <a:spAutoFit/>
          </a:bodyPr>
          <a:lstStyle/>
          <a:p>
            <a:r>
              <a:rPr lang="en-US" b="1" dirty="0"/>
              <a:t>0.85</a:t>
            </a:r>
          </a:p>
        </p:txBody>
      </p:sp>
      <p:sp>
        <p:nvSpPr>
          <p:cNvPr id="33" name="文本框 32">
            <a:extLst>
              <a:ext uri="{FF2B5EF4-FFF2-40B4-BE49-F238E27FC236}">
                <a16:creationId xmlns:a16="http://schemas.microsoft.com/office/drawing/2014/main" id="{667DEF63-2B30-56E9-C8FE-10226E9461E3}"/>
              </a:ext>
            </a:extLst>
          </p:cNvPr>
          <p:cNvSpPr txBox="1"/>
          <p:nvPr/>
        </p:nvSpPr>
        <p:spPr>
          <a:xfrm>
            <a:off x="4274488" y="4188457"/>
            <a:ext cx="4589812" cy="1384995"/>
          </a:xfrm>
          <a:prstGeom prst="rect">
            <a:avLst/>
          </a:prstGeom>
          <a:noFill/>
        </p:spPr>
        <p:txBody>
          <a:bodyPr wrap="square">
            <a:spAutoFit/>
          </a:bodyPr>
          <a:lstStyle/>
          <a:p>
            <a:r>
              <a:rPr lang="en-US" altLang="zh-CN" sz="2800" dirty="0"/>
              <a:t>R</a:t>
            </a:r>
            <a:r>
              <a:rPr kumimoji="1" lang="en-US" altLang="zh-CN" sz="1200" dirty="0"/>
              <a:t> Parallel</a:t>
            </a:r>
            <a:r>
              <a:rPr lang="en-US" altLang="zh-CN" sz="2800" dirty="0"/>
              <a:t> =</a:t>
            </a:r>
            <a:r>
              <a:rPr lang="zh-CN" altLang="en-US" sz="2800" dirty="0"/>
              <a:t> </a:t>
            </a:r>
            <a:r>
              <a:rPr lang="en-US" altLang="zh-CN" sz="2800" dirty="0"/>
              <a:t>1-</a:t>
            </a:r>
            <a:r>
              <a:rPr lang="zh-CN" altLang="en-US" sz="2800" dirty="0"/>
              <a:t> </a:t>
            </a:r>
            <a:r>
              <a:rPr lang="en-US" altLang="zh-CN" sz="2800" dirty="0"/>
              <a:t>(1-0.85)</a:t>
            </a:r>
            <a:r>
              <a:rPr lang="zh-CN" altLang="en-US" sz="2800" dirty="0"/>
              <a:t> * </a:t>
            </a:r>
            <a:r>
              <a:rPr lang="en-US" altLang="zh-CN" sz="2800" dirty="0"/>
              <a:t>(1-0.85)</a:t>
            </a:r>
            <a:r>
              <a:rPr lang="zh-CN" altLang="en-US" sz="2800" dirty="0"/>
              <a:t> </a:t>
            </a:r>
            <a:endParaRPr lang="en-US" altLang="zh-CN" sz="2800" dirty="0"/>
          </a:p>
          <a:p>
            <a:r>
              <a:rPr lang="zh-CN" altLang="en-US" sz="2800" dirty="0"/>
              <a:t>          </a:t>
            </a:r>
            <a:r>
              <a:rPr lang="en-US" altLang="zh-CN" sz="2800" dirty="0"/>
              <a:t>=</a:t>
            </a:r>
            <a:r>
              <a:rPr lang="zh-CN" altLang="en-US" sz="2800" dirty="0"/>
              <a:t> </a:t>
            </a:r>
            <a:r>
              <a:rPr lang="en-US" altLang="zh-CN" sz="2800" dirty="0"/>
              <a:t>1</a:t>
            </a:r>
            <a:r>
              <a:rPr lang="zh-CN" altLang="en-US" sz="2800" dirty="0"/>
              <a:t> </a:t>
            </a:r>
            <a:r>
              <a:rPr lang="en-US" altLang="zh-CN" sz="2800" dirty="0"/>
              <a:t>–</a:t>
            </a:r>
            <a:r>
              <a:rPr lang="zh-CN" altLang="en-US" sz="2800" dirty="0"/>
              <a:t> </a:t>
            </a:r>
            <a:r>
              <a:rPr lang="en-US" altLang="zh-CN" sz="2800" dirty="0"/>
              <a:t>0.0225</a:t>
            </a:r>
            <a:r>
              <a:rPr lang="zh-CN" altLang="en-US" sz="2800" dirty="0"/>
              <a:t> </a:t>
            </a:r>
            <a:endParaRPr lang="en-US" altLang="zh-CN" sz="2800" dirty="0"/>
          </a:p>
          <a:p>
            <a:r>
              <a:rPr lang="zh-CN" altLang="en-US" sz="2800" dirty="0"/>
              <a:t>          </a:t>
            </a:r>
            <a:r>
              <a:rPr lang="en-US" altLang="zh-CN" sz="2800" dirty="0"/>
              <a:t>=</a:t>
            </a:r>
            <a:r>
              <a:rPr lang="zh-CN" altLang="en-US" sz="2800" dirty="0"/>
              <a:t> </a:t>
            </a:r>
            <a:r>
              <a:rPr lang="en-US" altLang="zh-CN" sz="2800" dirty="0"/>
              <a:t>0.9775</a:t>
            </a:r>
            <a:r>
              <a:rPr lang="zh-CN" altLang="en-US" sz="2800" dirty="0"/>
              <a:t> </a:t>
            </a:r>
          </a:p>
        </p:txBody>
      </p:sp>
    </p:spTree>
    <p:extLst>
      <p:ext uri="{BB962C8B-B14F-4D97-AF65-F5344CB8AC3E}">
        <p14:creationId xmlns:p14="http://schemas.microsoft.com/office/powerpoint/2010/main" val="1613839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D6397E4C-44AB-9A09-94F8-95574A2B1E05}"/>
              </a:ext>
            </a:extLst>
          </p:cNvPr>
          <p:cNvPicPr>
            <a:picLocks noChangeAspect="1"/>
          </p:cNvPicPr>
          <p:nvPr/>
        </p:nvPicPr>
        <p:blipFill>
          <a:blip r:embed="rId3"/>
          <a:stretch>
            <a:fillRect/>
          </a:stretch>
        </p:blipFill>
        <p:spPr>
          <a:xfrm>
            <a:off x="4757070" y="3054666"/>
            <a:ext cx="3153834" cy="3482831"/>
          </a:xfrm>
          <a:prstGeom prst="rect">
            <a:avLst/>
          </a:prstGeom>
        </p:spPr>
      </p:pic>
      <p:sp>
        <p:nvSpPr>
          <p:cNvPr id="2" name="标题 1"/>
          <p:cNvSpPr>
            <a:spLocks noGrp="1"/>
          </p:cNvSpPr>
          <p:nvPr>
            <p:ph type="title"/>
          </p:nvPr>
        </p:nvSpPr>
        <p:spPr/>
        <p:txBody>
          <a:bodyPr/>
          <a:lstStyle/>
          <a:p>
            <a:r>
              <a:rPr lang="en-US" altLang="zh-CN" dirty="0"/>
              <a:t>Availability</a:t>
            </a:r>
            <a:r>
              <a:rPr lang="zh-CN" altLang="en-US" dirty="0"/>
              <a:t> </a:t>
            </a:r>
            <a:r>
              <a:rPr lang="en-US" altLang="zh-CN" dirty="0"/>
              <a:t>vs.</a:t>
            </a:r>
            <a:r>
              <a:rPr lang="zh-CN" altLang="en-US" dirty="0"/>
              <a:t> </a:t>
            </a:r>
            <a:r>
              <a:rPr lang="en-US" altLang="zh-CN" dirty="0"/>
              <a:t>Reliability</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25</a:t>
            </a:fld>
            <a:endParaRPr lang="en-US" dirty="0"/>
          </a:p>
        </p:txBody>
      </p:sp>
      <p:sp>
        <p:nvSpPr>
          <p:cNvPr id="7" name="内容占位符 6">
            <a:extLst>
              <a:ext uri="{FF2B5EF4-FFF2-40B4-BE49-F238E27FC236}">
                <a16:creationId xmlns:a16="http://schemas.microsoft.com/office/drawing/2014/main" id="{C8E25F2A-F3E8-DAD5-2888-1F6792C66BB1}"/>
              </a:ext>
            </a:extLst>
          </p:cNvPr>
          <p:cNvSpPr>
            <a:spLocks noGrp="1"/>
          </p:cNvSpPr>
          <p:nvPr>
            <p:ph idx="1"/>
          </p:nvPr>
        </p:nvSpPr>
        <p:spPr/>
        <p:txBody>
          <a:bodyPr/>
          <a:lstStyle/>
          <a:p>
            <a:pPr marL="0" indent="0">
              <a:buNone/>
            </a:pPr>
            <a:r>
              <a:rPr lang="en-US" altLang="zh-CN" sz="2400" dirty="0"/>
              <a:t>Availability</a:t>
            </a:r>
            <a:r>
              <a:rPr lang="zh-CN" altLang="en-US" sz="2400" dirty="0"/>
              <a:t> 与 </a:t>
            </a:r>
            <a:r>
              <a:rPr lang="en-US" altLang="zh-CN" sz="2400" dirty="0"/>
              <a:t>Reliability</a:t>
            </a:r>
            <a:r>
              <a:rPr lang="zh-CN" altLang="en-US" sz="2400" dirty="0"/>
              <a:t> 刻画不同的性质</a:t>
            </a:r>
            <a:endParaRPr lang="en-US" altLang="zh-CN" sz="2400" dirty="0"/>
          </a:p>
          <a:p>
            <a:pPr marL="0" indent="0">
              <a:buNone/>
            </a:pPr>
            <a:r>
              <a:rPr lang="zh-CN" altLang="en-US" sz="2400" dirty="0"/>
              <a:t>例子：一个高可用但不可靠的系统</a:t>
            </a:r>
            <a:endParaRPr lang="en-US" altLang="zh-CN" sz="2400" dirty="0"/>
          </a:p>
          <a:p>
            <a:r>
              <a:rPr lang="zh-CN" altLang="en-US" sz="2400" dirty="0"/>
              <a:t>假设一个存储系统每小时崩溃 </a:t>
            </a:r>
            <a:r>
              <a:rPr lang="en-US" altLang="zh-CN" sz="2400" dirty="0"/>
              <a:t>30 </a:t>
            </a:r>
            <a:r>
              <a:rPr lang="zh-CN" altLang="en-US" sz="2400" dirty="0"/>
              <a:t>毫秒</a:t>
            </a:r>
            <a:endParaRPr lang="en-US" altLang="zh-CN" sz="2400" dirty="0"/>
          </a:p>
          <a:p>
            <a:r>
              <a:rPr lang="zh-CN" altLang="en-US" sz="2400" dirty="0"/>
              <a:t>可用性：可达 </a:t>
            </a:r>
            <a:r>
              <a:rPr lang="en-US" altLang="zh-CN" sz="2400" dirty="0"/>
              <a:t>7 </a:t>
            </a:r>
            <a:r>
              <a:rPr lang="zh-CN" altLang="en-US" sz="2400" dirty="0"/>
              <a:t>个 </a:t>
            </a:r>
            <a:r>
              <a:rPr lang="en-US" altLang="zh-CN" sz="2400" dirty="0"/>
              <a:t>9</a:t>
            </a:r>
            <a:r>
              <a:rPr lang="zh-CN" altLang="en-US" sz="2400" dirty="0"/>
              <a:t> （</a:t>
            </a:r>
            <a:r>
              <a:rPr lang="en-US" altLang="zh-CN" sz="2400" dirty="0"/>
              <a:t>99.99999% </a:t>
            </a:r>
            <a:r>
              <a:rPr lang="zh-CN" altLang="en-US" sz="2400" dirty="0"/>
              <a:t>）</a:t>
            </a:r>
            <a:endParaRPr lang="en-US" altLang="zh-CN" sz="2400" dirty="0"/>
          </a:p>
          <a:p>
            <a:r>
              <a:rPr lang="zh-CN" altLang="en-US" sz="2400" dirty="0"/>
              <a:t>可靠性：极不可靠（</a:t>
            </a:r>
            <a:r>
              <a:rPr lang="en-US" altLang="zh-CN" sz="2400" dirty="0"/>
              <a:t>MTTF</a:t>
            </a:r>
            <a:r>
              <a:rPr lang="zh-CN" altLang="en-US" sz="2400" dirty="0"/>
              <a:t> </a:t>
            </a:r>
            <a:r>
              <a:rPr lang="en-US" altLang="zh-CN" sz="2400" dirty="0"/>
              <a:t>=</a:t>
            </a:r>
            <a:r>
              <a:rPr lang="zh-CN" altLang="en-US" sz="2400" dirty="0"/>
              <a:t> </a:t>
            </a:r>
            <a:r>
              <a:rPr lang="en-US" altLang="zh-CN" sz="2400" dirty="0"/>
              <a:t>1h</a:t>
            </a:r>
            <a:r>
              <a:rPr lang="zh-CN" altLang="en-US" sz="2400" dirty="0"/>
              <a:t>）</a:t>
            </a:r>
            <a:endParaRPr lang="en-US" altLang="zh-CN" sz="2400" dirty="0"/>
          </a:p>
          <a:p>
            <a:endParaRPr lang="zh-CN" altLang="en-US" dirty="0"/>
          </a:p>
        </p:txBody>
      </p:sp>
      <p:sp>
        <p:nvSpPr>
          <p:cNvPr id="3" name="Content Placeholder 2">
            <a:extLst>
              <a:ext uri="{FF2B5EF4-FFF2-40B4-BE49-F238E27FC236}">
                <a16:creationId xmlns:a16="http://schemas.microsoft.com/office/drawing/2014/main" id="{04A57DCA-89E0-C964-CE66-554CAFA399CB}"/>
              </a:ext>
            </a:extLst>
          </p:cNvPr>
          <p:cNvSpPr txBox="1">
            <a:spLocks/>
          </p:cNvSpPr>
          <p:nvPr/>
        </p:nvSpPr>
        <p:spPr>
          <a:xfrm>
            <a:off x="310125" y="1342704"/>
            <a:ext cx="8229600" cy="1676400"/>
          </a:xfrm>
          <a:prstGeom prst="rect">
            <a:avLst/>
          </a:prstGeom>
        </p:spPr>
        <p:txBody>
          <a:bodyPr vert="horz" lIns="91440" tIns="45720" rIns="91440" bIns="45720" rtlCol="0">
            <a:normAutofit/>
          </a:bodyPr>
          <a:lstStyle>
            <a:lvl1pPr marL="228600" indent="-360000" algn="l" defTabSz="914400" rtl="0" eaLnBrk="1" latinLnBrk="0" hangingPunct="1">
              <a:lnSpc>
                <a:spcPct val="100000"/>
              </a:lnSpc>
              <a:spcBef>
                <a:spcPts val="1000"/>
              </a:spcBef>
              <a:buSzPct val="100000"/>
              <a:buFont typeface="Wingdings" panose="05000000000000000000" pitchFamily="2" charset="2"/>
              <a:buChar char="p"/>
              <a:defRPr lang="zh-CN" altLang="en-US" sz="2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1pPr>
            <a:lvl2pPr marL="855000" indent="-457200" algn="l" defTabSz="914400" rtl="0" eaLnBrk="1" latinLnBrk="0" hangingPunct="1">
              <a:lnSpc>
                <a:spcPct val="100000"/>
              </a:lnSpc>
              <a:spcBef>
                <a:spcPts val="500"/>
              </a:spcBef>
              <a:buSzPct val="100000"/>
              <a:buFont typeface="Wingdings" panose="05000000000000000000" pitchFamily="2" charset="2"/>
              <a:buChar char="n"/>
              <a:defRPr lang="zh-CN" altLang="en-US" sz="24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2pPr>
            <a:lvl3pPr marL="1143000" indent="-228600" algn="l" defTabSz="914400" rtl="0" eaLnBrk="1" latinLnBrk="0" hangingPunct="1">
              <a:lnSpc>
                <a:spcPct val="100000"/>
              </a:lnSpc>
              <a:spcBef>
                <a:spcPts val="500"/>
              </a:spcBef>
              <a:buSzPct val="100000"/>
              <a:buFont typeface="Wingdings" panose="05000000000000000000" pitchFamily="2" charset="2"/>
              <a:buChar char="n"/>
              <a:defRPr lang="zh-CN" altLang="en-US" sz="20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3pPr>
            <a:lvl4pPr marL="1600200" indent="-228600" algn="l" defTabSz="914400" rtl="0" eaLnBrk="1" latinLnBrk="0" hangingPunct="1">
              <a:lnSpc>
                <a:spcPct val="100000"/>
              </a:lnSpc>
              <a:spcBef>
                <a:spcPts val="500"/>
              </a:spcBef>
              <a:buSzPct val="100000"/>
              <a:buFont typeface="Wingdings" panose="05000000000000000000" pitchFamily="2" charset="2"/>
              <a:buChar char="n"/>
              <a:defRPr lang="en-US" alt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4pPr>
            <a:lvl5pPr marL="1600200" indent="-228600" algn="l" defTabSz="914400" rtl="0" eaLnBrk="1" latinLnBrk="0" hangingPunct="1">
              <a:lnSpc>
                <a:spcPct val="100000"/>
              </a:lnSpc>
              <a:spcBef>
                <a:spcPts val="500"/>
              </a:spcBef>
              <a:buSzPct val="100000"/>
              <a:buFont typeface="Wingdings" panose="05000000000000000000" pitchFamily="2" charset="2"/>
              <a:buChar char="n"/>
              <a:defRPr lang="en-US" sz="1800" kern="1200" dirty="0">
                <a:solidFill>
                  <a:schemeClr val="tx1"/>
                </a:solidFill>
                <a:latin typeface="Arial" panose="020B0604020202020204" pitchFamily="34" charset="0"/>
                <a:ea typeface="黑体" panose="02010609060101010101" pitchFamily="49"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82613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en-US" altLang="zh-CN" dirty="0"/>
              <a:t>Safety</a:t>
            </a:r>
            <a:r>
              <a:rPr lang="zh-CN" altLang="en-US" dirty="0"/>
              <a:t> </a:t>
            </a:r>
            <a:r>
              <a:rPr lang="en-US" altLang="zh-CN" dirty="0"/>
              <a:t>&amp;</a:t>
            </a:r>
            <a:r>
              <a:rPr lang="zh-CN" altLang="en-US" dirty="0"/>
              <a:t> </a:t>
            </a:r>
            <a:r>
              <a:rPr lang="en-US" altLang="zh-CN" dirty="0"/>
              <a:t>Maintainability</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26</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lstStyle/>
          <a:p>
            <a:r>
              <a:rPr kumimoji="1" lang="en-US" altLang="zh-CN" dirty="0"/>
              <a:t>Safety:</a:t>
            </a:r>
            <a:r>
              <a:rPr kumimoji="1" lang="zh-CN" altLang="en-US" dirty="0"/>
              <a:t> </a:t>
            </a:r>
            <a:r>
              <a:rPr kumimoji="1" lang="en-US" altLang="zh-CN" dirty="0"/>
              <a:t>A</a:t>
            </a:r>
            <a:r>
              <a:rPr kumimoji="1" lang="zh-CN" altLang="en-US" dirty="0"/>
              <a:t> </a:t>
            </a:r>
            <a:r>
              <a:rPr kumimoji="1" lang="en-US" altLang="zh-CN" dirty="0"/>
              <a:t>measurement</a:t>
            </a:r>
            <a:r>
              <a:rPr kumimoji="1" lang="zh-CN" altLang="en-US" dirty="0"/>
              <a:t> </a:t>
            </a:r>
            <a:r>
              <a:rPr kumimoji="1" lang="en-US" altLang="zh-CN" dirty="0"/>
              <a:t>of</a:t>
            </a:r>
            <a:r>
              <a:rPr kumimoji="1" lang="zh-CN" altLang="en-US" dirty="0"/>
              <a:t> </a:t>
            </a:r>
            <a:r>
              <a:rPr kumimoji="1" lang="en-US" altLang="zh-CN" dirty="0"/>
              <a:t>how</a:t>
            </a:r>
            <a:r>
              <a:rPr kumimoji="1" lang="zh-CN" altLang="en-US" dirty="0"/>
              <a:t> </a:t>
            </a:r>
            <a:r>
              <a:rPr kumimoji="1" lang="en-US" altLang="zh-CN" dirty="0"/>
              <a:t>safe</a:t>
            </a:r>
            <a:r>
              <a:rPr kumimoji="1" lang="zh-CN" altLang="en-US" dirty="0"/>
              <a:t> </a:t>
            </a:r>
            <a:r>
              <a:rPr kumimoji="1" lang="en-US" altLang="zh-CN" dirty="0"/>
              <a:t>failures</a:t>
            </a:r>
            <a:r>
              <a:rPr kumimoji="1" lang="zh-CN" altLang="en-US" dirty="0"/>
              <a:t> </a:t>
            </a:r>
            <a:r>
              <a:rPr kumimoji="1" lang="en-US" altLang="zh-CN" dirty="0"/>
              <a:t>are</a:t>
            </a:r>
          </a:p>
          <a:p>
            <a:pPr lvl="1"/>
            <a:r>
              <a:rPr kumimoji="1" lang="en-US" altLang="zh-CN" dirty="0"/>
              <a:t>System</a:t>
            </a:r>
            <a:r>
              <a:rPr kumimoji="1" lang="zh-CN" altLang="en-US" dirty="0"/>
              <a:t> </a:t>
            </a:r>
            <a:r>
              <a:rPr kumimoji="1" lang="en-US" altLang="zh-CN" dirty="0"/>
              <a:t>fails,</a:t>
            </a:r>
            <a:r>
              <a:rPr kumimoji="1" lang="zh-CN" altLang="en-US" dirty="0"/>
              <a:t> </a:t>
            </a:r>
            <a:r>
              <a:rPr kumimoji="1" lang="en-US" altLang="zh-CN" dirty="0"/>
              <a:t>nothing</a:t>
            </a:r>
            <a:r>
              <a:rPr kumimoji="1" lang="zh-CN" altLang="en-US" dirty="0"/>
              <a:t> </a:t>
            </a:r>
            <a:r>
              <a:rPr kumimoji="1" lang="en-US" altLang="zh-CN" dirty="0"/>
              <a:t>serious</a:t>
            </a:r>
            <a:r>
              <a:rPr kumimoji="1" lang="zh-CN" altLang="en-US" dirty="0"/>
              <a:t> </a:t>
            </a:r>
            <a:r>
              <a:rPr kumimoji="1" lang="en-US" altLang="zh-CN" dirty="0"/>
              <a:t>happens</a:t>
            </a:r>
          </a:p>
          <a:p>
            <a:pPr lvl="1"/>
            <a:r>
              <a:rPr kumimoji="1" lang="en-US" altLang="zh-CN" dirty="0"/>
              <a:t>E.g.,</a:t>
            </a:r>
            <a:r>
              <a:rPr kumimoji="1" lang="zh-CN" altLang="en-US" dirty="0"/>
              <a:t> </a:t>
            </a:r>
            <a:r>
              <a:rPr kumimoji="1" lang="en-US" altLang="zh-CN" dirty="0"/>
              <a:t>high</a:t>
            </a:r>
            <a:r>
              <a:rPr kumimoji="1" lang="zh-CN" altLang="en-US" dirty="0"/>
              <a:t> </a:t>
            </a:r>
            <a:r>
              <a:rPr kumimoji="1" lang="en-US" altLang="zh-CN" dirty="0"/>
              <a:t>degree</a:t>
            </a:r>
            <a:r>
              <a:rPr kumimoji="1" lang="zh-CN" altLang="en-US" dirty="0"/>
              <a:t> </a:t>
            </a:r>
            <a:r>
              <a:rPr kumimoji="1" lang="en-US" altLang="zh-CN" dirty="0"/>
              <a:t>of</a:t>
            </a:r>
            <a:r>
              <a:rPr kumimoji="1" lang="zh-CN" altLang="en-US" dirty="0"/>
              <a:t> </a:t>
            </a:r>
            <a:r>
              <a:rPr kumimoji="1" lang="en-US" altLang="zh-CN" dirty="0"/>
              <a:t>safety</a:t>
            </a:r>
            <a:r>
              <a:rPr kumimoji="1" lang="zh-CN" altLang="en-US" dirty="0"/>
              <a:t> </a:t>
            </a:r>
            <a:r>
              <a:rPr kumimoji="1" lang="en-US" altLang="zh-CN" dirty="0"/>
              <a:t>is</a:t>
            </a:r>
            <a:r>
              <a:rPr kumimoji="1" lang="zh-CN" altLang="en-US" dirty="0"/>
              <a:t> </a:t>
            </a:r>
            <a:r>
              <a:rPr kumimoji="1" lang="en-US" altLang="zh-CN" dirty="0"/>
              <a:t>required</a:t>
            </a:r>
            <a:r>
              <a:rPr kumimoji="1" lang="zh-CN" altLang="en-US" dirty="0"/>
              <a:t> </a:t>
            </a:r>
            <a:r>
              <a:rPr kumimoji="1" lang="en-US" altLang="zh-CN" dirty="0"/>
              <a:t>for</a:t>
            </a:r>
            <a:r>
              <a:rPr kumimoji="1" lang="zh-CN" altLang="en-US" dirty="0"/>
              <a:t> </a:t>
            </a:r>
            <a:r>
              <a:rPr kumimoji="1" lang="en-US" altLang="zh-CN" dirty="0"/>
              <a:t>systems</a:t>
            </a:r>
            <a:r>
              <a:rPr kumimoji="1" lang="zh-CN" altLang="en-US" dirty="0"/>
              <a:t> </a:t>
            </a:r>
            <a:r>
              <a:rPr kumimoji="1" lang="en-US" altLang="zh-CN" dirty="0"/>
              <a:t>controlling</a:t>
            </a:r>
            <a:r>
              <a:rPr kumimoji="1" lang="zh-CN" altLang="en-US" dirty="0"/>
              <a:t> </a:t>
            </a:r>
            <a:r>
              <a:rPr kumimoji="1" lang="en-US" altLang="zh-CN" dirty="0"/>
              <a:t>nuclear</a:t>
            </a:r>
            <a:r>
              <a:rPr kumimoji="1" lang="zh-CN" altLang="en-US" dirty="0"/>
              <a:t> </a:t>
            </a:r>
            <a:r>
              <a:rPr kumimoji="1" lang="en-US" altLang="zh-CN" dirty="0"/>
              <a:t>power</a:t>
            </a:r>
            <a:r>
              <a:rPr kumimoji="1" lang="zh-CN" altLang="en-US" dirty="0"/>
              <a:t> </a:t>
            </a:r>
            <a:r>
              <a:rPr kumimoji="1" lang="en-US" altLang="zh-CN" dirty="0"/>
              <a:t>plants</a:t>
            </a:r>
          </a:p>
          <a:p>
            <a:pPr lvl="1"/>
            <a:endParaRPr kumimoji="1" lang="en-US" altLang="zh-CN" dirty="0"/>
          </a:p>
          <a:p>
            <a:r>
              <a:rPr kumimoji="1" lang="en-US" altLang="zh-CN" dirty="0"/>
              <a:t>Maintainability:</a:t>
            </a:r>
            <a:r>
              <a:rPr kumimoji="1" lang="zh-CN" altLang="en-US" dirty="0"/>
              <a:t> </a:t>
            </a:r>
            <a:r>
              <a:rPr kumimoji="1" lang="en-US" altLang="zh-CN" dirty="0"/>
              <a:t>A</a:t>
            </a:r>
            <a:r>
              <a:rPr kumimoji="1" lang="zh-CN" altLang="en-US" dirty="0"/>
              <a:t> </a:t>
            </a:r>
            <a:r>
              <a:rPr kumimoji="1" lang="en-US" altLang="zh-CN" dirty="0"/>
              <a:t>measurement</a:t>
            </a:r>
            <a:r>
              <a:rPr kumimoji="1" lang="zh-CN" altLang="en-US" dirty="0"/>
              <a:t> </a:t>
            </a:r>
            <a:r>
              <a:rPr kumimoji="1" lang="en-US" altLang="zh-CN" dirty="0"/>
              <a:t>of</a:t>
            </a:r>
            <a:r>
              <a:rPr kumimoji="1" lang="zh-CN" altLang="en-US" dirty="0"/>
              <a:t> </a:t>
            </a:r>
            <a:r>
              <a:rPr kumimoji="1" lang="en-US" altLang="zh-CN" dirty="0"/>
              <a:t>how</a:t>
            </a:r>
            <a:r>
              <a:rPr kumimoji="1" lang="zh-CN" altLang="en-US" dirty="0"/>
              <a:t> </a:t>
            </a:r>
            <a:r>
              <a:rPr kumimoji="1" lang="en-US" altLang="zh-CN" dirty="0"/>
              <a:t>easy</a:t>
            </a:r>
            <a:r>
              <a:rPr kumimoji="1" lang="zh-CN" altLang="en-US" dirty="0"/>
              <a:t> </a:t>
            </a:r>
            <a:r>
              <a:rPr kumimoji="1" lang="en-US" altLang="zh-CN" dirty="0"/>
              <a:t>it</a:t>
            </a:r>
            <a:r>
              <a:rPr kumimoji="1" lang="zh-CN" altLang="en-US" dirty="0"/>
              <a:t> </a:t>
            </a:r>
            <a:r>
              <a:rPr kumimoji="1" lang="en-US" altLang="zh-CN" dirty="0"/>
              <a:t>is</a:t>
            </a:r>
            <a:r>
              <a:rPr kumimoji="1" lang="zh-CN" altLang="en-US" dirty="0"/>
              <a:t> </a:t>
            </a:r>
            <a:r>
              <a:rPr kumimoji="1" lang="en-US" altLang="zh-CN" dirty="0"/>
              <a:t>to</a:t>
            </a:r>
            <a:r>
              <a:rPr kumimoji="1" lang="zh-CN" altLang="en-US" dirty="0"/>
              <a:t> </a:t>
            </a:r>
            <a:r>
              <a:rPr kumimoji="1" lang="en-US" altLang="zh-CN" dirty="0"/>
              <a:t>repair</a:t>
            </a:r>
            <a:r>
              <a:rPr kumimoji="1" lang="zh-CN" altLang="en-US" dirty="0"/>
              <a:t> </a:t>
            </a:r>
            <a:r>
              <a:rPr kumimoji="1" lang="en-US" altLang="zh-CN" dirty="0"/>
              <a:t>a</a:t>
            </a:r>
            <a:r>
              <a:rPr kumimoji="1" lang="zh-CN" altLang="en-US" dirty="0"/>
              <a:t> </a:t>
            </a:r>
            <a:r>
              <a:rPr kumimoji="1" lang="en-US" altLang="zh-CN" dirty="0"/>
              <a:t>system</a:t>
            </a:r>
          </a:p>
          <a:p>
            <a:pPr lvl="1"/>
            <a:r>
              <a:rPr kumimoji="1" lang="en-US" altLang="zh-CN" dirty="0"/>
              <a:t>A</a:t>
            </a:r>
            <a:r>
              <a:rPr kumimoji="1" lang="zh-CN" altLang="en-US" dirty="0"/>
              <a:t> </a:t>
            </a:r>
            <a:r>
              <a:rPr kumimoji="1" lang="en-US" altLang="zh-CN" dirty="0"/>
              <a:t>highly</a:t>
            </a:r>
            <a:r>
              <a:rPr kumimoji="1" lang="zh-CN" altLang="en-US" dirty="0"/>
              <a:t> </a:t>
            </a:r>
            <a:r>
              <a:rPr kumimoji="1" lang="en-US" altLang="zh-CN" dirty="0"/>
              <a:t>maintainable</a:t>
            </a:r>
            <a:r>
              <a:rPr kumimoji="1" lang="zh-CN" altLang="en-US" dirty="0"/>
              <a:t> </a:t>
            </a:r>
            <a:r>
              <a:rPr kumimoji="1" lang="en-US" altLang="zh-CN" dirty="0"/>
              <a:t>system</a:t>
            </a:r>
            <a:r>
              <a:rPr kumimoji="1" lang="zh-CN" altLang="en-US" dirty="0"/>
              <a:t> </a:t>
            </a:r>
            <a:r>
              <a:rPr kumimoji="1" lang="en-US" altLang="zh-CN" dirty="0"/>
              <a:t>may</a:t>
            </a:r>
            <a:r>
              <a:rPr kumimoji="1" lang="zh-CN" altLang="en-US" dirty="0"/>
              <a:t> </a:t>
            </a:r>
            <a:r>
              <a:rPr kumimoji="1" lang="en-US" altLang="zh-CN" dirty="0"/>
              <a:t>also</a:t>
            </a:r>
            <a:r>
              <a:rPr kumimoji="1" lang="zh-CN" altLang="en-US" dirty="0"/>
              <a:t> </a:t>
            </a:r>
            <a:r>
              <a:rPr kumimoji="1" lang="en-US" altLang="zh-CN" dirty="0"/>
              <a:t>show</a:t>
            </a:r>
            <a:r>
              <a:rPr kumimoji="1" lang="zh-CN" altLang="en-US" dirty="0"/>
              <a:t> </a:t>
            </a:r>
            <a:r>
              <a:rPr kumimoji="1" lang="en-US" altLang="zh-CN" dirty="0"/>
              <a:t>a</a:t>
            </a:r>
            <a:r>
              <a:rPr kumimoji="1" lang="zh-CN" altLang="en-US" dirty="0"/>
              <a:t> </a:t>
            </a:r>
            <a:r>
              <a:rPr kumimoji="1" lang="en-US" altLang="zh-CN" dirty="0"/>
              <a:t>high</a:t>
            </a:r>
            <a:r>
              <a:rPr kumimoji="1" lang="zh-CN" altLang="en-US" dirty="0"/>
              <a:t> </a:t>
            </a:r>
            <a:r>
              <a:rPr kumimoji="1" lang="en-US" altLang="zh-CN" dirty="0"/>
              <a:t>degree</a:t>
            </a:r>
            <a:r>
              <a:rPr kumimoji="1" lang="zh-CN" altLang="en-US" dirty="0"/>
              <a:t> </a:t>
            </a:r>
            <a:r>
              <a:rPr kumimoji="1" lang="en-US" altLang="zh-CN" dirty="0"/>
              <a:t>of</a:t>
            </a:r>
            <a:r>
              <a:rPr kumimoji="1" lang="zh-CN" altLang="en-US" dirty="0"/>
              <a:t> </a:t>
            </a:r>
            <a:r>
              <a:rPr kumimoji="1" lang="en-US" altLang="zh-CN" dirty="0"/>
              <a:t>availability</a:t>
            </a:r>
          </a:p>
          <a:p>
            <a:pPr lvl="1"/>
            <a:r>
              <a:rPr kumimoji="1" lang="en-US" altLang="zh-CN" dirty="0"/>
              <a:t>Failures</a:t>
            </a:r>
            <a:r>
              <a:rPr kumimoji="1" lang="zh-CN" altLang="en-US" dirty="0"/>
              <a:t> </a:t>
            </a:r>
            <a:r>
              <a:rPr kumimoji="1" lang="en-US" altLang="zh-CN" dirty="0"/>
              <a:t>can</a:t>
            </a:r>
            <a:r>
              <a:rPr kumimoji="1" lang="zh-CN" altLang="en-US" dirty="0"/>
              <a:t> </a:t>
            </a:r>
            <a:r>
              <a:rPr kumimoji="1" lang="en-US" altLang="zh-CN" dirty="0"/>
              <a:t>be</a:t>
            </a:r>
            <a:r>
              <a:rPr kumimoji="1" lang="zh-CN" altLang="en-US" dirty="0"/>
              <a:t> </a:t>
            </a:r>
            <a:r>
              <a:rPr kumimoji="1" lang="en-US" altLang="zh-CN" dirty="0"/>
              <a:t>detected</a:t>
            </a:r>
            <a:r>
              <a:rPr kumimoji="1" lang="zh-CN" altLang="en-US" dirty="0"/>
              <a:t> </a:t>
            </a:r>
            <a:r>
              <a:rPr kumimoji="1" lang="en-US" altLang="zh-CN" dirty="0"/>
              <a:t>and</a:t>
            </a:r>
            <a:r>
              <a:rPr kumimoji="1" lang="zh-CN" altLang="en-US" dirty="0"/>
              <a:t> </a:t>
            </a:r>
            <a:r>
              <a:rPr kumimoji="1" lang="en-US" altLang="zh-CN" dirty="0"/>
              <a:t>repaired</a:t>
            </a:r>
            <a:r>
              <a:rPr kumimoji="1" lang="zh-CN" altLang="en-US" dirty="0"/>
              <a:t> </a:t>
            </a:r>
            <a:r>
              <a:rPr kumimoji="1" lang="en-US" altLang="zh-CN" dirty="0"/>
              <a:t>automatically</a:t>
            </a:r>
            <a:r>
              <a:rPr kumimoji="1" lang="zh-CN" altLang="en-US" dirty="0"/>
              <a:t> </a:t>
            </a:r>
            <a:r>
              <a:rPr kumimoji="1" lang="en-US" altLang="zh-CN" dirty="0"/>
              <a:t>(Self-healing</a:t>
            </a:r>
            <a:r>
              <a:rPr kumimoji="1" lang="zh-CN" altLang="en-US" dirty="0"/>
              <a:t> </a:t>
            </a:r>
            <a:r>
              <a:rPr kumimoji="1" lang="en-US" altLang="zh-CN" dirty="0"/>
              <a:t>systems)</a:t>
            </a:r>
          </a:p>
          <a:p>
            <a:pPr lvl="1"/>
            <a:endParaRPr kumimoji="1" lang="en-US" altLang="zh-CN"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725282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Dependability</a:t>
            </a:r>
            <a:r>
              <a:rPr lang="zh-CN" altLang="en-US" dirty="0"/>
              <a:t> </a:t>
            </a:r>
            <a:r>
              <a:rPr lang="en-US" altLang="zh-CN" dirty="0"/>
              <a:t>-</a:t>
            </a:r>
            <a:r>
              <a:rPr lang="zh-CN" altLang="en-US" dirty="0"/>
              <a:t> </a:t>
            </a:r>
            <a:r>
              <a:rPr lang="en-US" altLang="zh-CN" dirty="0"/>
              <a:t>the</a:t>
            </a:r>
            <a:r>
              <a:rPr lang="zh-CN" altLang="en-US" dirty="0"/>
              <a:t> </a:t>
            </a:r>
            <a:r>
              <a:rPr lang="en-US" altLang="zh-CN" dirty="0"/>
              <a:t>Big</a:t>
            </a:r>
            <a:r>
              <a:rPr lang="zh-CN" altLang="en-US" dirty="0"/>
              <a:t> </a:t>
            </a:r>
            <a:r>
              <a:rPr lang="en-US" altLang="zh-CN" dirty="0"/>
              <a:t>Idea</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27</a:t>
            </a:fld>
            <a:endParaRPr lang="en-US" dirty="0"/>
          </a:p>
        </p:txBody>
      </p:sp>
      <p:sp>
        <p:nvSpPr>
          <p:cNvPr id="7" name="内容占位符 6">
            <a:extLst>
              <a:ext uri="{FF2B5EF4-FFF2-40B4-BE49-F238E27FC236}">
                <a16:creationId xmlns:a16="http://schemas.microsoft.com/office/drawing/2014/main" id="{C8E25F2A-F3E8-DAD5-2888-1F6792C66BB1}"/>
              </a:ext>
            </a:extLst>
          </p:cNvPr>
          <p:cNvSpPr>
            <a:spLocks noGrp="1"/>
          </p:cNvSpPr>
          <p:nvPr>
            <p:ph idx="1"/>
          </p:nvPr>
        </p:nvSpPr>
        <p:spPr/>
        <p:txBody>
          <a:bodyPr/>
          <a:lstStyle/>
          <a:p>
            <a:r>
              <a:rPr lang="en-US" altLang="zh-CN" dirty="0">
                <a:ea typeface="宋体" panose="02010600030101010101" pitchFamily="2" charset="-122"/>
              </a:rPr>
              <a:t>Since Hardware MTTF is often 100,000 to 1,000,000 hours and MTTR is often 1 to 10 hours, there is a good chance that if one component fails it will be repaired before a second component fails</a:t>
            </a:r>
          </a:p>
          <a:p>
            <a:r>
              <a:rPr lang="en-US" altLang="zh-CN" dirty="0">
                <a:ea typeface="宋体" panose="02010600030101010101" pitchFamily="2" charset="-122"/>
              </a:rPr>
              <a:t>Hence design systems with sufficient redundancy that there is No Single Point of Failure</a:t>
            </a:r>
          </a:p>
        </p:txBody>
      </p:sp>
    </p:spTree>
    <p:extLst>
      <p:ext uri="{BB962C8B-B14F-4D97-AF65-F5344CB8AC3E}">
        <p14:creationId xmlns:p14="http://schemas.microsoft.com/office/powerpoint/2010/main" val="1051701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浴缸曲线</a:t>
            </a:r>
          </a:p>
        </p:txBody>
      </p:sp>
      <p:sp>
        <p:nvSpPr>
          <p:cNvPr id="4" name="灯片编号占位符 3"/>
          <p:cNvSpPr>
            <a:spLocks noGrp="1"/>
          </p:cNvSpPr>
          <p:nvPr>
            <p:ph type="sldNum" sz="quarter" idx="12"/>
          </p:nvPr>
        </p:nvSpPr>
        <p:spPr/>
        <p:txBody>
          <a:bodyPr/>
          <a:lstStyle/>
          <a:p>
            <a:fld id="{F38DF745-7D3F-47F4-83A3-874385CFAA69}" type="slidenum">
              <a:rPr lang="en-US" smtClean="0"/>
              <a:pPr/>
              <a:t>28</a:t>
            </a:fld>
            <a:endParaRPr lang="en-US" dirty="0"/>
          </a:p>
        </p:txBody>
      </p:sp>
      <p:sp>
        <p:nvSpPr>
          <p:cNvPr id="3" name="内容占位符 2">
            <a:extLst>
              <a:ext uri="{FF2B5EF4-FFF2-40B4-BE49-F238E27FC236}">
                <a16:creationId xmlns:a16="http://schemas.microsoft.com/office/drawing/2014/main" id="{CC63F6E1-9CBA-DA51-8D20-F0C6CA7B1AF5}"/>
              </a:ext>
            </a:extLst>
          </p:cNvPr>
          <p:cNvSpPr>
            <a:spLocks noGrp="1"/>
          </p:cNvSpPr>
          <p:nvPr>
            <p:ph idx="1"/>
          </p:nvPr>
        </p:nvSpPr>
        <p:spPr/>
        <p:txBody>
          <a:bodyPr/>
          <a:lstStyle/>
          <a:p>
            <a:r>
              <a:rPr lang="en-US" altLang="zh-CN" i="1" dirty="0">
                <a:ea typeface="宋体" panose="02010600030101010101" pitchFamily="2" charset="-122"/>
                <a:sym typeface="Symbol" pitchFamily="2" charset="2"/>
              </a:rPr>
              <a:t></a:t>
            </a:r>
            <a:r>
              <a:rPr lang="en-US" altLang="zh-CN" i="1" dirty="0">
                <a:ea typeface="宋体" panose="02010600030101010101" pitchFamily="2" charset="-122"/>
              </a:rPr>
              <a:t>(t)</a:t>
            </a:r>
            <a:r>
              <a:rPr lang="en-US" altLang="zh-CN" dirty="0">
                <a:ea typeface="宋体" panose="02010600030101010101" pitchFamily="2" charset="-122"/>
              </a:rPr>
              <a:t> = Component failure rate</a:t>
            </a:r>
          </a:p>
          <a:p>
            <a:pPr lvl="1"/>
            <a:r>
              <a:rPr lang="en-US" altLang="zh-CN" dirty="0">
                <a:ea typeface="宋体" panose="02010600030101010101" pitchFamily="2" charset="-122"/>
              </a:rPr>
              <a:t>Measured in failures per 10</a:t>
            </a:r>
            <a:r>
              <a:rPr lang="en-US" altLang="zh-CN" baseline="30000" dirty="0">
                <a:ea typeface="宋体" panose="02010600030101010101" pitchFamily="2" charset="-122"/>
              </a:rPr>
              <a:t>9</a:t>
            </a:r>
            <a:r>
              <a:rPr lang="en-US" altLang="zh-CN" dirty="0">
                <a:ea typeface="宋体" panose="02010600030101010101" pitchFamily="2" charset="-122"/>
              </a:rPr>
              <a:t> hours</a:t>
            </a:r>
          </a:p>
          <a:p>
            <a:endParaRPr kumimoji="1" lang="zh-CN" altLang="en-US" dirty="0"/>
          </a:p>
        </p:txBody>
      </p:sp>
      <p:sp>
        <p:nvSpPr>
          <p:cNvPr id="7" name="Rectangle 5">
            <a:extLst>
              <a:ext uri="{FF2B5EF4-FFF2-40B4-BE49-F238E27FC236}">
                <a16:creationId xmlns:a16="http://schemas.microsoft.com/office/drawing/2014/main" id="{9EE09B7B-1F77-630C-77AA-0B951D8B9D14}"/>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9" name="Object 4">
            <a:extLst>
              <a:ext uri="{FF2B5EF4-FFF2-40B4-BE49-F238E27FC236}">
                <a16:creationId xmlns:a16="http://schemas.microsoft.com/office/drawing/2014/main" id="{5558FC4C-E077-89E9-0FC4-F793257215B2}"/>
              </a:ext>
            </a:extLst>
          </p:cNvPr>
          <p:cNvGraphicFramePr>
            <a:graphicFrameLocks noChangeAspect="1"/>
          </p:cNvGraphicFramePr>
          <p:nvPr/>
        </p:nvGraphicFramePr>
        <p:xfrm>
          <a:off x="50800" y="2624138"/>
          <a:ext cx="8991600" cy="3587750"/>
        </p:xfrm>
        <a:graphic>
          <a:graphicData uri="http://schemas.openxmlformats.org/presentationml/2006/ole">
            <mc:AlternateContent xmlns:mc="http://schemas.openxmlformats.org/markup-compatibility/2006">
              <mc:Choice xmlns:v="urn:schemas-microsoft-com:vml" Requires="v">
                <p:oleObj spid="_x0000_s1027" name="图片" r:id="rId4" imgW="20574000" imgH="8928100" progId="Word.Picture.8">
                  <p:embed/>
                </p:oleObj>
              </mc:Choice>
              <mc:Fallback>
                <p:oleObj name="图片" r:id="rId4" imgW="20574000" imgH="8928100" progId="Word.Picture.8">
                  <p:embed/>
                  <p:pic>
                    <p:nvPicPr>
                      <p:cNvPr id="9" name="Object 4">
                        <a:extLst>
                          <a:ext uri="{FF2B5EF4-FFF2-40B4-BE49-F238E27FC236}">
                            <a16:creationId xmlns:a16="http://schemas.microsoft.com/office/drawing/2014/main" id="{5558FC4C-E077-89E9-0FC4-F793257215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400" t="4308" r="534" b="6152"/>
                      <a:stretch>
                        <a:fillRect/>
                      </a:stretch>
                    </p:blipFill>
                    <p:spPr bwMode="auto">
                      <a:xfrm>
                        <a:off x="50800" y="2624138"/>
                        <a:ext cx="8991600" cy="358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99339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容错的方法</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Error</a:t>
            </a:r>
            <a:r>
              <a:rPr kumimoji="1" lang="zh-CN" altLang="en-US" dirty="0"/>
              <a:t> </a:t>
            </a:r>
            <a:r>
              <a:rPr kumimoji="1" lang="en-US" altLang="zh-CN" dirty="0"/>
              <a:t>Detection</a:t>
            </a:r>
          </a:p>
          <a:p>
            <a:r>
              <a:rPr kumimoji="1" lang="en-US" altLang="zh-CN" dirty="0"/>
              <a:t>System</a:t>
            </a:r>
            <a:r>
              <a:rPr kumimoji="1" lang="zh-CN" altLang="en-US" dirty="0"/>
              <a:t> </a:t>
            </a:r>
            <a:r>
              <a:rPr kumimoji="1" lang="en-US" altLang="zh-CN" dirty="0"/>
              <a:t>Recovery</a:t>
            </a:r>
          </a:p>
          <a:p>
            <a:r>
              <a:rPr kumimoji="1" lang="en-US" altLang="zh-CN" dirty="0"/>
              <a:t>Fault</a:t>
            </a:r>
            <a:r>
              <a:rPr kumimoji="1" lang="zh-CN" altLang="en-US" dirty="0"/>
              <a:t> </a:t>
            </a:r>
            <a:r>
              <a:rPr kumimoji="1" lang="en-US" altLang="zh-CN" dirty="0"/>
              <a:t>Masking</a:t>
            </a:r>
          </a:p>
          <a:p>
            <a:r>
              <a:rPr kumimoji="1" lang="en-US" altLang="zh-CN" dirty="0"/>
              <a:t>Reconfiguration</a:t>
            </a:r>
          </a:p>
          <a:p>
            <a:r>
              <a:rPr kumimoji="1" lang="en-US" altLang="zh-CN" dirty="0"/>
              <a:t>Redundancy</a:t>
            </a:r>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29</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626373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Error</a:t>
            </a:r>
            <a:r>
              <a:rPr lang="zh-CN" altLang="en-US" dirty="0"/>
              <a:t> </a:t>
            </a:r>
            <a:r>
              <a:rPr lang="en-US" altLang="zh-CN" dirty="0"/>
              <a:t>Detection</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Schemes</a:t>
            </a:r>
          </a:p>
          <a:p>
            <a:pPr lvl="1"/>
            <a:r>
              <a:rPr kumimoji="1" lang="en-US" altLang="zh-CN" dirty="0"/>
              <a:t>Repetition</a:t>
            </a:r>
            <a:r>
              <a:rPr kumimoji="1" lang="zh-CN" altLang="en-US" dirty="0"/>
              <a:t> </a:t>
            </a:r>
            <a:r>
              <a:rPr kumimoji="1" lang="en-US" altLang="zh-CN" dirty="0"/>
              <a:t>codes</a:t>
            </a:r>
          </a:p>
          <a:p>
            <a:pPr lvl="1"/>
            <a:r>
              <a:rPr kumimoji="1" lang="en-US" altLang="zh-CN" dirty="0"/>
              <a:t>Parity</a:t>
            </a:r>
            <a:r>
              <a:rPr kumimoji="1" lang="zh-CN" altLang="en-US" dirty="0"/>
              <a:t> </a:t>
            </a:r>
            <a:r>
              <a:rPr kumimoji="1" lang="en-US" altLang="zh-CN" dirty="0"/>
              <a:t>bits</a:t>
            </a:r>
          </a:p>
          <a:p>
            <a:pPr lvl="1"/>
            <a:r>
              <a:rPr kumimoji="1" lang="en-US" altLang="zh-CN" dirty="0"/>
              <a:t>Checksums</a:t>
            </a:r>
          </a:p>
          <a:p>
            <a:pPr lvl="1"/>
            <a:r>
              <a:rPr kumimoji="1" lang="en-US" altLang="zh-CN" dirty="0"/>
              <a:t>Cyclic</a:t>
            </a:r>
            <a:r>
              <a:rPr kumimoji="1" lang="zh-CN" altLang="en-US" dirty="0"/>
              <a:t> </a:t>
            </a:r>
            <a:r>
              <a:rPr kumimoji="1" lang="en-US" altLang="zh-CN" dirty="0"/>
              <a:t>redundancy</a:t>
            </a:r>
            <a:r>
              <a:rPr kumimoji="1" lang="zh-CN" altLang="en-US" dirty="0"/>
              <a:t> </a:t>
            </a:r>
            <a:r>
              <a:rPr kumimoji="1" lang="en-US" altLang="zh-CN" dirty="0"/>
              <a:t>checks</a:t>
            </a:r>
          </a:p>
          <a:p>
            <a:pPr lvl="1"/>
            <a:r>
              <a:rPr kumimoji="1" lang="en-US" altLang="zh-CN" dirty="0"/>
              <a:t>Cryptography</a:t>
            </a:r>
            <a:r>
              <a:rPr kumimoji="1" lang="zh-CN" altLang="en-US" dirty="0"/>
              <a:t> </a:t>
            </a:r>
            <a:r>
              <a:rPr kumimoji="1" lang="en-US" altLang="zh-CN" dirty="0"/>
              <a:t>hash</a:t>
            </a:r>
            <a:r>
              <a:rPr kumimoji="1" lang="zh-CN" altLang="en-US" dirty="0"/>
              <a:t> </a:t>
            </a:r>
            <a:r>
              <a:rPr kumimoji="1" lang="en-US" altLang="zh-CN" dirty="0"/>
              <a:t>functions</a:t>
            </a:r>
          </a:p>
          <a:p>
            <a:pPr lvl="1"/>
            <a:r>
              <a:rPr kumimoji="1" lang="en-US" altLang="zh-CN" dirty="0"/>
              <a:t>…</a:t>
            </a:r>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30</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07340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System</a:t>
            </a:r>
            <a:r>
              <a:rPr lang="zh-CN" altLang="en-US" dirty="0"/>
              <a:t> </a:t>
            </a:r>
            <a:r>
              <a:rPr lang="en-US" altLang="zh-CN" dirty="0"/>
              <a:t>Recovery</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a:xfrm>
            <a:off x="279700" y="1075764"/>
            <a:ext cx="8659905" cy="5782235"/>
          </a:xfrm>
        </p:spPr>
        <p:txBody>
          <a:bodyPr/>
          <a:lstStyle/>
          <a:p>
            <a:pPr marL="0" indent="0">
              <a:buNone/>
            </a:pPr>
            <a:r>
              <a:rPr kumimoji="1" lang="en-US" altLang="zh-CN" dirty="0"/>
              <a:t>What</a:t>
            </a:r>
            <a:r>
              <a:rPr kumimoji="1" lang="zh-CN" altLang="en-US" dirty="0"/>
              <a:t> </a:t>
            </a:r>
            <a:r>
              <a:rPr kumimoji="1" lang="en-US" altLang="zh-CN" dirty="0"/>
              <a:t>to</a:t>
            </a:r>
            <a:r>
              <a:rPr kumimoji="1" lang="zh-CN" altLang="en-US" dirty="0"/>
              <a:t> </a:t>
            </a:r>
            <a:r>
              <a:rPr kumimoji="1" lang="en-US" altLang="zh-CN" dirty="0"/>
              <a:t>do</a:t>
            </a:r>
            <a:r>
              <a:rPr kumimoji="1" lang="zh-CN" altLang="en-US" dirty="0"/>
              <a:t> </a:t>
            </a:r>
            <a:r>
              <a:rPr kumimoji="1" lang="en-US" altLang="zh-CN" dirty="0"/>
              <a:t>after</a:t>
            </a:r>
            <a:r>
              <a:rPr kumimoji="1" lang="zh-CN" altLang="en-US" dirty="0"/>
              <a:t> </a:t>
            </a:r>
            <a:r>
              <a:rPr kumimoji="1" lang="en-US" altLang="zh-CN" dirty="0"/>
              <a:t>fault</a:t>
            </a:r>
            <a:r>
              <a:rPr kumimoji="1" lang="zh-CN" altLang="en-US" dirty="0"/>
              <a:t> </a:t>
            </a:r>
            <a:r>
              <a:rPr kumimoji="1" lang="en-US" altLang="zh-CN" dirty="0"/>
              <a:t>has</a:t>
            </a:r>
            <a:r>
              <a:rPr kumimoji="1" lang="zh-CN" altLang="en-US" dirty="0"/>
              <a:t> </a:t>
            </a:r>
            <a:r>
              <a:rPr kumimoji="1" lang="en-US" altLang="zh-CN" dirty="0"/>
              <a:t>occurred?</a:t>
            </a:r>
          </a:p>
          <a:p>
            <a:r>
              <a:rPr kumimoji="1" lang="en-US" altLang="zh-CN" dirty="0"/>
              <a:t>System</a:t>
            </a:r>
            <a:r>
              <a:rPr kumimoji="1" lang="zh-CN" altLang="en-US" dirty="0"/>
              <a:t> </a:t>
            </a:r>
            <a:r>
              <a:rPr kumimoji="1" lang="en-US" altLang="zh-CN" dirty="0"/>
              <a:t>Recovery:</a:t>
            </a:r>
            <a:r>
              <a:rPr kumimoji="1" lang="zh-CN" altLang="en-US" dirty="0"/>
              <a:t> </a:t>
            </a:r>
            <a:r>
              <a:rPr kumimoji="1" lang="en-US" altLang="zh-CN" dirty="0"/>
              <a:t>A</a:t>
            </a:r>
            <a:r>
              <a:rPr kumimoji="1" lang="zh-CN" altLang="en-US" dirty="0"/>
              <a:t> </a:t>
            </a:r>
            <a:r>
              <a:rPr kumimoji="1" lang="en-US" altLang="zh-CN" dirty="0"/>
              <a:t>process</a:t>
            </a:r>
            <a:r>
              <a:rPr kumimoji="1" lang="zh-CN" altLang="en-US" dirty="0"/>
              <a:t> </a:t>
            </a:r>
            <a:r>
              <a:rPr kumimoji="1" lang="en-US" altLang="zh-CN" dirty="0"/>
              <a:t>that</a:t>
            </a:r>
            <a:r>
              <a:rPr kumimoji="1" lang="zh-CN" altLang="en-US" dirty="0"/>
              <a:t> </a:t>
            </a:r>
            <a:r>
              <a:rPr kumimoji="1" lang="en-US" altLang="zh-CN" dirty="0"/>
              <a:t>exhibits</a:t>
            </a:r>
            <a:r>
              <a:rPr kumimoji="1" lang="zh-CN" altLang="en-US" dirty="0"/>
              <a:t> </a:t>
            </a:r>
            <a:r>
              <a:rPr kumimoji="1" lang="en-US" altLang="zh-CN" dirty="0"/>
              <a:t>a</a:t>
            </a:r>
            <a:r>
              <a:rPr kumimoji="1" lang="zh-CN" altLang="en-US" dirty="0"/>
              <a:t> </a:t>
            </a:r>
            <a:r>
              <a:rPr kumimoji="1" lang="en-US" altLang="zh-CN" dirty="0"/>
              <a:t>failure</a:t>
            </a:r>
            <a:r>
              <a:rPr kumimoji="1" lang="zh-CN" altLang="en-US" dirty="0"/>
              <a:t> </a:t>
            </a:r>
            <a:r>
              <a:rPr kumimoji="1" lang="en-US" altLang="zh-CN" dirty="0"/>
              <a:t>has</a:t>
            </a:r>
            <a:r>
              <a:rPr kumimoji="1" lang="zh-CN" altLang="en-US" dirty="0"/>
              <a:t> </a:t>
            </a:r>
            <a:r>
              <a:rPr kumimoji="1" lang="en-US" altLang="zh-CN" dirty="0"/>
              <a:t>to</a:t>
            </a:r>
            <a:r>
              <a:rPr kumimoji="1" lang="zh-CN" altLang="en-US" dirty="0"/>
              <a:t> </a:t>
            </a:r>
            <a:r>
              <a:rPr kumimoji="1" lang="en-US" altLang="zh-CN" dirty="0"/>
              <a:t>be</a:t>
            </a:r>
            <a:r>
              <a:rPr kumimoji="1" lang="zh-CN" altLang="en-US" dirty="0"/>
              <a:t> </a:t>
            </a:r>
            <a:r>
              <a:rPr kumimoji="1" lang="en-US" altLang="zh-CN" dirty="0"/>
              <a:t>able</a:t>
            </a:r>
            <a:r>
              <a:rPr kumimoji="1" lang="zh-CN" altLang="en-US" dirty="0"/>
              <a:t> </a:t>
            </a:r>
            <a:r>
              <a:rPr kumimoji="1" lang="en-US" altLang="zh-CN" dirty="0"/>
              <a:t>to</a:t>
            </a:r>
            <a:r>
              <a:rPr kumimoji="1" lang="zh-CN" altLang="en-US" dirty="0"/>
              <a:t> </a:t>
            </a:r>
            <a:r>
              <a:rPr kumimoji="1" lang="en-US" altLang="zh-CN" dirty="0"/>
              <a:t>recover</a:t>
            </a:r>
            <a:r>
              <a:rPr kumimoji="1" lang="zh-CN" altLang="en-US" dirty="0"/>
              <a:t> </a:t>
            </a:r>
            <a:r>
              <a:rPr kumimoji="1" lang="en-US" altLang="zh-CN" dirty="0"/>
              <a:t>to</a:t>
            </a:r>
            <a:r>
              <a:rPr kumimoji="1" lang="zh-CN" altLang="en-US" dirty="0"/>
              <a:t> </a:t>
            </a:r>
            <a:r>
              <a:rPr kumimoji="1" lang="en-US" altLang="zh-CN" dirty="0"/>
              <a:t>a</a:t>
            </a:r>
            <a:r>
              <a:rPr kumimoji="1" lang="zh-CN" altLang="en-US" dirty="0"/>
              <a:t> </a:t>
            </a:r>
            <a:r>
              <a:rPr kumimoji="1" lang="en-US" altLang="zh-CN" dirty="0"/>
              <a:t>correct</a:t>
            </a:r>
            <a:r>
              <a:rPr kumimoji="1" lang="zh-CN" altLang="en-US" dirty="0"/>
              <a:t> </a:t>
            </a:r>
            <a:r>
              <a:rPr kumimoji="1" lang="en-US" altLang="zh-CN" dirty="0"/>
              <a:t>state</a:t>
            </a:r>
          </a:p>
          <a:p>
            <a:r>
              <a:rPr kumimoji="1" lang="en-US" altLang="zh-CN" dirty="0">
                <a:solidFill>
                  <a:schemeClr val="accent1"/>
                </a:solidFill>
              </a:rPr>
              <a:t>a)</a:t>
            </a:r>
            <a:r>
              <a:rPr kumimoji="1" lang="zh-CN" altLang="en-US" dirty="0">
                <a:solidFill>
                  <a:schemeClr val="accent1"/>
                </a:solidFill>
              </a:rPr>
              <a:t> </a:t>
            </a:r>
            <a:r>
              <a:rPr kumimoji="1" lang="en-US" altLang="zh-CN" dirty="0"/>
              <a:t>Backward</a:t>
            </a:r>
            <a:r>
              <a:rPr kumimoji="1" lang="zh-CN" altLang="en-US" dirty="0"/>
              <a:t> </a:t>
            </a:r>
            <a:r>
              <a:rPr kumimoji="1" lang="en-US" altLang="zh-CN" dirty="0"/>
              <a:t>recovery</a:t>
            </a:r>
          </a:p>
          <a:p>
            <a:pPr lvl="1"/>
            <a:r>
              <a:rPr kumimoji="1" lang="en-US" altLang="zh-CN" dirty="0"/>
              <a:t>bring</a:t>
            </a:r>
            <a:r>
              <a:rPr kumimoji="1" lang="zh-CN" altLang="en-US" dirty="0"/>
              <a:t> </a:t>
            </a:r>
            <a:r>
              <a:rPr kumimoji="1" lang="en-US" altLang="zh-CN" dirty="0"/>
              <a:t>the</a:t>
            </a:r>
            <a:r>
              <a:rPr kumimoji="1" lang="zh-CN" altLang="en-US" dirty="0"/>
              <a:t> </a:t>
            </a:r>
            <a:r>
              <a:rPr kumimoji="1" lang="en-US" altLang="zh-CN" dirty="0"/>
              <a:t>system</a:t>
            </a:r>
            <a:r>
              <a:rPr kumimoji="1" lang="zh-CN" altLang="en-US" dirty="0"/>
              <a:t> </a:t>
            </a:r>
            <a:r>
              <a:rPr kumimoji="1" lang="en-US" altLang="zh-CN" dirty="0"/>
              <a:t>from</a:t>
            </a:r>
            <a:r>
              <a:rPr kumimoji="1" lang="zh-CN" altLang="en-US" dirty="0"/>
              <a:t> </a:t>
            </a:r>
            <a:r>
              <a:rPr kumimoji="1" lang="en-US" altLang="zh-CN" dirty="0"/>
              <a:t>an</a:t>
            </a:r>
            <a:r>
              <a:rPr kumimoji="1" lang="zh-CN" altLang="en-US" dirty="0"/>
              <a:t> </a:t>
            </a:r>
            <a:r>
              <a:rPr kumimoji="1" lang="en-US" altLang="zh-CN" dirty="0"/>
              <a:t>erroneous</a:t>
            </a:r>
            <a:r>
              <a:rPr kumimoji="1" lang="zh-CN" altLang="en-US" dirty="0"/>
              <a:t> </a:t>
            </a:r>
            <a:r>
              <a:rPr kumimoji="1" lang="en-US" altLang="zh-CN" dirty="0"/>
              <a:t>state</a:t>
            </a:r>
            <a:r>
              <a:rPr kumimoji="1" lang="zh-CN" altLang="en-US" dirty="0"/>
              <a:t> </a:t>
            </a:r>
            <a:r>
              <a:rPr kumimoji="1" lang="en-US" altLang="zh-CN" dirty="0">
                <a:solidFill>
                  <a:schemeClr val="accent1"/>
                </a:solidFill>
              </a:rPr>
              <a:t>back</a:t>
            </a:r>
            <a:r>
              <a:rPr kumimoji="1" lang="zh-CN" altLang="en-US" dirty="0">
                <a:solidFill>
                  <a:schemeClr val="accent1"/>
                </a:solidFill>
              </a:rPr>
              <a:t> </a:t>
            </a:r>
            <a:r>
              <a:rPr kumimoji="1" lang="en-US" altLang="zh-CN" dirty="0">
                <a:solidFill>
                  <a:schemeClr val="accent1"/>
                </a:solidFill>
              </a:rPr>
              <a:t>to</a:t>
            </a:r>
            <a:r>
              <a:rPr kumimoji="1" lang="zh-CN" altLang="en-US" dirty="0">
                <a:solidFill>
                  <a:schemeClr val="accent1"/>
                </a:solidFill>
              </a:rPr>
              <a:t> </a:t>
            </a:r>
            <a:r>
              <a:rPr kumimoji="1" lang="en-US" altLang="zh-CN" dirty="0">
                <a:solidFill>
                  <a:schemeClr val="accent1"/>
                </a:solidFill>
              </a:rPr>
              <a:t>a</a:t>
            </a:r>
            <a:r>
              <a:rPr kumimoji="1" lang="zh-CN" altLang="en-US" dirty="0">
                <a:solidFill>
                  <a:schemeClr val="accent1"/>
                </a:solidFill>
              </a:rPr>
              <a:t> </a:t>
            </a:r>
            <a:r>
              <a:rPr kumimoji="1" lang="en-US" altLang="zh-CN" dirty="0">
                <a:solidFill>
                  <a:schemeClr val="accent1"/>
                </a:solidFill>
              </a:rPr>
              <a:t>prior</a:t>
            </a:r>
            <a:r>
              <a:rPr kumimoji="1" lang="zh-CN" altLang="en-US" dirty="0">
                <a:solidFill>
                  <a:schemeClr val="accent1"/>
                </a:solidFill>
              </a:rPr>
              <a:t> </a:t>
            </a:r>
            <a:r>
              <a:rPr kumimoji="1" lang="en-US" altLang="zh-CN" dirty="0">
                <a:solidFill>
                  <a:schemeClr val="accent1"/>
                </a:solidFill>
              </a:rPr>
              <a:t>correct</a:t>
            </a:r>
            <a:r>
              <a:rPr kumimoji="1" lang="zh-CN" altLang="en-US" dirty="0"/>
              <a:t> </a:t>
            </a:r>
            <a:r>
              <a:rPr kumimoji="1" lang="en-US" altLang="zh-CN" dirty="0"/>
              <a:t>state</a:t>
            </a:r>
          </a:p>
          <a:p>
            <a:pPr lvl="1"/>
            <a:r>
              <a:rPr kumimoji="1" lang="en-US" altLang="zh-CN" dirty="0"/>
              <a:t>E.g.,</a:t>
            </a:r>
            <a:r>
              <a:rPr kumimoji="1" lang="zh-CN" altLang="en-US" dirty="0"/>
              <a:t> </a:t>
            </a:r>
            <a:r>
              <a:rPr kumimoji="1" lang="en-US" altLang="zh-CN" dirty="0"/>
              <a:t>checkpoint</a:t>
            </a:r>
          </a:p>
          <a:p>
            <a:r>
              <a:rPr kumimoji="1" lang="en-US" altLang="zh-CN" dirty="0">
                <a:solidFill>
                  <a:schemeClr val="accent1"/>
                </a:solidFill>
              </a:rPr>
              <a:t>b)</a:t>
            </a:r>
            <a:r>
              <a:rPr kumimoji="1" lang="zh-CN" altLang="en-US" dirty="0">
                <a:solidFill>
                  <a:schemeClr val="accent1"/>
                </a:solidFill>
              </a:rPr>
              <a:t> </a:t>
            </a:r>
            <a:r>
              <a:rPr kumimoji="1" lang="en-US" altLang="zh-CN" dirty="0"/>
              <a:t>Forward</a:t>
            </a:r>
            <a:r>
              <a:rPr kumimoji="1" lang="zh-CN" altLang="en-US" dirty="0"/>
              <a:t> </a:t>
            </a:r>
            <a:r>
              <a:rPr kumimoji="1" lang="en-US" altLang="zh-CN" dirty="0"/>
              <a:t>recovery</a:t>
            </a:r>
          </a:p>
          <a:p>
            <a:pPr lvl="1"/>
            <a:r>
              <a:rPr kumimoji="1" lang="en-US" altLang="zh-CN" dirty="0"/>
              <a:t>bring</a:t>
            </a:r>
            <a:r>
              <a:rPr kumimoji="1" lang="zh-CN" altLang="en-US" dirty="0"/>
              <a:t> </a:t>
            </a:r>
            <a:r>
              <a:rPr kumimoji="1" lang="en-US" altLang="zh-CN" dirty="0"/>
              <a:t>a</a:t>
            </a:r>
            <a:r>
              <a:rPr kumimoji="1" lang="zh-CN" altLang="en-US" dirty="0"/>
              <a:t> </a:t>
            </a:r>
            <a:r>
              <a:rPr kumimoji="1" lang="en-US" altLang="zh-CN" dirty="0"/>
              <a:t>system</a:t>
            </a:r>
            <a:r>
              <a:rPr kumimoji="1" lang="zh-CN" altLang="en-US" dirty="0"/>
              <a:t> </a:t>
            </a:r>
            <a:r>
              <a:rPr kumimoji="1" lang="en-US" altLang="zh-CN" dirty="0"/>
              <a:t>from</a:t>
            </a:r>
            <a:r>
              <a:rPr kumimoji="1" lang="zh-CN" altLang="en-US" dirty="0"/>
              <a:t> </a:t>
            </a:r>
            <a:r>
              <a:rPr kumimoji="1" lang="en-US" altLang="zh-CN" dirty="0"/>
              <a:t>an</a:t>
            </a:r>
            <a:r>
              <a:rPr kumimoji="1" lang="zh-CN" altLang="en-US" dirty="0"/>
              <a:t> </a:t>
            </a:r>
            <a:r>
              <a:rPr kumimoji="1" lang="en-US" altLang="zh-CN" dirty="0"/>
              <a:t>erroneous</a:t>
            </a:r>
            <a:r>
              <a:rPr kumimoji="1" lang="zh-CN" altLang="en-US" dirty="0"/>
              <a:t> </a:t>
            </a:r>
            <a:r>
              <a:rPr kumimoji="1" lang="en-US" altLang="zh-CN" dirty="0"/>
              <a:t>state</a:t>
            </a:r>
            <a:r>
              <a:rPr kumimoji="1" lang="zh-CN" altLang="en-US" dirty="0"/>
              <a:t> </a:t>
            </a:r>
            <a:r>
              <a:rPr kumimoji="1" lang="en-US" altLang="zh-CN" dirty="0"/>
              <a:t>to</a:t>
            </a:r>
            <a:r>
              <a:rPr kumimoji="1" lang="zh-CN" altLang="en-US" dirty="0"/>
              <a:t> </a:t>
            </a:r>
            <a:r>
              <a:rPr kumimoji="1" lang="en-US" altLang="zh-CN" dirty="0"/>
              <a:t>a</a:t>
            </a:r>
            <a:r>
              <a:rPr kumimoji="1" lang="zh-CN" altLang="en-US" dirty="0"/>
              <a:t> </a:t>
            </a:r>
            <a:r>
              <a:rPr kumimoji="1" lang="en-US" altLang="zh-CN" dirty="0">
                <a:solidFill>
                  <a:schemeClr val="accent1"/>
                </a:solidFill>
              </a:rPr>
              <a:t>correct</a:t>
            </a:r>
            <a:r>
              <a:rPr kumimoji="1" lang="zh-CN" altLang="en-US" dirty="0">
                <a:solidFill>
                  <a:schemeClr val="accent1"/>
                </a:solidFill>
              </a:rPr>
              <a:t> </a:t>
            </a:r>
            <a:r>
              <a:rPr kumimoji="1" lang="en-US" altLang="zh-CN" dirty="0">
                <a:solidFill>
                  <a:schemeClr val="accent1"/>
                </a:solidFill>
              </a:rPr>
              <a:t>new</a:t>
            </a:r>
            <a:r>
              <a:rPr kumimoji="1" lang="zh-CN" altLang="en-US" dirty="0">
                <a:solidFill>
                  <a:schemeClr val="accent1"/>
                </a:solidFill>
              </a:rPr>
              <a:t> </a:t>
            </a:r>
            <a:r>
              <a:rPr kumimoji="1" lang="en-US" altLang="zh-CN" dirty="0">
                <a:solidFill>
                  <a:schemeClr val="accent1"/>
                </a:solidFill>
              </a:rPr>
              <a:t>state</a:t>
            </a:r>
            <a:r>
              <a:rPr kumimoji="1" lang="zh-CN" altLang="en-US" dirty="0"/>
              <a:t> </a:t>
            </a:r>
            <a:r>
              <a:rPr kumimoji="1" lang="en-US" altLang="zh-CN" dirty="0"/>
              <a:t>(not</a:t>
            </a:r>
            <a:r>
              <a:rPr kumimoji="1" lang="zh-CN" altLang="en-US" dirty="0"/>
              <a:t> </a:t>
            </a:r>
            <a:r>
              <a:rPr kumimoji="1" lang="en-US" altLang="zh-CN" dirty="0"/>
              <a:t>a</a:t>
            </a:r>
            <a:r>
              <a:rPr kumimoji="1" lang="zh-CN" altLang="en-US" dirty="0"/>
              <a:t> </a:t>
            </a:r>
            <a:r>
              <a:rPr kumimoji="1" lang="en-US" altLang="zh-CN" dirty="0"/>
              <a:t>previous</a:t>
            </a:r>
            <a:r>
              <a:rPr kumimoji="1" lang="zh-CN" altLang="en-US" dirty="0"/>
              <a:t> </a:t>
            </a:r>
            <a:r>
              <a:rPr kumimoji="1" lang="en-US" altLang="zh-CN" dirty="0"/>
              <a:t>state)</a:t>
            </a:r>
          </a:p>
          <a:p>
            <a:pPr lvl="1"/>
            <a:r>
              <a:rPr kumimoji="1" lang="en-US" altLang="zh-CN" dirty="0"/>
              <a:t>E.g.,</a:t>
            </a:r>
            <a:r>
              <a:rPr kumimoji="1" lang="zh-CN" altLang="en-US" dirty="0"/>
              <a:t> </a:t>
            </a:r>
            <a:r>
              <a:rPr kumimoji="1" lang="en-US" altLang="zh-CN" dirty="0"/>
              <a:t>reliable</a:t>
            </a:r>
            <a:r>
              <a:rPr kumimoji="1" lang="zh-CN" altLang="en-US" dirty="0"/>
              <a:t> </a:t>
            </a:r>
            <a:r>
              <a:rPr kumimoji="1" lang="en-US" altLang="zh-CN" dirty="0"/>
              <a:t>communication</a:t>
            </a:r>
            <a:r>
              <a:rPr kumimoji="1" lang="zh-CN" altLang="en-US" dirty="0"/>
              <a:t> </a:t>
            </a:r>
            <a:r>
              <a:rPr kumimoji="1" lang="en-US" altLang="zh-CN" dirty="0"/>
              <a:t>via</a:t>
            </a:r>
            <a:r>
              <a:rPr kumimoji="1" lang="zh-CN" altLang="en-US" dirty="0"/>
              <a:t> </a:t>
            </a:r>
            <a:r>
              <a:rPr kumimoji="1" lang="en-US" altLang="zh-CN" dirty="0"/>
              <a:t>erasure</a:t>
            </a:r>
            <a:r>
              <a:rPr kumimoji="1" lang="zh-CN" altLang="en-US" dirty="0"/>
              <a:t> </a:t>
            </a:r>
            <a:r>
              <a:rPr kumimoji="1" lang="en-US" altLang="zh-CN" dirty="0"/>
              <a:t>correction</a:t>
            </a:r>
          </a:p>
          <a:p>
            <a:pPr lvl="1"/>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31</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4155903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Fault</a:t>
            </a:r>
            <a:r>
              <a:rPr lang="zh-CN" altLang="en-US" dirty="0"/>
              <a:t> </a:t>
            </a:r>
            <a:r>
              <a:rPr lang="en-US" altLang="zh-CN" dirty="0"/>
              <a:t>Masking</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Fault</a:t>
            </a:r>
            <a:r>
              <a:rPr kumimoji="1" lang="zh-CN" altLang="en-US" dirty="0"/>
              <a:t> </a:t>
            </a:r>
            <a:r>
              <a:rPr kumimoji="1" lang="en-US" altLang="zh-CN" dirty="0"/>
              <a:t>Masking:</a:t>
            </a:r>
            <a:r>
              <a:rPr kumimoji="1" lang="zh-CN" altLang="en-US" dirty="0"/>
              <a:t> </a:t>
            </a:r>
            <a:r>
              <a:rPr kumimoji="1" lang="en-US" altLang="zh-CN" dirty="0"/>
              <a:t>a</a:t>
            </a:r>
            <a:r>
              <a:rPr kumimoji="1" lang="zh-CN" altLang="en-US" dirty="0"/>
              <a:t> </a:t>
            </a:r>
            <a:r>
              <a:rPr kumimoji="1" lang="en-US" altLang="zh-CN" dirty="0"/>
              <a:t>structural</a:t>
            </a:r>
            <a:r>
              <a:rPr kumimoji="1" lang="zh-CN" altLang="en-US" dirty="0"/>
              <a:t> </a:t>
            </a:r>
            <a:r>
              <a:rPr kumimoji="1" lang="en-US" altLang="zh-CN" dirty="0"/>
              <a:t>redundancy</a:t>
            </a:r>
            <a:r>
              <a:rPr kumimoji="1" lang="zh-CN" altLang="en-US" dirty="0"/>
              <a:t> </a:t>
            </a:r>
            <a:r>
              <a:rPr kumimoji="1" lang="en-US" altLang="zh-CN" dirty="0"/>
              <a:t>technique</a:t>
            </a:r>
            <a:r>
              <a:rPr kumimoji="1" lang="zh-CN" altLang="en-US" dirty="0"/>
              <a:t> </a:t>
            </a:r>
            <a:r>
              <a:rPr kumimoji="1" lang="en-US" altLang="zh-CN" dirty="0"/>
              <a:t>that</a:t>
            </a:r>
            <a:r>
              <a:rPr kumimoji="1" lang="zh-CN" altLang="en-US" dirty="0"/>
              <a:t> </a:t>
            </a:r>
            <a:r>
              <a:rPr kumimoji="1" lang="en-US" altLang="zh-CN" dirty="0"/>
              <a:t>completely</a:t>
            </a:r>
            <a:r>
              <a:rPr kumimoji="1" lang="zh-CN" altLang="en-US" dirty="0"/>
              <a:t> </a:t>
            </a:r>
            <a:r>
              <a:rPr kumimoji="1" lang="en-US" altLang="zh-CN" dirty="0"/>
              <a:t>masks</a:t>
            </a:r>
            <a:r>
              <a:rPr kumimoji="1" lang="zh-CN" altLang="en-US" dirty="0"/>
              <a:t> </a:t>
            </a:r>
            <a:r>
              <a:rPr kumimoji="1" lang="en-US" altLang="zh-CN" dirty="0"/>
              <a:t>faults</a:t>
            </a:r>
            <a:r>
              <a:rPr kumimoji="1" lang="zh-CN" altLang="en-US" dirty="0"/>
              <a:t> </a:t>
            </a:r>
            <a:r>
              <a:rPr kumimoji="1" lang="en-US" altLang="zh-CN" dirty="0"/>
              <a:t>within</a:t>
            </a:r>
            <a:r>
              <a:rPr kumimoji="1" lang="zh-CN" altLang="en-US" dirty="0"/>
              <a:t> </a:t>
            </a:r>
            <a:r>
              <a:rPr kumimoji="1" lang="en-US" altLang="zh-CN" dirty="0"/>
              <a:t>a</a:t>
            </a:r>
            <a:r>
              <a:rPr kumimoji="1" lang="zh-CN" altLang="en-US" dirty="0"/>
              <a:t> </a:t>
            </a:r>
            <a:r>
              <a:rPr kumimoji="1" lang="en-US" altLang="zh-CN" dirty="0"/>
              <a:t>set</a:t>
            </a:r>
            <a:r>
              <a:rPr kumimoji="1" lang="zh-CN" altLang="en-US" dirty="0"/>
              <a:t> </a:t>
            </a:r>
            <a:r>
              <a:rPr kumimoji="1" lang="en-US" altLang="zh-CN" dirty="0"/>
              <a:t>of</a:t>
            </a:r>
            <a:r>
              <a:rPr kumimoji="1" lang="zh-CN" altLang="en-US" dirty="0"/>
              <a:t> </a:t>
            </a:r>
            <a:r>
              <a:rPr kumimoji="1" lang="en-US" altLang="zh-CN" dirty="0"/>
              <a:t>redundant</a:t>
            </a:r>
            <a:r>
              <a:rPr kumimoji="1" lang="zh-CN" altLang="en-US" dirty="0"/>
              <a:t> </a:t>
            </a:r>
            <a:r>
              <a:rPr kumimoji="1" lang="en-US" altLang="zh-CN" dirty="0"/>
              <a:t>modules</a:t>
            </a:r>
          </a:p>
          <a:p>
            <a:r>
              <a:rPr kumimoji="1" lang="en-US" altLang="zh-CN" dirty="0"/>
              <a:t>Redundancy</a:t>
            </a:r>
            <a:r>
              <a:rPr kumimoji="1" lang="zh-CN" altLang="en-US" dirty="0"/>
              <a:t> </a:t>
            </a:r>
            <a:r>
              <a:rPr kumimoji="1" lang="en-US" altLang="zh-CN" dirty="0"/>
              <a:t>is</a:t>
            </a:r>
            <a:r>
              <a:rPr kumimoji="1" lang="zh-CN" altLang="en-US" dirty="0"/>
              <a:t> </a:t>
            </a:r>
            <a:r>
              <a:rPr kumimoji="1" lang="en-US" altLang="zh-CN" dirty="0"/>
              <a:t>key</a:t>
            </a:r>
            <a:r>
              <a:rPr kumimoji="1" lang="zh-CN" altLang="en-US" dirty="0"/>
              <a:t> </a:t>
            </a:r>
            <a:r>
              <a:rPr kumimoji="1" lang="en-US" altLang="zh-CN" dirty="0"/>
              <a:t>technique</a:t>
            </a:r>
            <a:r>
              <a:rPr kumimoji="1" lang="zh-CN" altLang="en-US" dirty="0"/>
              <a:t> </a:t>
            </a:r>
            <a:r>
              <a:rPr kumimoji="1" lang="en-US" altLang="zh-CN" dirty="0"/>
              <a:t>for</a:t>
            </a:r>
            <a:r>
              <a:rPr kumimoji="1" lang="zh-CN" altLang="en-US" dirty="0"/>
              <a:t> </a:t>
            </a:r>
            <a:r>
              <a:rPr kumimoji="1" lang="en-US" altLang="zh-CN" dirty="0"/>
              <a:t>hiding</a:t>
            </a:r>
            <a:r>
              <a:rPr kumimoji="1" lang="zh-CN" altLang="en-US" dirty="0"/>
              <a:t> </a:t>
            </a:r>
            <a:r>
              <a:rPr kumimoji="1" lang="en-US" altLang="zh-CN" dirty="0"/>
              <a:t>failures</a:t>
            </a:r>
          </a:p>
          <a:p>
            <a:r>
              <a:rPr kumimoji="1" lang="en-US" altLang="zh-CN" dirty="0"/>
              <a:t>Redundancy,</a:t>
            </a:r>
            <a:r>
              <a:rPr kumimoji="1" lang="zh-CN" altLang="en-US" dirty="0"/>
              <a:t> </a:t>
            </a:r>
            <a:r>
              <a:rPr kumimoji="1" lang="en-US" altLang="zh-CN" dirty="0"/>
              <a:t>however,</a:t>
            </a:r>
            <a:r>
              <a:rPr kumimoji="1" lang="zh-CN" altLang="en-US" dirty="0"/>
              <a:t> </a:t>
            </a:r>
            <a:r>
              <a:rPr kumimoji="1" lang="en-US" altLang="zh-CN" dirty="0"/>
              <a:t>can</a:t>
            </a:r>
            <a:r>
              <a:rPr kumimoji="1" lang="zh-CN" altLang="en-US" dirty="0"/>
              <a:t> </a:t>
            </a:r>
            <a:r>
              <a:rPr kumimoji="1" lang="en-US" altLang="zh-CN" dirty="0"/>
              <a:t>have</a:t>
            </a:r>
            <a:r>
              <a:rPr kumimoji="1" lang="zh-CN" altLang="en-US" dirty="0"/>
              <a:t> </a:t>
            </a:r>
            <a:r>
              <a:rPr kumimoji="1" lang="en-US" altLang="zh-CN" dirty="0"/>
              <a:t>an</a:t>
            </a:r>
            <a:r>
              <a:rPr kumimoji="1" lang="zh-CN" altLang="en-US" dirty="0"/>
              <a:t> </a:t>
            </a:r>
            <a:r>
              <a:rPr kumimoji="1" lang="en-US" altLang="zh-CN" dirty="0"/>
              <a:t>adverse</a:t>
            </a:r>
            <a:r>
              <a:rPr kumimoji="1" lang="zh-CN" altLang="en-US" dirty="0"/>
              <a:t> </a:t>
            </a:r>
            <a:r>
              <a:rPr kumimoji="1" lang="en-US" altLang="zh-CN" dirty="0"/>
              <a:t>impact</a:t>
            </a:r>
            <a:r>
              <a:rPr kumimoji="1" lang="zh-CN" altLang="en-US" dirty="0"/>
              <a:t> </a:t>
            </a:r>
            <a:r>
              <a:rPr kumimoji="1" lang="en-US" altLang="zh-CN" dirty="0"/>
              <a:t>on</a:t>
            </a:r>
            <a:r>
              <a:rPr kumimoji="1" lang="zh-CN" altLang="en-US" dirty="0"/>
              <a:t> </a:t>
            </a:r>
            <a:r>
              <a:rPr kumimoji="1" lang="en-US" altLang="zh-CN" dirty="0"/>
              <a:t>the</a:t>
            </a:r>
            <a:r>
              <a:rPr kumimoji="1" lang="zh-CN" altLang="en-US" dirty="0"/>
              <a:t> </a:t>
            </a:r>
            <a:r>
              <a:rPr kumimoji="1" lang="en-US" altLang="zh-CN" dirty="0"/>
              <a:t>performance.</a:t>
            </a:r>
            <a:r>
              <a:rPr kumimoji="1" lang="zh-CN" altLang="en-US" dirty="0"/>
              <a:t> </a:t>
            </a:r>
            <a:r>
              <a:rPr kumimoji="1" lang="en-US" altLang="zh-CN" dirty="0"/>
              <a:t>E.g.,</a:t>
            </a:r>
            <a:r>
              <a:rPr kumimoji="1" lang="zh-CN" altLang="en-US" dirty="0"/>
              <a:t> </a:t>
            </a:r>
            <a:r>
              <a:rPr kumimoji="1" lang="en-US" altLang="zh-CN" dirty="0"/>
              <a:t>increase</a:t>
            </a:r>
            <a:r>
              <a:rPr kumimoji="1" lang="zh-CN" altLang="en-US" dirty="0"/>
              <a:t> </a:t>
            </a:r>
            <a:r>
              <a:rPr kumimoji="1" lang="en-US" altLang="zh-CN" dirty="0"/>
              <a:t>the</a:t>
            </a:r>
            <a:r>
              <a:rPr kumimoji="1" lang="zh-CN" altLang="en-US" dirty="0"/>
              <a:t> </a:t>
            </a:r>
            <a:r>
              <a:rPr kumimoji="1" lang="en-US" altLang="zh-CN" dirty="0"/>
              <a:t>length</a:t>
            </a:r>
            <a:r>
              <a:rPr kumimoji="1" lang="zh-CN" altLang="en-US" dirty="0"/>
              <a:t> </a:t>
            </a:r>
            <a:r>
              <a:rPr kumimoji="1" lang="en-US" altLang="zh-CN" dirty="0"/>
              <a:t>of</a:t>
            </a:r>
            <a:r>
              <a:rPr kumimoji="1" lang="zh-CN" altLang="en-US" dirty="0"/>
              <a:t> </a:t>
            </a:r>
            <a:r>
              <a:rPr kumimoji="1" lang="en-US" altLang="zh-CN" dirty="0"/>
              <a:t>transmitted</a:t>
            </a:r>
            <a:r>
              <a:rPr kumimoji="1" lang="zh-CN" altLang="en-US" dirty="0"/>
              <a:t> </a:t>
            </a:r>
            <a:r>
              <a:rPr kumimoji="1" lang="en-US" altLang="zh-CN" dirty="0"/>
              <a:t>data</a:t>
            </a:r>
            <a:r>
              <a:rPr kumimoji="1" lang="zh-CN" altLang="en-US" dirty="0"/>
              <a:t> </a:t>
            </a:r>
            <a:r>
              <a:rPr kumimoji="1" lang="en-US" altLang="zh-CN" dirty="0"/>
              <a:t>or</a:t>
            </a:r>
            <a:r>
              <a:rPr kumimoji="1" lang="zh-CN" altLang="en-US" dirty="0"/>
              <a:t> </a:t>
            </a:r>
            <a:r>
              <a:rPr kumimoji="1" lang="en-US" altLang="zh-CN" dirty="0"/>
              <a:t>increase</a:t>
            </a:r>
            <a:r>
              <a:rPr kumimoji="1" lang="zh-CN" altLang="en-US" dirty="0"/>
              <a:t> </a:t>
            </a:r>
            <a:r>
              <a:rPr kumimoji="1" lang="en-US" altLang="zh-CN" dirty="0"/>
              <a:t>resource</a:t>
            </a:r>
            <a:r>
              <a:rPr kumimoji="1" lang="zh-CN" altLang="en-US" dirty="0"/>
              <a:t> </a:t>
            </a:r>
            <a:r>
              <a:rPr kumimoji="1" lang="en-US" altLang="zh-CN" dirty="0"/>
              <a:t>consumption</a:t>
            </a:r>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32</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529602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Reconfiguration</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kumimoji="1" lang="en-US" altLang="zh-CN" dirty="0"/>
              <a:t>Reconfiguration:</a:t>
            </a:r>
            <a:r>
              <a:rPr kumimoji="1" lang="zh-CN" altLang="en-US" dirty="0"/>
              <a:t> </a:t>
            </a:r>
            <a:r>
              <a:rPr kumimoji="1" lang="en-US" altLang="zh-CN" dirty="0"/>
              <a:t>the</a:t>
            </a:r>
            <a:r>
              <a:rPr kumimoji="1" lang="zh-CN" altLang="en-US" dirty="0"/>
              <a:t> </a:t>
            </a:r>
            <a:r>
              <a:rPr kumimoji="1" lang="en-US" altLang="zh-CN" dirty="0"/>
              <a:t>process</a:t>
            </a:r>
            <a:r>
              <a:rPr kumimoji="1" lang="zh-CN" altLang="en-US" dirty="0"/>
              <a:t> </a:t>
            </a:r>
            <a:r>
              <a:rPr kumimoji="1" lang="en-US" altLang="zh-CN" dirty="0"/>
              <a:t>of</a:t>
            </a:r>
            <a:r>
              <a:rPr kumimoji="1" lang="zh-CN" altLang="en-US" dirty="0"/>
              <a:t> </a:t>
            </a:r>
            <a:r>
              <a:rPr kumimoji="1" lang="en-US" altLang="zh-CN" dirty="0"/>
              <a:t>eliminating</a:t>
            </a:r>
            <a:r>
              <a:rPr kumimoji="1" lang="zh-CN" altLang="en-US" dirty="0"/>
              <a:t> </a:t>
            </a:r>
            <a:r>
              <a:rPr kumimoji="1" lang="en-US" altLang="zh-CN" dirty="0"/>
              <a:t>a</a:t>
            </a:r>
            <a:r>
              <a:rPr kumimoji="1" lang="zh-CN" altLang="en-US" dirty="0"/>
              <a:t> </a:t>
            </a:r>
            <a:r>
              <a:rPr kumimoji="1" lang="en-US" altLang="zh-CN" dirty="0"/>
              <a:t>faulty</a:t>
            </a:r>
            <a:r>
              <a:rPr kumimoji="1" lang="zh-CN" altLang="en-US" dirty="0"/>
              <a:t> </a:t>
            </a:r>
            <a:r>
              <a:rPr kumimoji="1" lang="en-US" altLang="zh-CN" dirty="0"/>
              <a:t>entity</a:t>
            </a:r>
            <a:r>
              <a:rPr kumimoji="1" lang="zh-CN" altLang="en-US" dirty="0"/>
              <a:t> </a:t>
            </a:r>
            <a:r>
              <a:rPr kumimoji="1" lang="en-US" altLang="zh-CN" dirty="0"/>
              <a:t>from</a:t>
            </a:r>
            <a:r>
              <a:rPr kumimoji="1" lang="zh-CN" altLang="en-US" dirty="0"/>
              <a:t> </a:t>
            </a:r>
            <a:r>
              <a:rPr kumimoji="1" lang="en-US" altLang="zh-CN" dirty="0"/>
              <a:t>a</a:t>
            </a:r>
            <a:r>
              <a:rPr kumimoji="1" lang="zh-CN" altLang="en-US" dirty="0"/>
              <a:t> </a:t>
            </a:r>
            <a:r>
              <a:rPr kumimoji="1" lang="en-US" altLang="zh-CN" dirty="0"/>
              <a:t>system</a:t>
            </a:r>
            <a:r>
              <a:rPr kumimoji="1" lang="zh-CN" altLang="en-US" dirty="0"/>
              <a:t> </a:t>
            </a:r>
            <a:r>
              <a:rPr kumimoji="1" lang="en-US" altLang="zh-CN" dirty="0"/>
              <a:t>and</a:t>
            </a:r>
            <a:r>
              <a:rPr kumimoji="1" lang="zh-CN" altLang="en-US" dirty="0"/>
              <a:t> </a:t>
            </a:r>
            <a:r>
              <a:rPr kumimoji="1" lang="en-US" altLang="zh-CN" dirty="0"/>
              <a:t>restoring</a:t>
            </a:r>
            <a:r>
              <a:rPr kumimoji="1" lang="zh-CN" altLang="en-US" dirty="0"/>
              <a:t> </a:t>
            </a:r>
            <a:r>
              <a:rPr kumimoji="1" lang="en-US" altLang="zh-CN" dirty="0"/>
              <a:t>the</a:t>
            </a:r>
            <a:r>
              <a:rPr kumimoji="1" lang="zh-CN" altLang="en-US" dirty="0"/>
              <a:t> </a:t>
            </a:r>
            <a:r>
              <a:rPr kumimoji="1" lang="en-US" altLang="zh-CN" dirty="0"/>
              <a:t>system</a:t>
            </a:r>
            <a:r>
              <a:rPr kumimoji="1" lang="zh-CN" altLang="en-US" dirty="0"/>
              <a:t> </a:t>
            </a:r>
            <a:r>
              <a:rPr kumimoji="1" lang="en-US" altLang="zh-CN" dirty="0"/>
              <a:t>to</a:t>
            </a:r>
            <a:r>
              <a:rPr kumimoji="1" lang="zh-CN" altLang="en-US" dirty="0"/>
              <a:t> </a:t>
            </a:r>
            <a:r>
              <a:rPr kumimoji="1" lang="en-US" altLang="zh-CN" dirty="0"/>
              <a:t>some</a:t>
            </a:r>
            <a:r>
              <a:rPr kumimoji="1" lang="zh-CN" altLang="en-US" dirty="0"/>
              <a:t> </a:t>
            </a:r>
            <a:r>
              <a:rPr kumimoji="1" lang="en-US" altLang="zh-CN" dirty="0"/>
              <a:t>operational</a:t>
            </a:r>
            <a:r>
              <a:rPr kumimoji="1" lang="zh-CN" altLang="en-US" dirty="0"/>
              <a:t> </a:t>
            </a:r>
            <a:r>
              <a:rPr kumimoji="1" lang="en-US" altLang="zh-CN" dirty="0"/>
              <a:t>condition</a:t>
            </a:r>
            <a:r>
              <a:rPr kumimoji="1" lang="zh-CN" altLang="en-US" dirty="0"/>
              <a:t> </a:t>
            </a:r>
            <a:r>
              <a:rPr kumimoji="1" lang="en-US" altLang="zh-CN" dirty="0"/>
              <a:t>or</a:t>
            </a:r>
            <a:r>
              <a:rPr kumimoji="1" lang="zh-CN" altLang="en-US" dirty="0"/>
              <a:t> </a:t>
            </a:r>
            <a:r>
              <a:rPr kumimoji="1" lang="en-US" altLang="zh-CN" dirty="0"/>
              <a:t>state</a:t>
            </a:r>
          </a:p>
          <a:p>
            <a:r>
              <a:rPr kumimoji="1" lang="en-US" altLang="zh-CN" dirty="0"/>
              <a:t>Must</a:t>
            </a:r>
            <a:r>
              <a:rPr kumimoji="1" lang="zh-CN" altLang="en-US" dirty="0"/>
              <a:t> </a:t>
            </a:r>
            <a:r>
              <a:rPr kumimoji="1" lang="en-US" altLang="zh-CN" dirty="0"/>
              <a:t>also</a:t>
            </a:r>
            <a:r>
              <a:rPr kumimoji="1" lang="zh-CN" altLang="en-US" dirty="0"/>
              <a:t> </a:t>
            </a:r>
            <a:r>
              <a:rPr kumimoji="1" lang="en-US" altLang="zh-CN" dirty="0"/>
              <a:t>concern</a:t>
            </a:r>
            <a:r>
              <a:rPr kumimoji="1" lang="zh-CN" altLang="en-US" dirty="0"/>
              <a:t> </a:t>
            </a:r>
            <a:r>
              <a:rPr kumimoji="1" lang="en-US" altLang="zh-CN" dirty="0"/>
              <a:t>fault</a:t>
            </a:r>
            <a:r>
              <a:rPr kumimoji="1" lang="zh-CN" altLang="en-US" dirty="0"/>
              <a:t> </a:t>
            </a:r>
            <a:r>
              <a:rPr kumimoji="1" lang="en-US" altLang="zh-CN" dirty="0"/>
              <a:t>detection,</a:t>
            </a:r>
            <a:r>
              <a:rPr kumimoji="1" lang="zh-CN" altLang="en-US" dirty="0"/>
              <a:t> </a:t>
            </a:r>
            <a:r>
              <a:rPr kumimoji="1" lang="en-US" altLang="zh-CN" dirty="0"/>
              <a:t>fault</a:t>
            </a:r>
            <a:r>
              <a:rPr kumimoji="1" lang="zh-CN" altLang="en-US" dirty="0"/>
              <a:t> </a:t>
            </a:r>
            <a:r>
              <a:rPr kumimoji="1" lang="en-US" altLang="zh-CN" dirty="0"/>
              <a:t>location,</a:t>
            </a:r>
            <a:r>
              <a:rPr kumimoji="1" lang="zh-CN" altLang="en-US" dirty="0"/>
              <a:t> </a:t>
            </a:r>
            <a:r>
              <a:rPr kumimoji="1" lang="en-US" altLang="zh-CN" dirty="0"/>
              <a:t>fault</a:t>
            </a:r>
            <a:r>
              <a:rPr kumimoji="1" lang="zh-CN" altLang="en-US" dirty="0"/>
              <a:t> </a:t>
            </a:r>
            <a:r>
              <a:rPr kumimoji="1" lang="en-US" altLang="zh-CN" dirty="0"/>
              <a:t>containment</a:t>
            </a:r>
            <a:r>
              <a:rPr kumimoji="1" lang="zh-CN" altLang="en-US" dirty="0"/>
              <a:t> </a:t>
            </a:r>
            <a:r>
              <a:rPr kumimoji="1" lang="en-US" altLang="zh-CN" dirty="0"/>
              <a:t>and</a:t>
            </a:r>
            <a:r>
              <a:rPr kumimoji="1" lang="zh-CN" altLang="en-US" dirty="0"/>
              <a:t> </a:t>
            </a:r>
            <a:r>
              <a:rPr kumimoji="1" lang="en-US" altLang="zh-CN" dirty="0"/>
              <a:t>fault</a:t>
            </a:r>
            <a:r>
              <a:rPr kumimoji="1" lang="zh-CN" altLang="en-US" dirty="0"/>
              <a:t> </a:t>
            </a:r>
            <a:r>
              <a:rPr kumimoji="1" lang="en-US" altLang="zh-CN" dirty="0"/>
              <a:t>recovery</a:t>
            </a:r>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33</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780938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Redundancy</a:t>
            </a:r>
            <a:endParaRPr lang="zh-CN" altLang="en-US" dirty="0"/>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pPr marL="0" indent="0">
              <a:buNone/>
            </a:pPr>
            <a:r>
              <a:rPr kumimoji="1" lang="zh-CN" altLang="en-US" dirty="0"/>
              <a:t>冗余的种类</a:t>
            </a:r>
            <a:endParaRPr kumimoji="1" lang="en-US" altLang="zh-CN" dirty="0"/>
          </a:p>
          <a:p>
            <a:r>
              <a:rPr kumimoji="1" lang="en-US" altLang="zh-CN" dirty="0"/>
              <a:t>Hardware</a:t>
            </a:r>
            <a:r>
              <a:rPr kumimoji="1" lang="zh-CN" altLang="en-US" dirty="0"/>
              <a:t> </a:t>
            </a:r>
            <a:r>
              <a:rPr kumimoji="1" lang="en-US" altLang="zh-CN" dirty="0"/>
              <a:t>redundancy</a:t>
            </a:r>
          </a:p>
          <a:p>
            <a:r>
              <a:rPr kumimoji="1" lang="en-US" altLang="zh-CN" dirty="0"/>
              <a:t>Software</a:t>
            </a:r>
            <a:r>
              <a:rPr kumimoji="1" lang="zh-CN" altLang="en-US" dirty="0"/>
              <a:t> </a:t>
            </a:r>
            <a:r>
              <a:rPr kumimoji="1" lang="en-US" altLang="zh-CN" dirty="0"/>
              <a:t>redundancy</a:t>
            </a:r>
          </a:p>
          <a:p>
            <a:r>
              <a:rPr kumimoji="1" lang="en-US" altLang="zh-CN" dirty="0"/>
              <a:t>Information</a:t>
            </a:r>
            <a:r>
              <a:rPr kumimoji="1" lang="zh-CN" altLang="en-US" dirty="0"/>
              <a:t> </a:t>
            </a:r>
            <a:r>
              <a:rPr kumimoji="1" lang="en-US" altLang="zh-CN" dirty="0"/>
              <a:t>redundancy</a:t>
            </a:r>
          </a:p>
          <a:p>
            <a:r>
              <a:rPr kumimoji="1" lang="en-US" altLang="zh-CN" dirty="0"/>
              <a:t>Time</a:t>
            </a:r>
            <a:r>
              <a:rPr kumimoji="1" lang="zh-CN" altLang="en-US" dirty="0"/>
              <a:t> </a:t>
            </a:r>
            <a:r>
              <a:rPr kumimoji="1" lang="en-US" altLang="zh-CN" dirty="0"/>
              <a:t>redundancy</a:t>
            </a:r>
          </a:p>
        </p:txBody>
      </p:sp>
      <p:sp>
        <p:nvSpPr>
          <p:cNvPr id="4" name="灯片编号占位符 3"/>
          <p:cNvSpPr>
            <a:spLocks noGrp="1"/>
          </p:cNvSpPr>
          <p:nvPr>
            <p:ph type="sldNum" sz="quarter" idx="12"/>
          </p:nvPr>
        </p:nvSpPr>
        <p:spPr/>
        <p:txBody>
          <a:bodyPr/>
          <a:lstStyle/>
          <a:p>
            <a:fld id="{F38DF745-7D3F-47F4-83A3-874385CFAA69}" type="slidenum">
              <a:rPr lang="en-US" smtClean="0"/>
              <a:pPr/>
              <a:t>34</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21164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a:extLst>
              <a:ext uri="{FF2B5EF4-FFF2-40B4-BE49-F238E27FC236}">
                <a16:creationId xmlns:a16="http://schemas.microsoft.com/office/drawing/2014/main" id="{CB786D46-BC7D-6B93-A3EE-B615699F194F}"/>
              </a:ext>
            </a:extLst>
          </p:cNvPr>
          <p:cNvSpPr>
            <a:spLocks noGrp="1" noChangeArrowheads="1"/>
          </p:cNvSpPr>
          <p:nvPr>
            <p:ph type="title"/>
          </p:nvPr>
        </p:nvSpPr>
        <p:spPr/>
        <p:txBody>
          <a:bodyPr/>
          <a:lstStyle/>
          <a:p>
            <a:r>
              <a:rPr lang="zh-CN" altLang="en-US" dirty="0"/>
              <a:t>冗余 </a:t>
            </a:r>
            <a:r>
              <a:rPr lang="en-US" altLang="zh-CN" dirty="0"/>
              <a:t>-</a:t>
            </a:r>
            <a:r>
              <a:rPr lang="zh-CN" altLang="en-US" dirty="0"/>
              <a:t> </a:t>
            </a:r>
            <a:r>
              <a:rPr lang="en-US" altLang="zh-CN" dirty="0">
                <a:ea typeface="宋体" panose="02010600030101010101" pitchFamily="2" charset="-122"/>
              </a:rPr>
              <a:t>Hardware Redundancy</a:t>
            </a:r>
          </a:p>
        </p:txBody>
      </p:sp>
      <p:sp>
        <p:nvSpPr>
          <p:cNvPr id="489475" name="Rectangle 3">
            <a:extLst>
              <a:ext uri="{FF2B5EF4-FFF2-40B4-BE49-F238E27FC236}">
                <a16:creationId xmlns:a16="http://schemas.microsoft.com/office/drawing/2014/main" id="{3FBA75F3-7EDD-DD66-C42D-D3F38FD228F3}"/>
              </a:ext>
            </a:extLst>
          </p:cNvPr>
          <p:cNvSpPr>
            <a:spLocks noGrp="1" noChangeArrowheads="1"/>
          </p:cNvSpPr>
          <p:nvPr>
            <p:ph idx="1"/>
          </p:nvPr>
        </p:nvSpPr>
        <p:spPr/>
        <p:txBody>
          <a:bodyPr/>
          <a:lstStyle/>
          <a:p>
            <a:pPr marL="0" indent="0">
              <a:buNone/>
            </a:pPr>
            <a:r>
              <a:rPr lang="en-US" altLang="zh-CN" dirty="0">
                <a:ea typeface="宋体" panose="02010600030101010101" pitchFamily="2" charset="-122"/>
              </a:rPr>
              <a:t>Hardware Redundancy</a:t>
            </a:r>
          </a:p>
          <a:p>
            <a:r>
              <a:rPr lang="en-US" altLang="zh-CN" dirty="0">
                <a:ea typeface="宋体" panose="02010600030101010101" pitchFamily="2" charset="-122"/>
              </a:rPr>
              <a:t>Replicate hardware and compare outputs</a:t>
            </a:r>
          </a:p>
          <a:p>
            <a:pPr lvl="1"/>
            <a:r>
              <a:rPr lang="en-US" altLang="zh-CN" dirty="0">
                <a:ea typeface="宋体" panose="02010600030101010101" pitchFamily="2" charset="-122"/>
              </a:rPr>
              <a:t>From two or more modules</a:t>
            </a:r>
          </a:p>
          <a:p>
            <a:pPr lvl="1"/>
            <a:r>
              <a:rPr lang="en-US" altLang="zh-CN" dirty="0">
                <a:ea typeface="宋体" panose="02010600030101010101" pitchFamily="2" charset="-122"/>
              </a:rPr>
              <a:t>Detects both permanent and temporary faults</a:t>
            </a:r>
          </a:p>
          <a:p>
            <a:r>
              <a:rPr lang="en-US" altLang="zh-CN" dirty="0">
                <a:ea typeface="宋体" panose="02010600030101010101" pitchFamily="2" charset="-122"/>
              </a:rPr>
              <a:t>Advantage</a:t>
            </a:r>
          </a:p>
          <a:p>
            <a:pPr lvl="1"/>
            <a:r>
              <a:rPr lang="en-US" altLang="zh-CN" dirty="0">
                <a:ea typeface="宋体" panose="02010600030101010101" pitchFamily="2" charset="-122"/>
              </a:rPr>
              <a:t>Zero</a:t>
            </a:r>
            <a:r>
              <a:rPr lang="zh-CN" altLang="en-US" dirty="0">
                <a:ea typeface="宋体" panose="02010600030101010101" pitchFamily="2" charset="-122"/>
              </a:rPr>
              <a:t> </a:t>
            </a:r>
            <a:r>
              <a:rPr lang="en-US" altLang="zh-CN" dirty="0">
                <a:ea typeface="宋体" panose="02010600030101010101" pitchFamily="2" charset="-122"/>
              </a:rPr>
              <a:t>down</a:t>
            </a:r>
            <a:r>
              <a:rPr lang="zh-CN" altLang="en-US" dirty="0">
                <a:ea typeface="宋体" panose="02010600030101010101" pitchFamily="2" charset="-122"/>
              </a:rPr>
              <a:t> </a:t>
            </a:r>
            <a:r>
              <a:rPr lang="en-US" altLang="zh-CN" dirty="0">
                <a:ea typeface="宋体" panose="02010600030101010101" pitchFamily="2" charset="-122"/>
              </a:rPr>
              <a:t>time</a:t>
            </a:r>
          </a:p>
          <a:p>
            <a:pPr lvl="1"/>
            <a:r>
              <a:rPr lang="en-US" altLang="zh-CN" dirty="0">
                <a:ea typeface="宋体" panose="02010600030101010101" pitchFamily="2" charset="-122"/>
              </a:rPr>
              <a:t>Little or no performance impact</a:t>
            </a:r>
          </a:p>
          <a:p>
            <a:r>
              <a:rPr lang="en-US" altLang="zh-CN" dirty="0">
                <a:ea typeface="宋体" panose="02010600030101010101" pitchFamily="2" charset="-122"/>
              </a:rPr>
              <a:t>Disadvantage</a:t>
            </a:r>
          </a:p>
          <a:p>
            <a:pPr lvl="1"/>
            <a:r>
              <a:rPr lang="en-US" altLang="zh-CN" dirty="0">
                <a:ea typeface="宋体" panose="02010600030101010101" pitchFamily="2" charset="-122"/>
              </a:rPr>
              <a:t>Area and power for redundant hardware</a:t>
            </a:r>
          </a:p>
        </p:txBody>
      </p:sp>
      <p:sp>
        <p:nvSpPr>
          <p:cNvPr id="2" name="灯片编号占位符 3">
            <a:extLst>
              <a:ext uri="{FF2B5EF4-FFF2-40B4-BE49-F238E27FC236}">
                <a16:creationId xmlns:a16="http://schemas.microsoft.com/office/drawing/2014/main" id="{B7A456FE-56F6-4298-43E0-896DBECC828E}"/>
              </a:ext>
            </a:extLst>
          </p:cNvPr>
          <p:cNvSpPr>
            <a:spLocks noGrp="1"/>
          </p:cNvSpPr>
          <p:nvPr>
            <p:ph type="sldNum" sz="quarter" idx="12"/>
          </p:nvPr>
        </p:nvSpPr>
        <p:spPr/>
        <p:txBody>
          <a:bodyPr/>
          <a:lstStyle/>
          <a:p>
            <a:fld id="{0D6312E2-18BB-9C4D-A469-E3A40F995812}" type="slidenum">
              <a:rPr lang="zh-CN" altLang="en-US"/>
              <a:pPr/>
              <a:t>35</a:t>
            </a:fld>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a:extLst>
              <a:ext uri="{FF2B5EF4-FFF2-40B4-BE49-F238E27FC236}">
                <a16:creationId xmlns:a16="http://schemas.microsoft.com/office/drawing/2014/main" id="{C0859382-C847-3871-5F57-A77400D926C3}"/>
              </a:ext>
            </a:extLst>
          </p:cNvPr>
          <p:cNvSpPr>
            <a:spLocks noGrp="1" noChangeArrowheads="1"/>
          </p:cNvSpPr>
          <p:nvPr>
            <p:ph type="title"/>
          </p:nvPr>
        </p:nvSpPr>
        <p:spPr/>
        <p:txBody>
          <a:bodyPr/>
          <a:lstStyle/>
          <a:p>
            <a:r>
              <a:rPr lang="zh-CN" altLang="en-US" dirty="0"/>
              <a:t>冗余 </a:t>
            </a:r>
            <a:r>
              <a:rPr lang="en-US" altLang="zh-CN" dirty="0"/>
              <a:t>-</a:t>
            </a:r>
            <a:r>
              <a:rPr lang="zh-CN" altLang="en-US" dirty="0"/>
              <a:t> </a:t>
            </a:r>
            <a:r>
              <a:rPr lang="en-US" altLang="zh-CN" dirty="0">
                <a:ea typeface="宋体" panose="02010600030101010101" pitchFamily="2" charset="-122"/>
              </a:rPr>
              <a:t>Time Redundancy</a:t>
            </a:r>
          </a:p>
        </p:txBody>
      </p:sp>
      <p:sp>
        <p:nvSpPr>
          <p:cNvPr id="488451" name="Rectangle 3">
            <a:extLst>
              <a:ext uri="{FF2B5EF4-FFF2-40B4-BE49-F238E27FC236}">
                <a16:creationId xmlns:a16="http://schemas.microsoft.com/office/drawing/2014/main" id="{F62ED563-76EA-1099-3C4A-7DC61FACA8B8}"/>
              </a:ext>
            </a:extLst>
          </p:cNvPr>
          <p:cNvSpPr>
            <a:spLocks noGrp="1" noChangeArrowheads="1"/>
          </p:cNvSpPr>
          <p:nvPr>
            <p:ph idx="1"/>
          </p:nvPr>
        </p:nvSpPr>
        <p:spPr/>
        <p:txBody>
          <a:bodyPr>
            <a:normAutofit/>
          </a:bodyPr>
          <a:lstStyle/>
          <a:p>
            <a:pPr marL="0" indent="0">
              <a:buNone/>
            </a:pPr>
            <a:r>
              <a:rPr lang="en-US" altLang="zh-CN" dirty="0">
                <a:ea typeface="宋体" panose="02010600030101010101" pitchFamily="2" charset="-122"/>
              </a:rPr>
              <a:t>Time Redundancy</a:t>
            </a:r>
          </a:p>
          <a:p>
            <a:r>
              <a:rPr lang="en-US" altLang="zh-CN" dirty="0">
                <a:ea typeface="宋体" panose="02010600030101010101" pitchFamily="2" charset="-122"/>
              </a:rPr>
              <a:t>Perform same operation multiple</a:t>
            </a:r>
            <a:r>
              <a:rPr lang="zh-CN" altLang="en-US" dirty="0">
                <a:ea typeface="宋体" panose="02010600030101010101" pitchFamily="2" charset="-122"/>
              </a:rPr>
              <a:t> </a:t>
            </a:r>
            <a:r>
              <a:rPr lang="en-US" altLang="zh-CN" dirty="0">
                <a:ea typeface="宋体" panose="02010600030101010101" pitchFamily="2" charset="-122"/>
              </a:rPr>
              <a:t>times</a:t>
            </a:r>
          </a:p>
          <a:p>
            <a:pPr lvl="1"/>
            <a:r>
              <a:rPr lang="en-US" altLang="zh-CN" dirty="0">
                <a:ea typeface="宋体" panose="02010600030101010101" pitchFamily="2" charset="-122"/>
              </a:rPr>
              <a:t>To</a:t>
            </a:r>
            <a:r>
              <a:rPr lang="zh-CN" altLang="en-US" dirty="0">
                <a:ea typeface="宋体" panose="02010600030101010101" pitchFamily="2" charset="-122"/>
              </a:rPr>
              <a:t> </a:t>
            </a:r>
            <a:r>
              <a:rPr lang="en-US" altLang="zh-CN" dirty="0">
                <a:ea typeface="宋体" panose="02010600030101010101" pitchFamily="2" charset="-122"/>
              </a:rPr>
              <a:t>see if the</a:t>
            </a:r>
            <a:r>
              <a:rPr lang="zh-CN" altLang="en-US" dirty="0">
                <a:ea typeface="宋体" panose="02010600030101010101" pitchFamily="2" charset="-122"/>
              </a:rPr>
              <a:t> </a:t>
            </a:r>
            <a:r>
              <a:rPr lang="en-US" altLang="zh-CN" dirty="0">
                <a:ea typeface="宋体" panose="02010600030101010101" pitchFamily="2" charset="-122"/>
              </a:rPr>
              <a:t>results</a:t>
            </a:r>
            <a:r>
              <a:rPr lang="zh-CN" altLang="en-US" dirty="0">
                <a:ea typeface="宋体" panose="02010600030101010101" pitchFamily="2" charset="-122"/>
              </a:rPr>
              <a:t> </a:t>
            </a:r>
            <a:r>
              <a:rPr lang="en-US" altLang="zh-CN" dirty="0">
                <a:ea typeface="宋体" panose="02010600030101010101" pitchFamily="2" charset="-122"/>
              </a:rPr>
              <a:t>are</a:t>
            </a:r>
            <a:r>
              <a:rPr lang="zh-CN" altLang="en-US" dirty="0">
                <a:ea typeface="宋体" panose="02010600030101010101" pitchFamily="2" charset="-122"/>
              </a:rPr>
              <a:t> </a:t>
            </a:r>
            <a:r>
              <a:rPr lang="en-US" altLang="zh-CN" dirty="0">
                <a:ea typeface="宋体" panose="02010600030101010101" pitchFamily="2" charset="-122"/>
              </a:rPr>
              <a:t>the same</a:t>
            </a:r>
          </a:p>
          <a:p>
            <a:pPr lvl="1"/>
            <a:r>
              <a:rPr lang="en-US" altLang="zh-CN" dirty="0">
                <a:ea typeface="宋体" panose="02010600030101010101" pitchFamily="2" charset="-122"/>
              </a:rPr>
              <a:t>Can detect temporary faults,</a:t>
            </a:r>
            <a:r>
              <a:rPr lang="zh-CN" altLang="en-US" dirty="0">
                <a:ea typeface="宋体" panose="02010600030101010101" pitchFamily="2" charset="-122"/>
              </a:rPr>
              <a:t> </a:t>
            </a:r>
            <a:r>
              <a:rPr lang="en-US" altLang="zh-CN" dirty="0">
                <a:ea typeface="宋体" panose="02010600030101010101" pitchFamily="2" charset="-122"/>
              </a:rPr>
              <a:t>but</a:t>
            </a:r>
            <a:r>
              <a:rPr lang="zh-CN" altLang="en-US" dirty="0">
                <a:ea typeface="宋体" panose="02010600030101010101" pitchFamily="2" charset="-122"/>
              </a:rPr>
              <a:t> </a:t>
            </a:r>
            <a:r>
              <a:rPr lang="en-US" altLang="zh-CN" dirty="0">
                <a:ea typeface="宋体" panose="02010600030101010101" pitchFamily="2" charset="-122"/>
              </a:rPr>
              <a:t>not</a:t>
            </a:r>
            <a:r>
              <a:rPr lang="zh-CN" altLang="en-US" dirty="0">
                <a:ea typeface="宋体" panose="02010600030101010101" pitchFamily="2" charset="-122"/>
              </a:rPr>
              <a:t> </a:t>
            </a:r>
            <a:r>
              <a:rPr lang="en-US" altLang="zh-CN" dirty="0">
                <a:ea typeface="宋体" panose="02010600030101010101" pitchFamily="2" charset="-122"/>
              </a:rPr>
              <a:t>permanent</a:t>
            </a:r>
            <a:r>
              <a:rPr lang="zh-CN" altLang="en-US" dirty="0">
                <a:ea typeface="宋体" panose="02010600030101010101" pitchFamily="2" charset="-122"/>
              </a:rPr>
              <a:t> </a:t>
            </a:r>
            <a:r>
              <a:rPr lang="en-US" altLang="zh-CN" dirty="0">
                <a:ea typeface="宋体" panose="02010600030101010101" pitchFamily="2" charset="-122"/>
              </a:rPr>
              <a:t>faults</a:t>
            </a:r>
          </a:p>
          <a:p>
            <a:pPr lvl="2"/>
            <a:r>
              <a:rPr lang="en-US" altLang="zh-CN" dirty="0">
                <a:ea typeface="宋体" panose="02010600030101010101" pitchFamily="2" charset="-122"/>
              </a:rPr>
              <a:t>Would affect both computations</a:t>
            </a:r>
          </a:p>
          <a:p>
            <a:r>
              <a:rPr lang="en-US" altLang="zh-CN" dirty="0">
                <a:ea typeface="宋体" panose="02010600030101010101" pitchFamily="2" charset="-122"/>
              </a:rPr>
              <a:t>Advantage</a:t>
            </a:r>
          </a:p>
          <a:p>
            <a:pPr lvl="1"/>
            <a:r>
              <a:rPr lang="en-US" altLang="zh-CN" dirty="0">
                <a:ea typeface="宋体" panose="02010600030101010101" pitchFamily="2" charset="-122"/>
              </a:rPr>
              <a:t>Little to no hardware overhead</a:t>
            </a:r>
          </a:p>
          <a:p>
            <a:r>
              <a:rPr lang="en-US" altLang="zh-CN" dirty="0">
                <a:ea typeface="宋体" panose="02010600030101010101" pitchFamily="2" charset="-122"/>
              </a:rPr>
              <a:t>Disadvantage</a:t>
            </a:r>
          </a:p>
          <a:p>
            <a:pPr lvl="1"/>
            <a:r>
              <a:rPr lang="en-US" altLang="zh-CN" dirty="0">
                <a:ea typeface="宋体" panose="02010600030101010101" pitchFamily="2" charset="-122"/>
              </a:rPr>
              <a:t>Impacts system or circuit performance</a:t>
            </a:r>
          </a:p>
        </p:txBody>
      </p:sp>
      <p:sp>
        <p:nvSpPr>
          <p:cNvPr id="2" name="灯片编号占位符 3">
            <a:extLst>
              <a:ext uri="{FF2B5EF4-FFF2-40B4-BE49-F238E27FC236}">
                <a16:creationId xmlns:a16="http://schemas.microsoft.com/office/drawing/2014/main" id="{4D2EE4A5-795C-B928-2707-826440C30A01}"/>
              </a:ext>
            </a:extLst>
          </p:cNvPr>
          <p:cNvSpPr>
            <a:spLocks noGrp="1"/>
          </p:cNvSpPr>
          <p:nvPr>
            <p:ph type="sldNum" sz="quarter" idx="12"/>
          </p:nvPr>
        </p:nvSpPr>
        <p:spPr/>
        <p:txBody>
          <a:bodyPr/>
          <a:lstStyle/>
          <a:p>
            <a:fld id="{13912089-B95C-9B4C-8D95-10CCCB873590}" type="slidenum">
              <a:rPr lang="zh-CN" altLang="en-US"/>
              <a:pPr/>
              <a:t>36</a:t>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1762C5BC-B7A5-30D2-BBA9-0A3D5140EDD7}"/>
              </a:ext>
            </a:extLst>
          </p:cNvPr>
          <p:cNvSpPr>
            <a:spLocks noGrp="1"/>
          </p:cNvSpPr>
          <p:nvPr>
            <p:ph type="sldNum" sz="quarter" idx="10"/>
          </p:nvPr>
        </p:nvSpPr>
        <p:spPr/>
        <p:txBody>
          <a:bodyPr/>
          <a:lstStyle/>
          <a:p>
            <a:fld id="{E45DA203-AE0B-7F47-9A84-29872BA8FA2A}" type="slidenum">
              <a:rPr lang="zh-CN" altLang="en-US"/>
              <a:pPr/>
              <a:t>37</a:t>
            </a:fld>
            <a:endParaRPr lang="en-US" altLang="zh-CN"/>
          </a:p>
        </p:txBody>
      </p:sp>
      <p:sp>
        <p:nvSpPr>
          <p:cNvPr id="490498" name="Rectangle 2">
            <a:extLst>
              <a:ext uri="{FF2B5EF4-FFF2-40B4-BE49-F238E27FC236}">
                <a16:creationId xmlns:a16="http://schemas.microsoft.com/office/drawing/2014/main" id="{BD8BC6B8-900A-AEBE-8D1E-461E6E6062C0}"/>
              </a:ext>
            </a:extLst>
          </p:cNvPr>
          <p:cNvSpPr>
            <a:spLocks noGrp="1" noChangeArrowheads="1"/>
          </p:cNvSpPr>
          <p:nvPr>
            <p:ph type="title"/>
          </p:nvPr>
        </p:nvSpPr>
        <p:spPr/>
        <p:txBody>
          <a:bodyPr/>
          <a:lstStyle/>
          <a:p>
            <a:r>
              <a:rPr lang="zh-CN" altLang="en-US"/>
              <a:t>冗余 </a:t>
            </a:r>
            <a:r>
              <a:rPr lang="en-US" altLang="zh-CN" dirty="0"/>
              <a:t>-</a:t>
            </a:r>
            <a:r>
              <a:rPr lang="zh-CN" altLang="en-US" dirty="0"/>
              <a:t> </a:t>
            </a:r>
            <a:r>
              <a:rPr lang="en-US" altLang="zh-CN" dirty="0">
                <a:ea typeface="宋体" panose="02010600030101010101" pitchFamily="2" charset="-122"/>
              </a:rPr>
              <a:t>Information Redundancy</a:t>
            </a:r>
          </a:p>
        </p:txBody>
      </p:sp>
      <p:sp>
        <p:nvSpPr>
          <p:cNvPr id="490499" name="Rectangle 3">
            <a:extLst>
              <a:ext uri="{FF2B5EF4-FFF2-40B4-BE49-F238E27FC236}">
                <a16:creationId xmlns:a16="http://schemas.microsoft.com/office/drawing/2014/main" id="{8B4546CD-0277-9BDD-CD38-51888DEFE99B}"/>
              </a:ext>
            </a:extLst>
          </p:cNvPr>
          <p:cNvSpPr>
            <a:spLocks noGrp="1" noChangeArrowheads="1"/>
          </p:cNvSpPr>
          <p:nvPr>
            <p:ph type="body" idx="1"/>
          </p:nvPr>
        </p:nvSpPr>
        <p:spPr/>
        <p:txBody>
          <a:bodyPr/>
          <a:lstStyle/>
          <a:p>
            <a:pPr marL="0" indent="0">
              <a:buNone/>
            </a:pPr>
            <a:r>
              <a:rPr lang="en-US" altLang="zh-CN" dirty="0">
                <a:ea typeface="宋体" panose="02010600030101010101" pitchFamily="2" charset="-122"/>
              </a:rPr>
              <a:t>Information Redundancy</a:t>
            </a:r>
          </a:p>
          <a:p>
            <a:r>
              <a:rPr lang="en-US" altLang="zh-CN" dirty="0">
                <a:ea typeface="宋体" panose="02010600030101010101" pitchFamily="2" charset="-122"/>
              </a:rPr>
              <a:t>Encode outputs with error detecting or correcting code</a:t>
            </a:r>
          </a:p>
          <a:p>
            <a:r>
              <a:rPr lang="en-US" altLang="zh-CN" dirty="0">
                <a:ea typeface="宋体" panose="02010600030101010101" pitchFamily="2" charset="-122"/>
              </a:rPr>
              <a:t>Advantage</a:t>
            </a:r>
          </a:p>
          <a:p>
            <a:pPr lvl="1"/>
            <a:r>
              <a:rPr lang="en-US" altLang="zh-CN" dirty="0">
                <a:ea typeface="宋体" panose="02010600030101010101" pitchFamily="2" charset="-122"/>
              </a:rPr>
              <a:t>Less hardware to generate redundant information than replicating module</a:t>
            </a:r>
          </a:p>
          <a:p>
            <a:r>
              <a:rPr lang="en-US" altLang="zh-CN" dirty="0">
                <a:ea typeface="宋体" panose="02010600030101010101" pitchFamily="2" charset="-122"/>
              </a:rPr>
              <a:t>Drawback</a:t>
            </a:r>
          </a:p>
          <a:p>
            <a:pPr lvl="1"/>
            <a:r>
              <a:rPr lang="en-US" altLang="zh-CN" dirty="0">
                <a:ea typeface="宋体" panose="02010600030101010101" pitchFamily="2" charset="-122"/>
              </a:rPr>
              <a:t>Added complexity in design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1762C5BC-B7A5-30D2-BBA9-0A3D5140EDD7}"/>
              </a:ext>
            </a:extLst>
          </p:cNvPr>
          <p:cNvSpPr>
            <a:spLocks noGrp="1"/>
          </p:cNvSpPr>
          <p:nvPr>
            <p:ph type="sldNum" sz="quarter" idx="10"/>
          </p:nvPr>
        </p:nvSpPr>
        <p:spPr/>
        <p:txBody>
          <a:bodyPr/>
          <a:lstStyle/>
          <a:p>
            <a:fld id="{E45DA203-AE0B-7F47-9A84-29872BA8FA2A}" type="slidenum">
              <a:rPr lang="zh-CN" altLang="en-US"/>
              <a:pPr/>
              <a:t>38</a:t>
            </a:fld>
            <a:endParaRPr lang="en-US" altLang="zh-CN"/>
          </a:p>
        </p:txBody>
      </p:sp>
      <p:sp>
        <p:nvSpPr>
          <p:cNvPr id="490498" name="Rectangle 2">
            <a:extLst>
              <a:ext uri="{FF2B5EF4-FFF2-40B4-BE49-F238E27FC236}">
                <a16:creationId xmlns:a16="http://schemas.microsoft.com/office/drawing/2014/main" id="{BD8BC6B8-900A-AEBE-8D1E-461E6E6062C0}"/>
              </a:ext>
            </a:extLst>
          </p:cNvPr>
          <p:cNvSpPr>
            <a:spLocks noGrp="1" noChangeArrowheads="1"/>
          </p:cNvSpPr>
          <p:nvPr>
            <p:ph type="title"/>
          </p:nvPr>
        </p:nvSpPr>
        <p:spPr/>
        <p:txBody>
          <a:bodyPr/>
          <a:lstStyle/>
          <a:p>
            <a:r>
              <a:rPr lang="zh-CN" altLang="en-US" dirty="0"/>
              <a:t>冗余 </a:t>
            </a:r>
            <a:r>
              <a:rPr lang="en-US" altLang="zh-CN" dirty="0"/>
              <a:t>-</a:t>
            </a:r>
            <a:r>
              <a:rPr lang="zh-CN" altLang="en-US" dirty="0"/>
              <a:t> </a:t>
            </a:r>
            <a:r>
              <a:rPr lang="en-US" altLang="zh-CN" dirty="0">
                <a:ea typeface="宋体" panose="02010600030101010101" pitchFamily="2" charset="-122"/>
              </a:rPr>
              <a:t>Software Redundancy</a:t>
            </a:r>
          </a:p>
        </p:txBody>
      </p:sp>
      <p:sp>
        <p:nvSpPr>
          <p:cNvPr id="490499" name="Rectangle 3">
            <a:extLst>
              <a:ext uri="{FF2B5EF4-FFF2-40B4-BE49-F238E27FC236}">
                <a16:creationId xmlns:a16="http://schemas.microsoft.com/office/drawing/2014/main" id="{8B4546CD-0277-9BDD-CD38-51888DEFE99B}"/>
              </a:ext>
            </a:extLst>
          </p:cNvPr>
          <p:cNvSpPr>
            <a:spLocks noGrp="1" noChangeArrowheads="1"/>
          </p:cNvSpPr>
          <p:nvPr>
            <p:ph type="body" idx="1"/>
          </p:nvPr>
        </p:nvSpPr>
        <p:spPr/>
        <p:txBody>
          <a:bodyPr/>
          <a:lstStyle/>
          <a:p>
            <a:pPr marL="0" indent="0">
              <a:buNone/>
            </a:pPr>
            <a:r>
              <a:rPr lang="en-US" altLang="zh-CN" dirty="0">
                <a:ea typeface="宋体" panose="02010600030101010101" pitchFamily="2" charset="-122"/>
              </a:rPr>
              <a:t>Software Redundancy</a:t>
            </a:r>
          </a:p>
          <a:p>
            <a:r>
              <a:rPr lang="en-US" altLang="zh-CN" dirty="0">
                <a:ea typeface="宋体" panose="02010600030101010101" pitchFamily="2" charset="-122"/>
              </a:rPr>
              <a:t>E.g.,</a:t>
            </a:r>
            <a:r>
              <a:rPr lang="zh-CN" altLang="en-US" dirty="0">
                <a:ea typeface="宋体" panose="02010600030101010101" pitchFamily="2" charset="-122"/>
              </a:rPr>
              <a:t> </a:t>
            </a:r>
            <a:r>
              <a:rPr lang="en-US" altLang="zh-CN" dirty="0">
                <a:ea typeface="宋体" panose="02010600030101010101" pitchFamily="2" charset="-122"/>
              </a:rPr>
              <a:t>N-version</a:t>
            </a:r>
            <a:r>
              <a:rPr lang="zh-CN" altLang="en-US" dirty="0">
                <a:ea typeface="宋体" panose="02010600030101010101" pitchFamily="2" charset="-122"/>
              </a:rPr>
              <a:t> </a:t>
            </a:r>
            <a:r>
              <a:rPr lang="en-US" altLang="zh-CN" dirty="0">
                <a:ea typeface="宋体" panose="02010600030101010101" pitchFamily="2" charset="-122"/>
              </a:rPr>
              <a:t>programming</a:t>
            </a:r>
          </a:p>
          <a:p>
            <a:pPr lvl="1"/>
            <a:r>
              <a:rPr lang="en-US" altLang="zh-CN" dirty="0">
                <a:ea typeface="宋体" panose="02010600030101010101" pitchFamily="2" charset="-122"/>
              </a:rPr>
              <a:t>Use</a:t>
            </a:r>
            <a:r>
              <a:rPr lang="zh-CN" altLang="en-US" dirty="0">
                <a:ea typeface="宋体" panose="02010600030101010101" pitchFamily="2" charset="-122"/>
              </a:rPr>
              <a:t> </a:t>
            </a:r>
            <a:r>
              <a:rPr lang="en-US" altLang="zh-CN" dirty="0">
                <a:ea typeface="宋体" panose="02010600030101010101" pitchFamily="2" charset="-122"/>
              </a:rPr>
              <a:t>multiple</a:t>
            </a:r>
            <a:r>
              <a:rPr lang="zh-CN" altLang="en-US" dirty="0">
                <a:ea typeface="宋体" panose="02010600030101010101" pitchFamily="2" charset="-122"/>
              </a:rPr>
              <a:t> </a:t>
            </a:r>
            <a:r>
              <a:rPr lang="en-US" altLang="zh-CN" dirty="0">
                <a:ea typeface="宋体" panose="02010600030101010101" pitchFamily="2" charset="-122"/>
              </a:rPr>
              <a:t>functionally</a:t>
            </a:r>
            <a:r>
              <a:rPr lang="zh-CN" altLang="en-US" dirty="0">
                <a:ea typeface="宋体" panose="02010600030101010101" pitchFamily="2" charset="-122"/>
              </a:rPr>
              <a:t> </a:t>
            </a:r>
            <a:r>
              <a:rPr lang="en-US" altLang="zh-CN" dirty="0">
                <a:ea typeface="宋体" panose="02010600030101010101" pitchFamily="2" charset="-122"/>
              </a:rPr>
              <a:t>equivalent</a:t>
            </a:r>
            <a:r>
              <a:rPr lang="zh-CN" altLang="en-US" dirty="0">
                <a:ea typeface="宋体" panose="02010600030101010101" pitchFamily="2" charset="-122"/>
              </a:rPr>
              <a:t> </a:t>
            </a:r>
            <a:r>
              <a:rPr lang="en-US" altLang="zh-CN" dirty="0">
                <a:ea typeface="宋体" panose="02010600030101010101" pitchFamily="2" charset="-122"/>
              </a:rPr>
              <a:t>programs</a:t>
            </a:r>
            <a:r>
              <a:rPr lang="zh-CN" altLang="en-US" dirty="0">
                <a:ea typeface="宋体" panose="02010600030101010101" pitchFamily="2" charset="-122"/>
              </a:rPr>
              <a:t> </a:t>
            </a:r>
            <a:r>
              <a:rPr lang="en-US" altLang="zh-CN" dirty="0">
                <a:ea typeface="宋体" panose="02010600030101010101" pitchFamily="2" charset="-122"/>
              </a:rPr>
              <a:t>(developed</a:t>
            </a:r>
            <a:r>
              <a:rPr lang="zh-CN" altLang="en-US" dirty="0">
                <a:ea typeface="宋体" panose="02010600030101010101" pitchFamily="2" charset="-122"/>
              </a:rPr>
              <a:t> </a:t>
            </a:r>
            <a:r>
              <a:rPr lang="en-US" altLang="zh-CN" dirty="0">
                <a:ea typeface="宋体" panose="02010600030101010101" pitchFamily="2" charset="-122"/>
              </a:rPr>
              <a:t>by</a:t>
            </a:r>
            <a:r>
              <a:rPr lang="zh-CN" altLang="en-US" dirty="0">
                <a:ea typeface="宋体" panose="02010600030101010101" pitchFamily="2" charset="-122"/>
              </a:rPr>
              <a:t> </a:t>
            </a:r>
            <a:r>
              <a:rPr lang="en-US" altLang="zh-CN" dirty="0">
                <a:ea typeface="宋体" panose="02010600030101010101" pitchFamily="2" charset="-122"/>
              </a:rPr>
              <a:t>different</a:t>
            </a:r>
            <a:r>
              <a:rPr lang="zh-CN" altLang="en-US" dirty="0">
                <a:ea typeface="宋体" panose="02010600030101010101" pitchFamily="2" charset="-122"/>
              </a:rPr>
              <a:t> </a:t>
            </a:r>
            <a:r>
              <a:rPr lang="en-US" altLang="zh-CN" dirty="0">
                <a:ea typeface="宋体" panose="02010600030101010101" pitchFamily="2" charset="-122"/>
              </a:rPr>
              <a:t>teams,</a:t>
            </a:r>
            <a:r>
              <a:rPr lang="zh-CN" altLang="en-US" dirty="0">
                <a:ea typeface="宋体" panose="02010600030101010101" pitchFamily="2" charset="-122"/>
              </a:rPr>
              <a:t> </a:t>
            </a:r>
            <a:r>
              <a:rPr lang="en-US" altLang="zh-CN" dirty="0">
                <a:ea typeface="宋体" panose="02010600030101010101" pitchFamily="2" charset="-122"/>
              </a:rPr>
              <a:t>use</a:t>
            </a:r>
            <a:r>
              <a:rPr lang="zh-CN" altLang="en-US" dirty="0">
                <a:ea typeface="宋体" panose="02010600030101010101" pitchFamily="2" charset="-122"/>
              </a:rPr>
              <a:t> </a:t>
            </a:r>
            <a:r>
              <a:rPr lang="en-US" altLang="zh-CN" dirty="0">
                <a:ea typeface="宋体" panose="02010600030101010101" pitchFamily="2" charset="-122"/>
              </a:rPr>
              <a:t>different</a:t>
            </a:r>
            <a:r>
              <a:rPr lang="zh-CN" altLang="en-US" dirty="0">
                <a:ea typeface="宋体" panose="02010600030101010101" pitchFamily="2" charset="-122"/>
              </a:rPr>
              <a:t> </a:t>
            </a:r>
            <a:r>
              <a:rPr lang="en-US" altLang="zh-CN" dirty="0">
                <a:ea typeface="宋体" panose="02010600030101010101" pitchFamily="2" charset="-122"/>
              </a:rPr>
              <a:t>programming</a:t>
            </a:r>
            <a:r>
              <a:rPr lang="zh-CN" altLang="en-US" dirty="0">
                <a:ea typeface="宋体" panose="02010600030101010101" pitchFamily="2" charset="-122"/>
              </a:rPr>
              <a:t> </a:t>
            </a:r>
            <a:r>
              <a:rPr lang="en-US" altLang="zh-CN" dirty="0">
                <a:ea typeface="宋体" panose="02010600030101010101" pitchFamily="2" charset="-122"/>
              </a:rPr>
              <a:t>language</a:t>
            </a:r>
            <a:r>
              <a:rPr lang="zh-CN" altLang="en-US" dirty="0">
                <a:ea typeface="宋体" panose="02010600030101010101" pitchFamily="2" charset="-122"/>
              </a:rPr>
              <a:t> </a:t>
            </a:r>
            <a:r>
              <a:rPr lang="en-US" altLang="zh-CN" dirty="0">
                <a:ea typeface="宋体" panose="02010600030101010101" pitchFamily="2" charset="-122"/>
              </a:rPr>
              <a:t>and</a:t>
            </a:r>
            <a:r>
              <a:rPr lang="zh-CN" altLang="en-US" dirty="0">
                <a:ea typeface="宋体" panose="02010600030101010101" pitchFamily="2" charset="-122"/>
              </a:rPr>
              <a:t> </a:t>
            </a:r>
            <a:r>
              <a:rPr lang="en-US" altLang="zh-CN" dirty="0">
                <a:ea typeface="宋体" panose="02010600030101010101" pitchFamily="2" charset="-122"/>
              </a:rPr>
              <a:t>algorithms)</a:t>
            </a:r>
          </a:p>
          <a:p>
            <a:r>
              <a:rPr lang="en-US" altLang="zh-CN" dirty="0">
                <a:ea typeface="宋体" panose="02010600030101010101" pitchFamily="2" charset="-122"/>
              </a:rPr>
              <a:t>Advantage</a:t>
            </a:r>
          </a:p>
          <a:p>
            <a:pPr lvl="1"/>
            <a:r>
              <a:rPr lang="en-US" altLang="zh-CN" dirty="0">
                <a:ea typeface="宋体" panose="02010600030101010101" pitchFamily="2" charset="-122"/>
              </a:rPr>
              <a:t>Less hardware to generate redundant information than replicating module</a:t>
            </a:r>
          </a:p>
          <a:p>
            <a:r>
              <a:rPr lang="en-US" altLang="zh-CN" dirty="0">
                <a:ea typeface="宋体" panose="02010600030101010101" pitchFamily="2" charset="-122"/>
              </a:rPr>
              <a:t>Drawback</a:t>
            </a:r>
          </a:p>
          <a:p>
            <a:pPr lvl="1"/>
            <a:r>
              <a:rPr lang="en-US" altLang="zh-CN" dirty="0">
                <a:ea typeface="宋体" panose="02010600030101010101" pitchFamily="2" charset="-122"/>
              </a:rPr>
              <a:t>Different</a:t>
            </a:r>
            <a:r>
              <a:rPr lang="zh-CN" altLang="en-US" dirty="0">
                <a:ea typeface="宋体" panose="02010600030101010101" pitchFamily="2" charset="-122"/>
              </a:rPr>
              <a:t> </a:t>
            </a:r>
            <a:r>
              <a:rPr lang="en-US" altLang="zh-CN" dirty="0">
                <a:ea typeface="宋体" panose="02010600030101010101" pitchFamily="2" charset="-122"/>
              </a:rPr>
              <a:t>programming</a:t>
            </a:r>
            <a:r>
              <a:rPr lang="zh-CN" altLang="en-US" dirty="0">
                <a:ea typeface="宋体" panose="02010600030101010101" pitchFamily="2" charset="-122"/>
              </a:rPr>
              <a:t> </a:t>
            </a:r>
            <a:r>
              <a:rPr lang="en-US" altLang="zh-CN" dirty="0">
                <a:ea typeface="宋体" panose="02010600030101010101" pitchFamily="2" charset="-122"/>
              </a:rPr>
              <a:t>teams</a:t>
            </a:r>
            <a:r>
              <a:rPr lang="zh-CN" altLang="en-US" dirty="0">
                <a:ea typeface="宋体" panose="02010600030101010101" pitchFamily="2" charset="-122"/>
              </a:rPr>
              <a:t> </a:t>
            </a:r>
            <a:r>
              <a:rPr lang="en-US" altLang="zh-CN" dirty="0">
                <a:ea typeface="宋体" panose="02010600030101010101" pitchFamily="2" charset="-122"/>
              </a:rPr>
              <a:t>can</a:t>
            </a:r>
            <a:r>
              <a:rPr lang="zh-CN" altLang="en-US" dirty="0">
                <a:ea typeface="宋体" panose="02010600030101010101" pitchFamily="2" charset="-122"/>
              </a:rPr>
              <a:t> </a:t>
            </a:r>
            <a:r>
              <a:rPr lang="en-US" altLang="zh-CN" dirty="0">
                <a:ea typeface="宋体" panose="02010600030101010101" pitchFamily="2" charset="-122"/>
              </a:rPr>
              <a:t>make</a:t>
            </a:r>
            <a:r>
              <a:rPr lang="zh-CN" altLang="en-US" dirty="0">
                <a:ea typeface="宋体" panose="02010600030101010101" pitchFamily="2" charset="-122"/>
              </a:rPr>
              <a:t> </a:t>
            </a:r>
            <a:r>
              <a:rPr lang="en-US" altLang="zh-CN" dirty="0">
                <a:ea typeface="宋体" panose="02010600030101010101" pitchFamily="2" charset="-122"/>
              </a:rPr>
              <a:t>similar</a:t>
            </a:r>
            <a:r>
              <a:rPr lang="zh-CN" altLang="en-US" dirty="0">
                <a:ea typeface="宋体" panose="02010600030101010101" pitchFamily="2" charset="-122"/>
              </a:rPr>
              <a:t> </a:t>
            </a:r>
            <a:r>
              <a:rPr lang="en-US" altLang="zh-CN" dirty="0">
                <a:ea typeface="宋体" panose="02010600030101010101" pitchFamily="2" charset="-122"/>
              </a:rPr>
              <a:t>mistakes</a:t>
            </a:r>
          </a:p>
          <a:p>
            <a:pPr lvl="1"/>
            <a:r>
              <a:rPr lang="en-US" altLang="zh-CN" dirty="0">
                <a:ea typeface="宋体" panose="02010600030101010101" pitchFamily="2" charset="-122"/>
              </a:rPr>
              <a:t>Consume</a:t>
            </a:r>
            <a:r>
              <a:rPr lang="zh-CN" altLang="en-US" dirty="0">
                <a:ea typeface="宋体" panose="02010600030101010101" pitchFamily="2" charset="-122"/>
              </a:rPr>
              <a:t> </a:t>
            </a:r>
            <a:r>
              <a:rPr lang="en-US" altLang="zh-CN" dirty="0">
                <a:ea typeface="宋体" panose="02010600030101010101" pitchFamily="2" charset="-122"/>
              </a:rPr>
              <a:t>more</a:t>
            </a:r>
            <a:r>
              <a:rPr lang="zh-CN" altLang="en-US" dirty="0">
                <a:ea typeface="宋体" panose="02010600030101010101" pitchFamily="2" charset="-122"/>
              </a:rPr>
              <a:t> </a:t>
            </a:r>
            <a:r>
              <a:rPr lang="en-US" altLang="zh-CN" dirty="0">
                <a:ea typeface="宋体" panose="02010600030101010101" pitchFamily="2" charset="-122"/>
              </a:rPr>
              <a:t>human</a:t>
            </a:r>
            <a:r>
              <a:rPr lang="zh-CN" altLang="en-US" dirty="0">
                <a:ea typeface="宋体" panose="02010600030101010101" pitchFamily="2" charset="-122"/>
              </a:rPr>
              <a:t> </a:t>
            </a:r>
            <a:r>
              <a:rPr lang="en-US" altLang="zh-CN" dirty="0">
                <a:ea typeface="宋体" panose="02010600030101010101" pitchFamily="2" charset="-122"/>
              </a:rPr>
              <a:t>resources</a:t>
            </a:r>
          </a:p>
        </p:txBody>
      </p:sp>
    </p:spTree>
    <p:extLst>
      <p:ext uri="{BB962C8B-B14F-4D97-AF65-F5344CB8AC3E}">
        <p14:creationId xmlns:p14="http://schemas.microsoft.com/office/powerpoint/2010/main" val="2365096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目录</a:t>
            </a:r>
          </a:p>
        </p:txBody>
      </p:sp>
      <p:sp>
        <p:nvSpPr>
          <p:cNvPr id="4" name="灯片编号占位符 3"/>
          <p:cNvSpPr>
            <a:spLocks noGrp="1"/>
          </p:cNvSpPr>
          <p:nvPr>
            <p:ph type="sldNum" sz="quarter" idx="12"/>
          </p:nvPr>
        </p:nvSpPr>
        <p:spPr/>
        <p:txBody>
          <a:bodyPr/>
          <a:lstStyle/>
          <a:p>
            <a:fld id="{F38DF745-7D3F-47F4-83A3-874385CFAA69}" type="slidenum">
              <a:rPr lang="en-US" smtClean="0"/>
              <a:pPr/>
              <a:t>39</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normAutofit/>
          </a:bodyPr>
          <a:lstStyle/>
          <a:p>
            <a:r>
              <a:rPr kumimoji="1" lang="zh-CN" altLang="en-US" dirty="0">
                <a:solidFill>
                  <a:schemeClr val="bg1">
                    <a:lumMod val="75000"/>
                  </a:schemeClr>
                </a:solidFill>
              </a:rPr>
              <a:t>灾备的基本概念</a:t>
            </a:r>
            <a:endParaRPr kumimoji="1" lang="en-US" altLang="zh-CN" dirty="0">
              <a:solidFill>
                <a:schemeClr val="bg1">
                  <a:lumMod val="75000"/>
                </a:schemeClr>
              </a:solidFill>
            </a:endParaRPr>
          </a:p>
          <a:p>
            <a:r>
              <a:rPr kumimoji="1" lang="zh-CN" altLang="en-US" dirty="0"/>
              <a:t>数据的可靠存储</a:t>
            </a:r>
            <a:endParaRPr kumimoji="1" lang="en-US" altLang="zh-CN" dirty="0"/>
          </a:p>
          <a:p>
            <a:pPr lvl="1"/>
            <a:r>
              <a:rPr kumimoji="1" lang="zh-CN" altLang="en-US" dirty="0"/>
              <a:t>数据备份</a:t>
            </a:r>
            <a:endParaRPr kumimoji="1" lang="en-US" altLang="zh-CN" dirty="0"/>
          </a:p>
          <a:p>
            <a:pPr lvl="1"/>
            <a:r>
              <a:rPr kumimoji="1" lang="zh-CN" altLang="en-US" dirty="0"/>
              <a:t>数据镜像</a:t>
            </a:r>
            <a:endParaRPr kumimoji="1" lang="en-US" altLang="zh-CN" dirty="0"/>
          </a:p>
          <a:p>
            <a:pPr lvl="1"/>
            <a:r>
              <a:rPr kumimoji="1" lang="zh-CN" altLang="en-US" dirty="0"/>
              <a:t>数据快照</a:t>
            </a:r>
            <a:endParaRPr kumimoji="1" lang="en-US" altLang="zh-CN" dirty="0"/>
          </a:p>
          <a:p>
            <a:r>
              <a:rPr kumimoji="1" lang="zh-CN" altLang="en-US" dirty="0">
                <a:solidFill>
                  <a:schemeClr val="bg1">
                    <a:lumMod val="75000"/>
                  </a:schemeClr>
                </a:solidFill>
              </a:rPr>
              <a:t>存储虚拟化</a:t>
            </a:r>
            <a:endParaRPr kumimoji="1" lang="en-US" altLang="zh-CN" dirty="0">
              <a:solidFill>
                <a:schemeClr val="bg1">
                  <a:lumMod val="75000"/>
                </a:schemeClr>
              </a:solidFill>
            </a:endParaRPr>
          </a:p>
        </p:txBody>
      </p:sp>
    </p:spTree>
    <p:extLst>
      <p:ext uri="{BB962C8B-B14F-4D97-AF65-F5344CB8AC3E}">
        <p14:creationId xmlns:p14="http://schemas.microsoft.com/office/powerpoint/2010/main" val="355923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数据的可靠存储</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lang="zh-CN" altLang="en-US" dirty="0"/>
              <a:t>数据备份</a:t>
            </a:r>
            <a:endParaRPr lang="en-US" altLang="zh-CN" dirty="0"/>
          </a:p>
          <a:p>
            <a:r>
              <a:rPr lang="zh-CN" altLang="en-US" dirty="0">
                <a:solidFill>
                  <a:schemeClr val="bg1">
                    <a:lumMod val="75000"/>
                  </a:schemeClr>
                </a:solidFill>
              </a:rPr>
              <a:t>数据镜像</a:t>
            </a:r>
            <a:endParaRPr lang="en-US" altLang="zh-CN" dirty="0">
              <a:solidFill>
                <a:schemeClr val="bg1">
                  <a:lumMod val="75000"/>
                </a:schemeClr>
              </a:solidFill>
            </a:endParaRPr>
          </a:p>
          <a:p>
            <a:r>
              <a:rPr lang="zh-CN" altLang="en-US" dirty="0">
                <a:solidFill>
                  <a:schemeClr val="bg1">
                    <a:lumMod val="75000"/>
                  </a:schemeClr>
                </a:solidFill>
              </a:rPr>
              <a:t>数据快照</a:t>
            </a:r>
            <a:endParaRPr lang="en-US" altLang="zh-CN" dirty="0">
              <a:solidFill>
                <a:schemeClr val="bg1">
                  <a:lumMod val="75000"/>
                </a:schemeClr>
              </a:solidFill>
            </a:endParaRPr>
          </a:p>
          <a:p>
            <a:endParaRPr kumimoji="1" lang="en-US" altLang="zh-CN" sz="2400" dirty="0"/>
          </a:p>
        </p:txBody>
      </p:sp>
      <p:sp>
        <p:nvSpPr>
          <p:cNvPr id="4" name="灯片编号占位符 3"/>
          <p:cNvSpPr>
            <a:spLocks noGrp="1"/>
          </p:cNvSpPr>
          <p:nvPr>
            <p:ph type="sldNum" sz="quarter" idx="12"/>
          </p:nvPr>
        </p:nvSpPr>
        <p:spPr/>
        <p:txBody>
          <a:bodyPr/>
          <a:lstStyle/>
          <a:p>
            <a:fld id="{F38DF745-7D3F-47F4-83A3-874385CFAA69}" type="slidenum">
              <a:rPr lang="en-US" smtClean="0"/>
              <a:pPr/>
              <a:t>40</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974251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数据备份</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a:xfrm>
            <a:off x="279700" y="1075764"/>
            <a:ext cx="8659905" cy="5644295"/>
          </a:xfrm>
        </p:spPr>
        <p:txBody>
          <a:bodyPr>
            <a:normAutofit/>
          </a:bodyPr>
          <a:lstStyle/>
          <a:p>
            <a:r>
              <a:rPr kumimoji="1" lang="zh-CN" altLang="en-US" dirty="0"/>
              <a:t>备份的意义</a:t>
            </a:r>
            <a:endParaRPr kumimoji="1" lang="en-US" altLang="zh-CN" dirty="0"/>
          </a:p>
          <a:p>
            <a:pPr lvl="1"/>
            <a:r>
              <a:rPr kumimoji="1" lang="zh-CN" altLang="en-US" dirty="0"/>
              <a:t>提供多个基于某个时间点的数据拷贝</a:t>
            </a:r>
            <a:endParaRPr kumimoji="1" lang="en-US" altLang="zh-CN" dirty="0"/>
          </a:p>
          <a:p>
            <a:pPr lvl="1"/>
            <a:r>
              <a:rPr kumimoji="1" lang="zh-CN" altLang="en-US" dirty="0"/>
              <a:t>备份的目的地一般多为</a:t>
            </a:r>
            <a:r>
              <a:rPr kumimoji="1" lang="en-US" altLang="zh-CN" dirty="0"/>
              <a:t>:</a:t>
            </a:r>
            <a:r>
              <a:rPr kumimoji="1" lang="zh-CN" altLang="en-US" dirty="0"/>
              <a:t>本地可移动介质</a:t>
            </a:r>
            <a:r>
              <a:rPr kumimoji="1" lang="en-US" altLang="zh-CN" dirty="0"/>
              <a:t>(</a:t>
            </a:r>
            <a:r>
              <a:rPr kumimoji="1" lang="zh-CN" altLang="en-US" dirty="0"/>
              <a:t>例如磁带</a:t>
            </a:r>
            <a:r>
              <a:rPr kumimoji="1" lang="en-US" altLang="zh-CN" dirty="0"/>
              <a:t>)</a:t>
            </a:r>
            <a:r>
              <a:rPr kumimoji="1" lang="zh-CN" altLang="en-US" dirty="0"/>
              <a:t>、远程备份系统。</a:t>
            </a:r>
            <a:endParaRPr kumimoji="1" lang="en-US" altLang="zh-CN" dirty="0"/>
          </a:p>
          <a:p>
            <a:r>
              <a:rPr kumimoji="1" lang="zh-CN" altLang="en-US" dirty="0"/>
              <a:t>备份及恢复的目标</a:t>
            </a:r>
            <a:endParaRPr kumimoji="1" lang="en-US" altLang="zh-CN" dirty="0"/>
          </a:p>
          <a:p>
            <a:pPr lvl="1"/>
            <a:r>
              <a:rPr kumimoji="1" lang="en" altLang="zh-CN" dirty="0"/>
              <a:t>RPO</a:t>
            </a:r>
            <a:r>
              <a:rPr kumimoji="1" lang="zh-CN" altLang="en-US" dirty="0"/>
              <a:t> </a:t>
            </a:r>
            <a:r>
              <a:rPr kumimoji="1" lang="en-US" altLang="zh-CN" dirty="0"/>
              <a:t>(</a:t>
            </a:r>
            <a:r>
              <a:rPr kumimoji="1" lang="en" altLang="zh-CN" dirty="0"/>
              <a:t>Recovery</a:t>
            </a:r>
            <a:r>
              <a:rPr kumimoji="1" lang="zh-CN" altLang="en-US" dirty="0"/>
              <a:t> </a:t>
            </a:r>
            <a:r>
              <a:rPr kumimoji="1" lang="en-US" altLang="zh-CN" dirty="0"/>
              <a:t>point</a:t>
            </a:r>
            <a:r>
              <a:rPr kumimoji="1" lang="zh-CN" altLang="en-US" dirty="0"/>
              <a:t> </a:t>
            </a:r>
            <a:r>
              <a:rPr kumimoji="1" lang="en-US" altLang="zh-CN" dirty="0"/>
              <a:t>objective)</a:t>
            </a:r>
            <a:r>
              <a:rPr kumimoji="1" lang="en" altLang="zh-CN" dirty="0"/>
              <a:t>: the maximum amount of acceptable data loss measured in time </a:t>
            </a:r>
          </a:p>
          <a:p>
            <a:pPr lvl="1"/>
            <a:r>
              <a:rPr kumimoji="1" lang="en-US" altLang="zh-CN" dirty="0"/>
              <a:t>RTO</a:t>
            </a:r>
            <a:r>
              <a:rPr kumimoji="1" lang="zh-CN" altLang="en-US" dirty="0"/>
              <a:t> </a:t>
            </a:r>
            <a:r>
              <a:rPr kumimoji="1" lang="en-US" altLang="zh-CN" dirty="0"/>
              <a:t>(Recovery</a:t>
            </a:r>
            <a:r>
              <a:rPr kumimoji="1" lang="zh-CN" altLang="en-US" dirty="0"/>
              <a:t> </a:t>
            </a:r>
            <a:r>
              <a:rPr kumimoji="1" lang="en-US" altLang="zh-CN" dirty="0"/>
              <a:t>time</a:t>
            </a:r>
            <a:r>
              <a:rPr kumimoji="1" lang="zh-CN" altLang="en-US" dirty="0"/>
              <a:t> </a:t>
            </a:r>
            <a:r>
              <a:rPr kumimoji="1" lang="en-US" altLang="zh-CN" dirty="0"/>
              <a:t>objective):</a:t>
            </a:r>
            <a:r>
              <a:rPr kumimoji="1" lang="zh-CN" altLang="en-US" dirty="0"/>
              <a:t> </a:t>
            </a:r>
            <a:r>
              <a:rPr kumimoji="1" lang="en-US" altLang="zh-CN" dirty="0"/>
              <a:t>the</a:t>
            </a:r>
            <a:r>
              <a:rPr kumimoji="1" lang="en" altLang="zh-CN" dirty="0"/>
              <a:t> time to restore </a:t>
            </a:r>
            <a:r>
              <a:rPr kumimoji="1" lang="en-US" altLang="zh-CN" dirty="0"/>
              <a:t>the</a:t>
            </a:r>
            <a:r>
              <a:rPr kumimoji="1" lang="en" altLang="zh-CN" dirty="0"/>
              <a:t> applications after an interruption</a:t>
            </a:r>
          </a:p>
        </p:txBody>
      </p:sp>
      <p:sp>
        <p:nvSpPr>
          <p:cNvPr id="4" name="灯片编号占位符 3"/>
          <p:cNvSpPr>
            <a:spLocks noGrp="1"/>
          </p:cNvSpPr>
          <p:nvPr>
            <p:ph type="sldNum" sz="quarter" idx="12"/>
          </p:nvPr>
        </p:nvSpPr>
        <p:spPr/>
        <p:txBody>
          <a:bodyPr/>
          <a:lstStyle/>
          <a:p>
            <a:fld id="{F38DF745-7D3F-47F4-83A3-874385CFAA69}" type="slidenum">
              <a:rPr lang="en-US" smtClean="0"/>
              <a:pPr/>
              <a:t>41</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84093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备份</a:t>
            </a:r>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r>
              <a:rPr kumimoji="1" lang="zh-CN" altLang="en-US" dirty="0"/>
              <a:t>备份的目的</a:t>
            </a:r>
            <a:endParaRPr kumimoji="1" lang="en-US" altLang="zh-CN" dirty="0"/>
          </a:p>
          <a:p>
            <a:pPr lvl="1"/>
            <a:r>
              <a:rPr kumimoji="1" lang="zh-CN" altLang="en-US" dirty="0"/>
              <a:t>容灾：在大型灾难后将数据恢复到一致的状态</a:t>
            </a:r>
            <a:endParaRPr kumimoji="1" lang="en-US" altLang="zh-CN" dirty="0"/>
          </a:p>
          <a:p>
            <a:pPr lvl="1"/>
            <a:r>
              <a:rPr kumimoji="1" lang="zh-CN" altLang="en-US" dirty="0"/>
              <a:t>容错：在操作失误等情况时将数据回滚到一致状态</a:t>
            </a:r>
            <a:endParaRPr kumimoji="1" lang="en-US" altLang="zh-CN" dirty="0"/>
          </a:p>
          <a:p>
            <a:pPr lvl="1"/>
            <a:r>
              <a:rPr kumimoji="1" lang="zh-CN" altLang="en-US" dirty="0"/>
              <a:t>长期归档：历史邮件、商业数据、交易记录等</a:t>
            </a:r>
            <a:endParaRPr kumimoji="1" lang="en-US" altLang="zh-CN" dirty="0"/>
          </a:p>
          <a:p>
            <a:pPr lvl="1"/>
            <a:endParaRPr kumimoji="1" lang="en-US" altLang="zh-CN" dirty="0"/>
          </a:p>
          <a:p>
            <a:r>
              <a:rPr kumimoji="1" lang="zh-CN" altLang="en-US" dirty="0"/>
              <a:t>备份的方式</a:t>
            </a:r>
            <a:endParaRPr kumimoji="1" lang="en-US" altLang="zh-CN" dirty="0"/>
          </a:p>
          <a:p>
            <a:pPr lvl="1"/>
            <a:r>
              <a:rPr kumimoji="1" lang="en-US" altLang="zh-CN" dirty="0"/>
              <a:t>Full</a:t>
            </a:r>
            <a:r>
              <a:rPr kumimoji="1" lang="zh-CN" altLang="en-US" dirty="0"/>
              <a:t> </a:t>
            </a:r>
            <a:r>
              <a:rPr kumimoji="1" lang="en-US" altLang="zh-CN" dirty="0"/>
              <a:t>backups</a:t>
            </a:r>
          </a:p>
          <a:p>
            <a:pPr lvl="1"/>
            <a:r>
              <a:rPr kumimoji="1" lang="en-US" altLang="zh-CN" dirty="0"/>
              <a:t>Differential</a:t>
            </a:r>
            <a:r>
              <a:rPr kumimoji="1" lang="zh-CN" altLang="en-US" dirty="0"/>
              <a:t> </a:t>
            </a:r>
            <a:r>
              <a:rPr kumimoji="1" lang="en-US" altLang="zh-CN" dirty="0"/>
              <a:t>Backups</a:t>
            </a:r>
          </a:p>
          <a:p>
            <a:pPr lvl="1"/>
            <a:r>
              <a:rPr kumimoji="1" lang="en-US" altLang="zh-CN" dirty="0"/>
              <a:t>Incremental</a:t>
            </a:r>
            <a:r>
              <a:rPr kumimoji="1" lang="zh-CN" altLang="en-US" dirty="0"/>
              <a:t> </a:t>
            </a:r>
            <a:r>
              <a:rPr kumimoji="1" lang="en-US" altLang="zh-CN" dirty="0"/>
              <a:t>Backups</a:t>
            </a:r>
          </a:p>
          <a:p>
            <a:pPr lvl="1"/>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42</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6088063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None/>
            </a:pPr>
            <a:r>
              <a:rPr lang="en-US" altLang="zh-CN" dirty="0"/>
              <a:t>Full</a:t>
            </a:r>
            <a:r>
              <a:rPr lang="zh-CN" altLang="en-US" dirty="0"/>
              <a:t> </a:t>
            </a:r>
            <a:r>
              <a:rPr lang="en-US" altLang="zh-CN" dirty="0"/>
              <a:t>Backups</a:t>
            </a:r>
            <a:endParaRPr kumimoji="1" lang="en-US" altLang="zh-CN"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r>
              <a:rPr kumimoji="1" lang="zh-CN" altLang="en-US" dirty="0"/>
              <a:t>对整个系统的全部数据进行备份</a:t>
            </a:r>
          </a:p>
        </p:txBody>
      </p:sp>
      <p:sp>
        <p:nvSpPr>
          <p:cNvPr id="4" name="灯片编号占位符 3"/>
          <p:cNvSpPr>
            <a:spLocks noGrp="1"/>
          </p:cNvSpPr>
          <p:nvPr>
            <p:ph type="sldNum" sz="quarter" idx="12"/>
          </p:nvPr>
        </p:nvSpPr>
        <p:spPr/>
        <p:txBody>
          <a:bodyPr/>
          <a:lstStyle/>
          <a:p>
            <a:fld id="{F38DF745-7D3F-47F4-83A3-874385CFAA69}" type="slidenum">
              <a:rPr lang="en-US" smtClean="0"/>
              <a:pPr/>
              <a:t>43</a:t>
            </a:fld>
            <a:endParaRPr lang="en-US" dirty="0"/>
          </a:p>
        </p:txBody>
      </p:sp>
      <p:pic>
        <p:nvPicPr>
          <p:cNvPr id="3" name="object 7">
            <a:extLst>
              <a:ext uri="{FF2B5EF4-FFF2-40B4-BE49-F238E27FC236}">
                <a16:creationId xmlns:a16="http://schemas.microsoft.com/office/drawing/2014/main" id="{55225F1D-682E-FBF0-A171-311FC5D5C80E}"/>
              </a:ext>
            </a:extLst>
          </p:cNvPr>
          <p:cNvPicPr/>
          <p:nvPr/>
        </p:nvPicPr>
        <p:blipFill>
          <a:blip r:embed="rId3" cstate="print"/>
          <a:stretch>
            <a:fillRect/>
          </a:stretch>
        </p:blipFill>
        <p:spPr>
          <a:xfrm>
            <a:off x="6432850" y="3134106"/>
            <a:ext cx="210311" cy="620268"/>
          </a:xfrm>
          <a:prstGeom prst="rect">
            <a:avLst/>
          </a:prstGeom>
        </p:spPr>
      </p:pic>
      <p:pic>
        <p:nvPicPr>
          <p:cNvPr id="5" name="object 8">
            <a:extLst>
              <a:ext uri="{FF2B5EF4-FFF2-40B4-BE49-F238E27FC236}">
                <a16:creationId xmlns:a16="http://schemas.microsoft.com/office/drawing/2014/main" id="{34B14925-C03F-3B03-0E36-7DC83436D182}"/>
              </a:ext>
            </a:extLst>
          </p:cNvPr>
          <p:cNvPicPr/>
          <p:nvPr/>
        </p:nvPicPr>
        <p:blipFill>
          <a:blip r:embed="rId4" cstate="print"/>
          <a:stretch>
            <a:fillRect/>
          </a:stretch>
        </p:blipFill>
        <p:spPr>
          <a:xfrm>
            <a:off x="8398809" y="3137154"/>
            <a:ext cx="239268" cy="620268"/>
          </a:xfrm>
          <a:prstGeom prst="rect">
            <a:avLst/>
          </a:prstGeom>
        </p:spPr>
      </p:pic>
      <p:pic>
        <p:nvPicPr>
          <p:cNvPr id="6" name="object 9">
            <a:extLst>
              <a:ext uri="{FF2B5EF4-FFF2-40B4-BE49-F238E27FC236}">
                <a16:creationId xmlns:a16="http://schemas.microsoft.com/office/drawing/2014/main" id="{4B4CFA01-FC21-6B89-9A64-4950AA783C06}"/>
              </a:ext>
            </a:extLst>
          </p:cNvPr>
          <p:cNvPicPr/>
          <p:nvPr/>
        </p:nvPicPr>
        <p:blipFill>
          <a:blip r:embed="rId5" cstate="print"/>
          <a:stretch>
            <a:fillRect/>
          </a:stretch>
        </p:blipFill>
        <p:spPr>
          <a:xfrm>
            <a:off x="410002" y="3132582"/>
            <a:ext cx="214884" cy="620268"/>
          </a:xfrm>
          <a:prstGeom prst="rect">
            <a:avLst/>
          </a:prstGeom>
        </p:spPr>
      </p:pic>
      <p:pic>
        <p:nvPicPr>
          <p:cNvPr id="7" name="object 10">
            <a:extLst>
              <a:ext uri="{FF2B5EF4-FFF2-40B4-BE49-F238E27FC236}">
                <a16:creationId xmlns:a16="http://schemas.microsoft.com/office/drawing/2014/main" id="{340616F9-27D1-BAE7-081C-D6D4D0E67E96}"/>
              </a:ext>
            </a:extLst>
          </p:cNvPr>
          <p:cNvPicPr/>
          <p:nvPr/>
        </p:nvPicPr>
        <p:blipFill>
          <a:blip r:embed="rId6" cstate="print"/>
          <a:stretch>
            <a:fillRect/>
          </a:stretch>
        </p:blipFill>
        <p:spPr>
          <a:xfrm>
            <a:off x="2414061" y="3132582"/>
            <a:ext cx="216407" cy="620268"/>
          </a:xfrm>
          <a:prstGeom prst="rect">
            <a:avLst/>
          </a:prstGeom>
        </p:spPr>
      </p:pic>
      <p:graphicFrame>
        <p:nvGraphicFramePr>
          <p:cNvPr id="8" name="object 11">
            <a:extLst>
              <a:ext uri="{FF2B5EF4-FFF2-40B4-BE49-F238E27FC236}">
                <a16:creationId xmlns:a16="http://schemas.microsoft.com/office/drawing/2014/main" id="{A04BD9C2-452F-6593-8521-A6F0AEDD22BC}"/>
              </a:ext>
            </a:extLst>
          </p:cNvPr>
          <p:cNvGraphicFramePr>
            <a:graphicFrameLocks noGrp="1"/>
          </p:cNvGraphicFramePr>
          <p:nvPr>
            <p:extLst>
              <p:ext uri="{D42A27DB-BD31-4B8C-83A1-F6EECF244321}">
                <p14:modId xmlns:p14="http://schemas.microsoft.com/office/powerpoint/2010/main" val="866170757"/>
              </p:ext>
            </p:extLst>
          </p:nvPr>
        </p:nvGraphicFramePr>
        <p:xfrm>
          <a:off x="279700" y="3114294"/>
          <a:ext cx="8481693" cy="629412"/>
        </p:xfrm>
        <a:graphic>
          <a:graphicData uri="http://schemas.openxmlformats.org/drawingml/2006/table">
            <a:tbl>
              <a:tblPr firstRow="1" bandRow="1">
                <a:tableStyleId>{2D5ABB26-0587-4C30-8999-92F81FD0307C}</a:tableStyleId>
              </a:tblPr>
              <a:tblGrid>
                <a:gridCol w="114300">
                  <a:extLst>
                    <a:ext uri="{9D8B030D-6E8A-4147-A177-3AD203B41FA5}">
                      <a16:colId xmlns:a16="http://schemas.microsoft.com/office/drawing/2014/main" val="20000"/>
                    </a:ext>
                  </a:extLst>
                </a:gridCol>
                <a:gridCol w="210185">
                  <a:extLst>
                    <a:ext uri="{9D8B030D-6E8A-4147-A177-3AD203B41FA5}">
                      <a16:colId xmlns:a16="http://schemas.microsoft.com/office/drawing/2014/main" val="20001"/>
                    </a:ext>
                  </a:extLst>
                </a:gridCol>
                <a:gridCol w="1796414">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1796415">
                  <a:extLst>
                    <a:ext uri="{9D8B030D-6E8A-4147-A177-3AD203B41FA5}">
                      <a16:colId xmlns:a16="http://schemas.microsoft.com/office/drawing/2014/main" val="20004"/>
                    </a:ext>
                  </a:extLst>
                </a:gridCol>
                <a:gridCol w="210185">
                  <a:extLst>
                    <a:ext uri="{9D8B030D-6E8A-4147-A177-3AD203B41FA5}">
                      <a16:colId xmlns:a16="http://schemas.microsoft.com/office/drawing/2014/main" val="20005"/>
                    </a:ext>
                  </a:extLst>
                </a:gridCol>
                <a:gridCol w="1796414">
                  <a:extLst>
                    <a:ext uri="{9D8B030D-6E8A-4147-A177-3AD203B41FA5}">
                      <a16:colId xmlns:a16="http://schemas.microsoft.com/office/drawing/2014/main" val="20006"/>
                    </a:ext>
                  </a:extLst>
                </a:gridCol>
                <a:gridCol w="210185">
                  <a:extLst>
                    <a:ext uri="{9D8B030D-6E8A-4147-A177-3AD203B41FA5}">
                      <a16:colId xmlns:a16="http://schemas.microsoft.com/office/drawing/2014/main" val="20007"/>
                    </a:ext>
                  </a:extLst>
                </a:gridCol>
                <a:gridCol w="1781175">
                  <a:extLst>
                    <a:ext uri="{9D8B030D-6E8A-4147-A177-3AD203B41FA5}">
                      <a16:colId xmlns:a16="http://schemas.microsoft.com/office/drawing/2014/main" val="20008"/>
                    </a:ext>
                  </a:extLst>
                </a:gridCol>
                <a:gridCol w="212725">
                  <a:extLst>
                    <a:ext uri="{9D8B030D-6E8A-4147-A177-3AD203B41FA5}">
                      <a16:colId xmlns:a16="http://schemas.microsoft.com/office/drawing/2014/main" val="20009"/>
                    </a:ext>
                  </a:extLst>
                </a:gridCol>
                <a:gridCol w="145415">
                  <a:extLst>
                    <a:ext uri="{9D8B030D-6E8A-4147-A177-3AD203B41FA5}">
                      <a16:colId xmlns:a16="http://schemas.microsoft.com/office/drawing/2014/main" val="20010"/>
                    </a:ext>
                  </a:extLst>
                </a:gridCol>
              </a:tblGrid>
              <a:tr h="629412">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CCCCCC"/>
                    </a:solidFill>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CCCCCC"/>
                    </a:solidFill>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CCCCCC"/>
                    </a:solidFill>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CCCCCC"/>
                    </a:solidFill>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CCCCCC"/>
                    </a:solidFill>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tcPr>
                </a:tc>
                <a:tc>
                  <a:txBody>
                    <a:bodyPr/>
                    <a:lstStyle/>
                    <a:p>
                      <a:pPr>
                        <a:lnSpc>
                          <a:spcPct val="100000"/>
                        </a:lnSpc>
                      </a:pPr>
                      <a:endParaRPr sz="2500">
                        <a:latin typeface="Times New Roman"/>
                        <a:cs typeface="Times New Roman"/>
                      </a:endParaRPr>
                    </a:p>
                  </a:txBody>
                  <a:tcPr marL="0" marR="0" marT="0" marB="0">
                    <a:lnT w="38100">
                      <a:solidFill>
                        <a:srgbClr val="000000"/>
                      </a:solidFill>
                      <a:prstDash val="solid"/>
                    </a:lnT>
                    <a:lnB w="38100">
                      <a:solidFill>
                        <a:srgbClr val="000000"/>
                      </a:solidFill>
                      <a:prstDash val="solid"/>
                    </a:lnB>
                    <a:solidFill>
                      <a:srgbClr val="CCCCCC"/>
                    </a:solidFill>
                  </a:tcPr>
                </a:tc>
                <a:extLst>
                  <a:ext uri="{0D108BD9-81ED-4DB2-BD59-A6C34878D82A}">
                    <a16:rowId xmlns:a16="http://schemas.microsoft.com/office/drawing/2014/main" val="10000"/>
                  </a:ext>
                </a:extLst>
              </a:tr>
            </a:tbl>
          </a:graphicData>
        </a:graphic>
      </p:graphicFrame>
      <p:pic>
        <p:nvPicPr>
          <p:cNvPr id="9" name="object 13">
            <a:extLst>
              <a:ext uri="{FF2B5EF4-FFF2-40B4-BE49-F238E27FC236}">
                <a16:creationId xmlns:a16="http://schemas.microsoft.com/office/drawing/2014/main" id="{3EF7BD83-E7F3-4DA9-564F-EF4B65CF1E00}"/>
              </a:ext>
            </a:extLst>
          </p:cNvPr>
          <p:cNvPicPr/>
          <p:nvPr/>
        </p:nvPicPr>
        <p:blipFill>
          <a:blip r:embed="rId7" cstate="print"/>
          <a:stretch>
            <a:fillRect/>
          </a:stretch>
        </p:blipFill>
        <p:spPr>
          <a:xfrm>
            <a:off x="4425741" y="3135631"/>
            <a:ext cx="210312" cy="620268"/>
          </a:xfrm>
          <a:prstGeom prst="rect">
            <a:avLst/>
          </a:prstGeom>
        </p:spPr>
      </p:pic>
      <p:sp>
        <p:nvSpPr>
          <p:cNvPr id="10" name="object 14">
            <a:extLst>
              <a:ext uri="{FF2B5EF4-FFF2-40B4-BE49-F238E27FC236}">
                <a16:creationId xmlns:a16="http://schemas.microsoft.com/office/drawing/2014/main" id="{D5575791-B007-E0A5-67C0-1F2CCF65FD2E}"/>
              </a:ext>
            </a:extLst>
          </p:cNvPr>
          <p:cNvSpPr txBox="1"/>
          <p:nvPr/>
        </p:nvSpPr>
        <p:spPr>
          <a:xfrm>
            <a:off x="438450" y="3748659"/>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11" name="object 15">
            <a:extLst>
              <a:ext uri="{FF2B5EF4-FFF2-40B4-BE49-F238E27FC236}">
                <a16:creationId xmlns:a16="http://schemas.microsoft.com/office/drawing/2014/main" id="{EEE78D1D-CB98-2B6C-E870-4D6CE7F77524}"/>
              </a:ext>
            </a:extLst>
          </p:cNvPr>
          <p:cNvSpPr txBox="1"/>
          <p:nvPr/>
        </p:nvSpPr>
        <p:spPr>
          <a:xfrm>
            <a:off x="2437302" y="3748659"/>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12" name="object 16">
            <a:extLst>
              <a:ext uri="{FF2B5EF4-FFF2-40B4-BE49-F238E27FC236}">
                <a16:creationId xmlns:a16="http://schemas.microsoft.com/office/drawing/2014/main" id="{90AF3585-D270-84B5-6F57-CF5BA7FE8AA0}"/>
              </a:ext>
            </a:extLst>
          </p:cNvPr>
          <p:cNvSpPr txBox="1"/>
          <p:nvPr/>
        </p:nvSpPr>
        <p:spPr>
          <a:xfrm>
            <a:off x="4447459" y="3748659"/>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13" name="object 17">
            <a:extLst>
              <a:ext uri="{FF2B5EF4-FFF2-40B4-BE49-F238E27FC236}">
                <a16:creationId xmlns:a16="http://schemas.microsoft.com/office/drawing/2014/main" id="{45A45138-62CC-5C03-311D-C1BB941DAF73}"/>
              </a:ext>
            </a:extLst>
          </p:cNvPr>
          <p:cNvSpPr txBox="1"/>
          <p:nvPr/>
        </p:nvSpPr>
        <p:spPr>
          <a:xfrm>
            <a:off x="6468664" y="3748659"/>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14" name="object 18">
            <a:extLst>
              <a:ext uri="{FF2B5EF4-FFF2-40B4-BE49-F238E27FC236}">
                <a16:creationId xmlns:a16="http://schemas.microsoft.com/office/drawing/2014/main" id="{5EFB233E-C1B8-19CA-CEB3-4EF50180D758}"/>
              </a:ext>
            </a:extLst>
          </p:cNvPr>
          <p:cNvSpPr txBox="1"/>
          <p:nvPr/>
        </p:nvSpPr>
        <p:spPr>
          <a:xfrm>
            <a:off x="8457992" y="3748659"/>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16" name="文本框 15">
            <a:extLst>
              <a:ext uri="{FF2B5EF4-FFF2-40B4-BE49-F238E27FC236}">
                <a16:creationId xmlns:a16="http://schemas.microsoft.com/office/drawing/2014/main" id="{268995C0-72AE-62F7-DA4B-38CAE48C0A90}"/>
              </a:ext>
            </a:extLst>
          </p:cNvPr>
          <p:cNvSpPr txBox="1"/>
          <p:nvPr/>
        </p:nvSpPr>
        <p:spPr>
          <a:xfrm>
            <a:off x="143682" y="2585278"/>
            <a:ext cx="4587240" cy="369332"/>
          </a:xfrm>
          <a:prstGeom prst="rect">
            <a:avLst/>
          </a:prstGeom>
          <a:noFill/>
        </p:spPr>
        <p:txBody>
          <a:bodyPr wrap="square">
            <a:spAutoFit/>
          </a:bodyPr>
          <a:lstStyle/>
          <a:p>
            <a:pPr marL="12700">
              <a:lnSpc>
                <a:spcPct val="100000"/>
              </a:lnSpc>
              <a:spcBef>
                <a:spcPts val="1660"/>
              </a:spcBef>
            </a:pPr>
            <a:r>
              <a:rPr lang="en" altLang="zh-CN" sz="1800" b="1" spc="-5" dirty="0">
                <a:latin typeface="Verdana"/>
                <a:cs typeface="Verdana"/>
              </a:rPr>
              <a:t>Full</a:t>
            </a:r>
            <a:r>
              <a:rPr lang="en" altLang="zh-CN" sz="1800" b="1" spc="-55" dirty="0">
                <a:latin typeface="Verdana"/>
                <a:cs typeface="Verdana"/>
              </a:rPr>
              <a:t> </a:t>
            </a:r>
            <a:r>
              <a:rPr lang="en" altLang="zh-CN" sz="1800" b="1" dirty="0">
                <a:latin typeface="Verdana"/>
                <a:cs typeface="Verdana"/>
              </a:rPr>
              <a:t>Backup</a:t>
            </a:r>
            <a:endParaRPr lang="en" altLang="zh-CN" sz="1800" dirty="0">
              <a:latin typeface="Verdana"/>
              <a:cs typeface="Verdana"/>
            </a:endParaRPr>
          </a:p>
        </p:txBody>
      </p:sp>
    </p:spTree>
    <p:extLst>
      <p:ext uri="{BB962C8B-B14F-4D97-AF65-F5344CB8AC3E}">
        <p14:creationId xmlns:p14="http://schemas.microsoft.com/office/powerpoint/2010/main" val="1798299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None/>
            </a:pPr>
            <a:r>
              <a:rPr lang="en-US" altLang="zh-CN" dirty="0"/>
              <a:t>Differential</a:t>
            </a:r>
            <a:r>
              <a:rPr lang="zh-CN" altLang="en-US" dirty="0"/>
              <a:t> </a:t>
            </a:r>
            <a:r>
              <a:rPr lang="en-US" altLang="zh-CN" dirty="0"/>
              <a:t>Backups</a:t>
            </a:r>
            <a:endParaRPr kumimoji="1" lang="en-US" altLang="zh-CN"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r>
              <a:rPr kumimoji="1" lang="zh-CN" altLang="en-US" dirty="0"/>
              <a:t>同时存储上次备份后所有修改（增加）的文件</a:t>
            </a:r>
          </a:p>
        </p:txBody>
      </p:sp>
      <p:sp>
        <p:nvSpPr>
          <p:cNvPr id="4" name="灯片编号占位符 3"/>
          <p:cNvSpPr>
            <a:spLocks noGrp="1"/>
          </p:cNvSpPr>
          <p:nvPr>
            <p:ph type="sldNum" sz="quarter" idx="12"/>
          </p:nvPr>
        </p:nvSpPr>
        <p:spPr/>
        <p:txBody>
          <a:bodyPr/>
          <a:lstStyle/>
          <a:p>
            <a:fld id="{F38DF745-7D3F-47F4-83A3-874385CFAA69}" type="slidenum">
              <a:rPr lang="en-US" smtClean="0"/>
              <a:pPr/>
              <a:t>44</a:t>
            </a:fld>
            <a:endParaRPr lang="en-US" dirty="0"/>
          </a:p>
        </p:txBody>
      </p:sp>
      <p:sp>
        <p:nvSpPr>
          <p:cNvPr id="16" name="文本框 15">
            <a:extLst>
              <a:ext uri="{FF2B5EF4-FFF2-40B4-BE49-F238E27FC236}">
                <a16:creationId xmlns:a16="http://schemas.microsoft.com/office/drawing/2014/main" id="{268995C0-72AE-62F7-DA4B-38CAE48C0A90}"/>
              </a:ext>
            </a:extLst>
          </p:cNvPr>
          <p:cNvSpPr txBox="1"/>
          <p:nvPr/>
        </p:nvSpPr>
        <p:spPr>
          <a:xfrm>
            <a:off x="143682" y="2585278"/>
            <a:ext cx="4587240" cy="369332"/>
          </a:xfrm>
          <a:prstGeom prst="rect">
            <a:avLst/>
          </a:prstGeom>
          <a:noFill/>
        </p:spPr>
        <p:txBody>
          <a:bodyPr wrap="square">
            <a:spAutoFit/>
          </a:bodyPr>
          <a:lstStyle/>
          <a:p>
            <a:pPr marL="12700">
              <a:lnSpc>
                <a:spcPct val="100000"/>
              </a:lnSpc>
              <a:spcBef>
                <a:spcPts val="1660"/>
              </a:spcBef>
            </a:pPr>
            <a:r>
              <a:rPr lang="en" altLang="zh-CN" sz="1800" b="1" spc="-5" dirty="0">
                <a:latin typeface="Verdana"/>
                <a:cs typeface="Verdana"/>
              </a:rPr>
              <a:t>Differential</a:t>
            </a:r>
            <a:r>
              <a:rPr lang="en" altLang="zh-CN" sz="1800" b="1" spc="-55" dirty="0">
                <a:latin typeface="Verdana"/>
                <a:cs typeface="Verdana"/>
              </a:rPr>
              <a:t> </a:t>
            </a:r>
            <a:r>
              <a:rPr lang="en" altLang="zh-CN" sz="1800" b="1" dirty="0">
                <a:latin typeface="Verdana"/>
                <a:cs typeface="Verdana"/>
              </a:rPr>
              <a:t>Backup</a:t>
            </a:r>
            <a:endParaRPr lang="en" altLang="zh-CN" sz="1800" dirty="0">
              <a:latin typeface="Verdana"/>
              <a:cs typeface="Verdana"/>
            </a:endParaRPr>
          </a:p>
        </p:txBody>
      </p:sp>
      <p:grpSp>
        <p:nvGrpSpPr>
          <p:cNvPr id="54" name="object 9">
            <a:extLst>
              <a:ext uri="{FF2B5EF4-FFF2-40B4-BE49-F238E27FC236}">
                <a16:creationId xmlns:a16="http://schemas.microsoft.com/office/drawing/2014/main" id="{7623A6F9-4FBB-43AA-C9BA-FCB00BCCB331}"/>
              </a:ext>
            </a:extLst>
          </p:cNvPr>
          <p:cNvGrpSpPr/>
          <p:nvPr/>
        </p:nvGrpSpPr>
        <p:grpSpPr>
          <a:xfrm>
            <a:off x="279700" y="3132582"/>
            <a:ext cx="8486775" cy="2186940"/>
            <a:chOff x="304800" y="3518915"/>
            <a:chExt cx="8486775" cy="2186940"/>
          </a:xfrm>
        </p:grpSpPr>
        <p:pic>
          <p:nvPicPr>
            <p:cNvPr id="55" name="object 10">
              <a:extLst>
                <a:ext uri="{FF2B5EF4-FFF2-40B4-BE49-F238E27FC236}">
                  <a16:creationId xmlns:a16="http://schemas.microsoft.com/office/drawing/2014/main" id="{361E8292-3576-3E30-8F96-EDC244628160}"/>
                </a:ext>
              </a:extLst>
            </p:cNvPr>
            <p:cNvPicPr/>
            <p:nvPr/>
          </p:nvPicPr>
          <p:blipFill>
            <a:blip r:embed="rId3" cstate="print"/>
            <a:stretch>
              <a:fillRect/>
            </a:stretch>
          </p:blipFill>
          <p:spPr>
            <a:xfrm>
              <a:off x="7874507" y="4056887"/>
              <a:ext cx="217931" cy="1629156"/>
            </a:xfrm>
            <a:prstGeom prst="rect">
              <a:avLst/>
            </a:prstGeom>
          </p:spPr>
        </p:pic>
        <p:pic>
          <p:nvPicPr>
            <p:cNvPr id="56" name="object 11">
              <a:extLst>
                <a:ext uri="{FF2B5EF4-FFF2-40B4-BE49-F238E27FC236}">
                  <a16:creationId xmlns:a16="http://schemas.microsoft.com/office/drawing/2014/main" id="{C61BF48F-7C8D-DE89-62E0-51D1036853A3}"/>
                </a:ext>
              </a:extLst>
            </p:cNvPr>
            <p:cNvPicPr/>
            <p:nvPr/>
          </p:nvPicPr>
          <p:blipFill>
            <a:blip r:embed="rId4" cstate="print"/>
            <a:stretch>
              <a:fillRect/>
            </a:stretch>
          </p:blipFill>
          <p:spPr>
            <a:xfrm>
              <a:off x="7589519" y="4376927"/>
              <a:ext cx="213359" cy="1309116"/>
            </a:xfrm>
            <a:prstGeom prst="rect">
              <a:avLst/>
            </a:prstGeom>
          </p:spPr>
        </p:pic>
        <p:pic>
          <p:nvPicPr>
            <p:cNvPr id="57" name="object 12">
              <a:extLst>
                <a:ext uri="{FF2B5EF4-FFF2-40B4-BE49-F238E27FC236}">
                  <a16:creationId xmlns:a16="http://schemas.microsoft.com/office/drawing/2014/main" id="{105D5E85-4882-4C8B-A631-8961F66CC89F}"/>
                </a:ext>
              </a:extLst>
            </p:cNvPr>
            <p:cNvPicPr/>
            <p:nvPr/>
          </p:nvPicPr>
          <p:blipFill>
            <a:blip r:embed="rId5" cstate="print"/>
            <a:stretch>
              <a:fillRect/>
            </a:stretch>
          </p:blipFill>
          <p:spPr>
            <a:xfrm>
              <a:off x="7016495" y="4928615"/>
              <a:ext cx="211835" cy="708660"/>
            </a:xfrm>
            <a:prstGeom prst="rect">
              <a:avLst/>
            </a:prstGeom>
          </p:spPr>
        </p:pic>
        <p:pic>
          <p:nvPicPr>
            <p:cNvPr id="58" name="object 13">
              <a:extLst>
                <a:ext uri="{FF2B5EF4-FFF2-40B4-BE49-F238E27FC236}">
                  <a16:creationId xmlns:a16="http://schemas.microsoft.com/office/drawing/2014/main" id="{BADC7438-A228-5957-B42A-E35C42D9EA7B}"/>
                </a:ext>
              </a:extLst>
            </p:cNvPr>
            <p:cNvPicPr/>
            <p:nvPr/>
          </p:nvPicPr>
          <p:blipFill>
            <a:blip r:embed="rId6" cstate="print"/>
            <a:stretch>
              <a:fillRect/>
            </a:stretch>
          </p:blipFill>
          <p:spPr>
            <a:xfrm>
              <a:off x="6722364" y="5259323"/>
              <a:ext cx="217931" cy="426719"/>
            </a:xfrm>
            <a:prstGeom prst="rect">
              <a:avLst/>
            </a:prstGeom>
          </p:spPr>
        </p:pic>
        <p:pic>
          <p:nvPicPr>
            <p:cNvPr id="59" name="object 14">
              <a:extLst>
                <a:ext uri="{FF2B5EF4-FFF2-40B4-BE49-F238E27FC236}">
                  <a16:creationId xmlns:a16="http://schemas.microsoft.com/office/drawing/2014/main" id="{C6EC66E4-0970-9C64-74DB-7A789275E415}"/>
                </a:ext>
              </a:extLst>
            </p:cNvPr>
            <p:cNvPicPr/>
            <p:nvPr/>
          </p:nvPicPr>
          <p:blipFill>
            <a:blip r:embed="rId7" cstate="print"/>
            <a:stretch>
              <a:fillRect/>
            </a:stretch>
          </p:blipFill>
          <p:spPr>
            <a:xfrm>
              <a:off x="6164579" y="3717035"/>
              <a:ext cx="210312" cy="1975103"/>
            </a:xfrm>
            <a:prstGeom prst="rect">
              <a:avLst/>
            </a:prstGeom>
          </p:spPr>
        </p:pic>
        <p:pic>
          <p:nvPicPr>
            <p:cNvPr id="60" name="object 15">
              <a:extLst>
                <a:ext uri="{FF2B5EF4-FFF2-40B4-BE49-F238E27FC236}">
                  <a16:creationId xmlns:a16="http://schemas.microsoft.com/office/drawing/2014/main" id="{A6C2F394-2529-532E-A5E3-4A41933E8454}"/>
                </a:ext>
              </a:extLst>
            </p:cNvPr>
            <p:cNvPicPr/>
            <p:nvPr/>
          </p:nvPicPr>
          <p:blipFill>
            <a:blip r:embed="rId8" cstate="print"/>
            <a:stretch>
              <a:fillRect/>
            </a:stretch>
          </p:blipFill>
          <p:spPr>
            <a:xfrm>
              <a:off x="5864352" y="4062983"/>
              <a:ext cx="237744" cy="1629155"/>
            </a:xfrm>
            <a:prstGeom prst="rect">
              <a:avLst/>
            </a:prstGeom>
          </p:spPr>
        </p:pic>
        <p:pic>
          <p:nvPicPr>
            <p:cNvPr id="61" name="object 16">
              <a:extLst>
                <a:ext uri="{FF2B5EF4-FFF2-40B4-BE49-F238E27FC236}">
                  <a16:creationId xmlns:a16="http://schemas.microsoft.com/office/drawing/2014/main" id="{9D4BE2D2-4DE9-F85A-8357-0E73AF484FFC}"/>
                </a:ext>
              </a:extLst>
            </p:cNvPr>
            <p:cNvPicPr/>
            <p:nvPr/>
          </p:nvPicPr>
          <p:blipFill>
            <a:blip r:embed="rId9" cstate="print"/>
            <a:stretch>
              <a:fillRect/>
            </a:stretch>
          </p:blipFill>
          <p:spPr>
            <a:xfrm>
              <a:off x="5579364" y="4343399"/>
              <a:ext cx="217932" cy="1348740"/>
            </a:xfrm>
            <a:prstGeom prst="rect">
              <a:avLst/>
            </a:prstGeom>
          </p:spPr>
        </p:pic>
        <p:pic>
          <p:nvPicPr>
            <p:cNvPr id="62" name="object 17">
              <a:extLst>
                <a:ext uri="{FF2B5EF4-FFF2-40B4-BE49-F238E27FC236}">
                  <a16:creationId xmlns:a16="http://schemas.microsoft.com/office/drawing/2014/main" id="{D0931039-2766-D0E0-AB01-6EBDC3E72F7F}"/>
                </a:ext>
              </a:extLst>
            </p:cNvPr>
            <p:cNvPicPr/>
            <p:nvPr/>
          </p:nvPicPr>
          <p:blipFill>
            <a:blip r:embed="rId10" cstate="print"/>
            <a:stretch>
              <a:fillRect/>
            </a:stretch>
          </p:blipFill>
          <p:spPr>
            <a:xfrm>
              <a:off x="5297423" y="4582667"/>
              <a:ext cx="210312" cy="1060704"/>
            </a:xfrm>
            <a:prstGeom prst="rect">
              <a:avLst/>
            </a:prstGeom>
          </p:spPr>
        </p:pic>
        <p:pic>
          <p:nvPicPr>
            <p:cNvPr id="63" name="object 18">
              <a:extLst>
                <a:ext uri="{FF2B5EF4-FFF2-40B4-BE49-F238E27FC236}">
                  <a16:creationId xmlns:a16="http://schemas.microsoft.com/office/drawing/2014/main" id="{65DAA4BA-87B6-95F8-788C-2A03C87D0BED}"/>
                </a:ext>
              </a:extLst>
            </p:cNvPr>
            <p:cNvPicPr/>
            <p:nvPr/>
          </p:nvPicPr>
          <p:blipFill>
            <a:blip r:embed="rId11" cstate="print"/>
            <a:stretch>
              <a:fillRect/>
            </a:stretch>
          </p:blipFill>
          <p:spPr>
            <a:xfrm>
              <a:off x="5006340" y="4934711"/>
              <a:ext cx="216408" cy="708660"/>
            </a:xfrm>
            <a:prstGeom prst="rect">
              <a:avLst/>
            </a:prstGeom>
          </p:spPr>
        </p:pic>
        <p:pic>
          <p:nvPicPr>
            <p:cNvPr id="64" name="object 19">
              <a:extLst>
                <a:ext uri="{FF2B5EF4-FFF2-40B4-BE49-F238E27FC236}">
                  <a16:creationId xmlns:a16="http://schemas.microsoft.com/office/drawing/2014/main" id="{08D2CC02-3FE5-3FF3-47E0-5E736817EC69}"/>
                </a:ext>
              </a:extLst>
            </p:cNvPr>
            <p:cNvPicPr/>
            <p:nvPr/>
          </p:nvPicPr>
          <p:blipFill>
            <a:blip r:embed="rId12" cstate="print"/>
            <a:stretch>
              <a:fillRect/>
            </a:stretch>
          </p:blipFill>
          <p:spPr>
            <a:xfrm>
              <a:off x="4719828" y="5269991"/>
              <a:ext cx="216408" cy="422147"/>
            </a:xfrm>
            <a:prstGeom prst="rect">
              <a:avLst/>
            </a:prstGeom>
          </p:spPr>
        </p:pic>
        <p:pic>
          <p:nvPicPr>
            <p:cNvPr id="65" name="object 20">
              <a:extLst>
                <a:ext uri="{FF2B5EF4-FFF2-40B4-BE49-F238E27FC236}">
                  <a16:creationId xmlns:a16="http://schemas.microsoft.com/office/drawing/2014/main" id="{1AD41291-3DBF-B31F-CBAD-E77B21E9F749}"/>
                </a:ext>
              </a:extLst>
            </p:cNvPr>
            <p:cNvPicPr/>
            <p:nvPr/>
          </p:nvPicPr>
          <p:blipFill>
            <a:blip r:embed="rId13" cstate="print"/>
            <a:stretch>
              <a:fillRect/>
            </a:stretch>
          </p:blipFill>
          <p:spPr>
            <a:xfrm>
              <a:off x="4431791" y="3543299"/>
              <a:ext cx="210312" cy="2115312"/>
            </a:xfrm>
            <a:prstGeom prst="rect">
              <a:avLst/>
            </a:prstGeom>
          </p:spPr>
        </p:pic>
        <p:sp>
          <p:nvSpPr>
            <p:cNvPr id="66" name="object 21">
              <a:extLst>
                <a:ext uri="{FF2B5EF4-FFF2-40B4-BE49-F238E27FC236}">
                  <a16:creationId xmlns:a16="http://schemas.microsoft.com/office/drawing/2014/main" id="{185ED005-EB51-6CC1-09E2-DB327BEBB8D6}"/>
                </a:ext>
              </a:extLst>
            </p:cNvPr>
            <p:cNvSpPr/>
            <p:nvPr/>
          </p:nvSpPr>
          <p:spPr>
            <a:xfrm>
              <a:off x="4642104" y="5266689"/>
              <a:ext cx="1522730" cy="419100"/>
            </a:xfrm>
            <a:custGeom>
              <a:avLst/>
              <a:gdLst/>
              <a:ahLst/>
              <a:cxnLst/>
              <a:rect l="l" t="t" r="r" b="b"/>
              <a:pathLst>
                <a:path w="1522729" h="419100">
                  <a:moveTo>
                    <a:pt x="78486" y="0"/>
                  </a:moveTo>
                  <a:lnTo>
                    <a:pt x="0" y="0"/>
                  </a:lnTo>
                  <a:lnTo>
                    <a:pt x="0" y="419100"/>
                  </a:lnTo>
                  <a:lnTo>
                    <a:pt x="78486" y="419100"/>
                  </a:lnTo>
                  <a:lnTo>
                    <a:pt x="78486" y="0"/>
                  </a:lnTo>
                  <a:close/>
                </a:path>
                <a:path w="1522729" h="419100">
                  <a:moveTo>
                    <a:pt x="367538" y="0"/>
                  </a:moveTo>
                  <a:lnTo>
                    <a:pt x="289052" y="0"/>
                  </a:lnTo>
                  <a:lnTo>
                    <a:pt x="289052" y="419100"/>
                  </a:lnTo>
                  <a:lnTo>
                    <a:pt x="367538" y="419100"/>
                  </a:lnTo>
                  <a:lnTo>
                    <a:pt x="367538" y="0"/>
                  </a:lnTo>
                  <a:close/>
                </a:path>
                <a:path w="1522729" h="419100">
                  <a:moveTo>
                    <a:pt x="656463" y="0"/>
                  </a:moveTo>
                  <a:lnTo>
                    <a:pt x="577088" y="0"/>
                  </a:lnTo>
                  <a:lnTo>
                    <a:pt x="577088" y="419100"/>
                  </a:lnTo>
                  <a:lnTo>
                    <a:pt x="656463" y="419100"/>
                  </a:lnTo>
                  <a:lnTo>
                    <a:pt x="656463" y="0"/>
                  </a:lnTo>
                  <a:close/>
                </a:path>
                <a:path w="1522729" h="419100">
                  <a:moveTo>
                    <a:pt x="945515" y="0"/>
                  </a:moveTo>
                  <a:lnTo>
                    <a:pt x="866140" y="0"/>
                  </a:lnTo>
                  <a:lnTo>
                    <a:pt x="866140" y="419100"/>
                  </a:lnTo>
                  <a:lnTo>
                    <a:pt x="945515" y="419100"/>
                  </a:lnTo>
                  <a:lnTo>
                    <a:pt x="945515" y="0"/>
                  </a:lnTo>
                  <a:close/>
                </a:path>
                <a:path w="1522729" h="419100">
                  <a:moveTo>
                    <a:pt x="1233551" y="0"/>
                  </a:moveTo>
                  <a:lnTo>
                    <a:pt x="1155065" y="0"/>
                  </a:lnTo>
                  <a:lnTo>
                    <a:pt x="1155065" y="419100"/>
                  </a:lnTo>
                  <a:lnTo>
                    <a:pt x="1233551" y="419100"/>
                  </a:lnTo>
                  <a:lnTo>
                    <a:pt x="1233551" y="0"/>
                  </a:lnTo>
                  <a:close/>
                </a:path>
                <a:path w="1522729" h="419100">
                  <a:moveTo>
                    <a:pt x="1522603" y="0"/>
                  </a:moveTo>
                  <a:lnTo>
                    <a:pt x="1444117" y="0"/>
                  </a:lnTo>
                  <a:lnTo>
                    <a:pt x="1444117" y="419100"/>
                  </a:lnTo>
                  <a:lnTo>
                    <a:pt x="1522603" y="419100"/>
                  </a:lnTo>
                  <a:lnTo>
                    <a:pt x="1522603" y="0"/>
                  </a:lnTo>
                  <a:close/>
                </a:path>
              </a:pathLst>
            </a:custGeom>
            <a:solidFill>
              <a:srgbClr val="CCCCCC"/>
            </a:solidFill>
          </p:spPr>
          <p:txBody>
            <a:bodyPr wrap="square" lIns="0" tIns="0" rIns="0" bIns="0" rtlCol="0"/>
            <a:lstStyle/>
            <a:p>
              <a:endParaRPr/>
            </a:p>
          </p:txBody>
        </p:sp>
        <p:pic>
          <p:nvPicPr>
            <p:cNvPr id="67" name="object 22">
              <a:extLst>
                <a:ext uri="{FF2B5EF4-FFF2-40B4-BE49-F238E27FC236}">
                  <a16:creationId xmlns:a16="http://schemas.microsoft.com/office/drawing/2014/main" id="{034CD82A-D690-A6F1-04C7-B44056B4B30F}"/>
                </a:ext>
              </a:extLst>
            </p:cNvPr>
            <p:cNvPicPr/>
            <p:nvPr/>
          </p:nvPicPr>
          <p:blipFill>
            <a:blip r:embed="rId13" cstate="print"/>
            <a:stretch>
              <a:fillRect/>
            </a:stretch>
          </p:blipFill>
          <p:spPr>
            <a:xfrm>
              <a:off x="6438900" y="3537203"/>
              <a:ext cx="210311" cy="2116836"/>
            </a:xfrm>
            <a:prstGeom prst="rect">
              <a:avLst/>
            </a:prstGeom>
          </p:spPr>
        </p:pic>
        <p:sp>
          <p:nvSpPr>
            <p:cNvPr id="68" name="object 23">
              <a:extLst>
                <a:ext uri="{FF2B5EF4-FFF2-40B4-BE49-F238E27FC236}">
                  <a16:creationId xmlns:a16="http://schemas.microsoft.com/office/drawing/2014/main" id="{BFFD5FAF-78D6-DD20-F3F4-7EDD18D2E71B}"/>
                </a:ext>
              </a:extLst>
            </p:cNvPr>
            <p:cNvSpPr/>
            <p:nvPr/>
          </p:nvSpPr>
          <p:spPr>
            <a:xfrm>
              <a:off x="4642104" y="3536949"/>
              <a:ext cx="1797050" cy="2148840"/>
            </a:xfrm>
            <a:custGeom>
              <a:avLst/>
              <a:gdLst/>
              <a:ahLst/>
              <a:cxnLst/>
              <a:rect l="l" t="t" r="r" b="b"/>
              <a:pathLst>
                <a:path w="1797050" h="2148840">
                  <a:moveTo>
                    <a:pt x="1796796" y="0"/>
                  </a:moveTo>
                  <a:lnTo>
                    <a:pt x="0" y="0"/>
                  </a:lnTo>
                  <a:lnTo>
                    <a:pt x="0" y="193040"/>
                  </a:lnTo>
                  <a:lnTo>
                    <a:pt x="0" y="544830"/>
                  </a:lnTo>
                  <a:lnTo>
                    <a:pt x="0" y="849630"/>
                  </a:lnTo>
                  <a:lnTo>
                    <a:pt x="0" y="1074420"/>
                  </a:lnTo>
                  <a:lnTo>
                    <a:pt x="0" y="1418590"/>
                  </a:lnTo>
                  <a:lnTo>
                    <a:pt x="0" y="1729740"/>
                  </a:lnTo>
                  <a:lnTo>
                    <a:pt x="367538" y="1729740"/>
                  </a:lnTo>
                  <a:lnTo>
                    <a:pt x="367538" y="1418590"/>
                  </a:lnTo>
                  <a:lnTo>
                    <a:pt x="577088" y="1418590"/>
                  </a:lnTo>
                  <a:lnTo>
                    <a:pt x="577088" y="1729740"/>
                  </a:lnTo>
                  <a:lnTo>
                    <a:pt x="656463" y="1729740"/>
                  </a:lnTo>
                  <a:lnTo>
                    <a:pt x="656463" y="1418590"/>
                  </a:lnTo>
                  <a:lnTo>
                    <a:pt x="656463" y="1074420"/>
                  </a:lnTo>
                  <a:lnTo>
                    <a:pt x="866140" y="1074420"/>
                  </a:lnTo>
                  <a:lnTo>
                    <a:pt x="866140" y="1418590"/>
                  </a:lnTo>
                  <a:lnTo>
                    <a:pt x="866140" y="1729740"/>
                  </a:lnTo>
                  <a:lnTo>
                    <a:pt x="945515" y="1729740"/>
                  </a:lnTo>
                  <a:lnTo>
                    <a:pt x="945515" y="1418590"/>
                  </a:lnTo>
                  <a:lnTo>
                    <a:pt x="945515" y="1074420"/>
                  </a:lnTo>
                  <a:lnTo>
                    <a:pt x="945515" y="849630"/>
                  </a:lnTo>
                  <a:lnTo>
                    <a:pt x="1155065" y="849630"/>
                  </a:lnTo>
                  <a:lnTo>
                    <a:pt x="1155065" y="1074420"/>
                  </a:lnTo>
                  <a:lnTo>
                    <a:pt x="1155065" y="1418590"/>
                  </a:lnTo>
                  <a:lnTo>
                    <a:pt x="1155065" y="1729740"/>
                  </a:lnTo>
                  <a:lnTo>
                    <a:pt x="1233551" y="1729740"/>
                  </a:lnTo>
                  <a:lnTo>
                    <a:pt x="1233551" y="1418590"/>
                  </a:lnTo>
                  <a:lnTo>
                    <a:pt x="1233551" y="1074420"/>
                  </a:lnTo>
                  <a:lnTo>
                    <a:pt x="1233551" y="849630"/>
                  </a:lnTo>
                  <a:lnTo>
                    <a:pt x="1233551" y="544830"/>
                  </a:lnTo>
                  <a:lnTo>
                    <a:pt x="1444117" y="544830"/>
                  </a:lnTo>
                  <a:lnTo>
                    <a:pt x="1444117" y="849630"/>
                  </a:lnTo>
                  <a:lnTo>
                    <a:pt x="1444117" y="1074420"/>
                  </a:lnTo>
                  <a:lnTo>
                    <a:pt x="1444117" y="1418590"/>
                  </a:lnTo>
                  <a:lnTo>
                    <a:pt x="1444117" y="1729740"/>
                  </a:lnTo>
                  <a:lnTo>
                    <a:pt x="1522603" y="1729740"/>
                  </a:lnTo>
                  <a:lnTo>
                    <a:pt x="1522603" y="193040"/>
                  </a:lnTo>
                  <a:lnTo>
                    <a:pt x="1733042" y="193040"/>
                  </a:lnTo>
                  <a:lnTo>
                    <a:pt x="1733042" y="2148840"/>
                  </a:lnTo>
                  <a:lnTo>
                    <a:pt x="1796796" y="2148840"/>
                  </a:lnTo>
                  <a:lnTo>
                    <a:pt x="1796796" y="193040"/>
                  </a:lnTo>
                  <a:lnTo>
                    <a:pt x="1796796" y="0"/>
                  </a:lnTo>
                  <a:close/>
                </a:path>
              </a:pathLst>
            </a:custGeom>
            <a:solidFill>
              <a:srgbClr val="CCCCCC"/>
            </a:solidFill>
          </p:spPr>
          <p:txBody>
            <a:bodyPr wrap="square" lIns="0" tIns="0" rIns="0" bIns="0" rtlCol="0"/>
            <a:lstStyle/>
            <a:p>
              <a:endParaRPr/>
            </a:p>
          </p:txBody>
        </p:sp>
        <p:pic>
          <p:nvPicPr>
            <p:cNvPr id="69" name="object 24">
              <a:extLst>
                <a:ext uri="{FF2B5EF4-FFF2-40B4-BE49-F238E27FC236}">
                  <a16:creationId xmlns:a16="http://schemas.microsoft.com/office/drawing/2014/main" id="{EEDBE1C6-DD52-B35A-057C-098601C26D33}"/>
                </a:ext>
              </a:extLst>
            </p:cNvPr>
            <p:cNvPicPr/>
            <p:nvPr/>
          </p:nvPicPr>
          <p:blipFill>
            <a:blip r:embed="rId14" cstate="print"/>
            <a:stretch>
              <a:fillRect/>
            </a:stretch>
          </p:blipFill>
          <p:spPr>
            <a:xfrm>
              <a:off x="4155947" y="3727703"/>
              <a:ext cx="222503" cy="1953768"/>
            </a:xfrm>
            <a:prstGeom prst="rect">
              <a:avLst/>
            </a:prstGeom>
          </p:spPr>
        </p:pic>
        <p:pic>
          <p:nvPicPr>
            <p:cNvPr id="70" name="object 25">
              <a:extLst>
                <a:ext uri="{FF2B5EF4-FFF2-40B4-BE49-F238E27FC236}">
                  <a16:creationId xmlns:a16="http://schemas.microsoft.com/office/drawing/2014/main" id="{46B99F86-C859-797F-0145-76E61A1984EE}"/>
                </a:ext>
              </a:extLst>
            </p:cNvPr>
            <p:cNvPicPr/>
            <p:nvPr/>
          </p:nvPicPr>
          <p:blipFill>
            <a:blip r:embed="rId15" cstate="print"/>
            <a:stretch>
              <a:fillRect/>
            </a:stretch>
          </p:blipFill>
          <p:spPr>
            <a:xfrm>
              <a:off x="3867911" y="4052315"/>
              <a:ext cx="222503" cy="1629156"/>
            </a:xfrm>
            <a:prstGeom prst="rect">
              <a:avLst/>
            </a:prstGeom>
          </p:spPr>
        </p:pic>
        <p:pic>
          <p:nvPicPr>
            <p:cNvPr id="71" name="object 26">
              <a:extLst>
                <a:ext uri="{FF2B5EF4-FFF2-40B4-BE49-F238E27FC236}">
                  <a16:creationId xmlns:a16="http://schemas.microsoft.com/office/drawing/2014/main" id="{BED89263-8395-35AA-9253-E10ABF8C40FC}"/>
                </a:ext>
              </a:extLst>
            </p:cNvPr>
            <p:cNvPicPr/>
            <p:nvPr/>
          </p:nvPicPr>
          <p:blipFill>
            <a:blip r:embed="rId16" cstate="print"/>
            <a:stretch>
              <a:fillRect/>
            </a:stretch>
          </p:blipFill>
          <p:spPr>
            <a:xfrm>
              <a:off x="3578352" y="4381499"/>
              <a:ext cx="222503" cy="1299972"/>
            </a:xfrm>
            <a:prstGeom prst="rect">
              <a:avLst/>
            </a:prstGeom>
          </p:spPr>
        </p:pic>
        <p:pic>
          <p:nvPicPr>
            <p:cNvPr id="72" name="object 27">
              <a:extLst>
                <a:ext uri="{FF2B5EF4-FFF2-40B4-BE49-F238E27FC236}">
                  <a16:creationId xmlns:a16="http://schemas.microsoft.com/office/drawing/2014/main" id="{4DD330F6-389B-217F-3A6F-188BBC9E27C1}"/>
                </a:ext>
              </a:extLst>
            </p:cNvPr>
            <p:cNvPicPr/>
            <p:nvPr/>
          </p:nvPicPr>
          <p:blipFill>
            <a:blip r:embed="rId17" cstate="print"/>
            <a:stretch>
              <a:fillRect/>
            </a:stretch>
          </p:blipFill>
          <p:spPr>
            <a:xfrm>
              <a:off x="3290316" y="4571999"/>
              <a:ext cx="217932" cy="1060704"/>
            </a:xfrm>
            <a:prstGeom prst="rect">
              <a:avLst/>
            </a:prstGeom>
          </p:spPr>
        </p:pic>
        <p:pic>
          <p:nvPicPr>
            <p:cNvPr id="73" name="object 28">
              <a:extLst>
                <a:ext uri="{FF2B5EF4-FFF2-40B4-BE49-F238E27FC236}">
                  <a16:creationId xmlns:a16="http://schemas.microsoft.com/office/drawing/2014/main" id="{5463F118-9C38-5A2B-6D1D-B88858DF5BB4}"/>
                </a:ext>
              </a:extLst>
            </p:cNvPr>
            <p:cNvPicPr/>
            <p:nvPr/>
          </p:nvPicPr>
          <p:blipFill>
            <a:blip r:embed="rId18" cstate="print"/>
            <a:stretch>
              <a:fillRect/>
            </a:stretch>
          </p:blipFill>
          <p:spPr>
            <a:xfrm>
              <a:off x="3000755" y="4922519"/>
              <a:ext cx="210312" cy="710184"/>
            </a:xfrm>
            <a:prstGeom prst="rect">
              <a:avLst/>
            </a:prstGeom>
          </p:spPr>
        </p:pic>
        <p:pic>
          <p:nvPicPr>
            <p:cNvPr id="74" name="object 29">
              <a:extLst>
                <a:ext uri="{FF2B5EF4-FFF2-40B4-BE49-F238E27FC236}">
                  <a16:creationId xmlns:a16="http://schemas.microsoft.com/office/drawing/2014/main" id="{FCC0A7F7-A496-0F1F-67CA-0D764B697B5E}"/>
                </a:ext>
              </a:extLst>
            </p:cNvPr>
            <p:cNvPicPr/>
            <p:nvPr/>
          </p:nvPicPr>
          <p:blipFill>
            <a:blip r:embed="rId19" cstate="print"/>
            <a:stretch>
              <a:fillRect/>
            </a:stretch>
          </p:blipFill>
          <p:spPr>
            <a:xfrm>
              <a:off x="2712720" y="5269991"/>
              <a:ext cx="211836" cy="411479"/>
            </a:xfrm>
            <a:prstGeom prst="rect">
              <a:avLst/>
            </a:prstGeom>
          </p:spPr>
        </p:pic>
        <p:pic>
          <p:nvPicPr>
            <p:cNvPr id="75" name="object 30">
              <a:extLst>
                <a:ext uri="{FF2B5EF4-FFF2-40B4-BE49-F238E27FC236}">
                  <a16:creationId xmlns:a16="http://schemas.microsoft.com/office/drawing/2014/main" id="{7BFD3939-6E06-CCE8-88A5-B24F271F7C4A}"/>
                </a:ext>
              </a:extLst>
            </p:cNvPr>
            <p:cNvPicPr/>
            <p:nvPr/>
          </p:nvPicPr>
          <p:blipFill>
            <a:blip r:embed="rId20" cstate="print"/>
            <a:stretch>
              <a:fillRect/>
            </a:stretch>
          </p:blipFill>
          <p:spPr>
            <a:xfrm>
              <a:off x="2424683" y="3532631"/>
              <a:ext cx="217931" cy="2115312"/>
            </a:xfrm>
            <a:prstGeom prst="rect">
              <a:avLst/>
            </a:prstGeom>
          </p:spPr>
        </p:pic>
        <p:sp>
          <p:nvSpPr>
            <p:cNvPr id="76" name="object 31">
              <a:extLst>
                <a:ext uri="{FF2B5EF4-FFF2-40B4-BE49-F238E27FC236}">
                  <a16:creationId xmlns:a16="http://schemas.microsoft.com/office/drawing/2014/main" id="{AF6B1DAC-465A-30CA-CABF-533348C28244}"/>
                </a:ext>
              </a:extLst>
            </p:cNvPr>
            <p:cNvSpPr/>
            <p:nvPr/>
          </p:nvSpPr>
          <p:spPr>
            <a:xfrm>
              <a:off x="2634996" y="3536949"/>
              <a:ext cx="4381500" cy="2148840"/>
            </a:xfrm>
            <a:custGeom>
              <a:avLst/>
              <a:gdLst/>
              <a:ahLst/>
              <a:cxnLst/>
              <a:rect l="l" t="t" r="r" b="b"/>
              <a:pathLst>
                <a:path w="4381500" h="2148840">
                  <a:moveTo>
                    <a:pt x="1796796" y="0"/>
                  </a:moveTo>
                  <a:lnTo>
                    <a:pt x="0" y="0"/>
                  </a:lnTo>
                  <a:lnTo>
                    <a:pt x="0" y="193040"/>
                  </a:lnTo>
                  <a:lnTo>
                    <a:pt x="0" y="544830"/>
                  </a:lnTo>
                  <a:lnTo>
                    <a:pt x="0" y="2148840"/>
                  </a:lnTo>
                  <a:lnTo>
                    <a:pt x="78486" y="2148840"/>
                  </a:lnTo>
                  <a:lnTo>
                    <a:pt x="78486" y="1729740"/>
                  </a:lnTo>
                  <a:lnTo>
                    <a:pt x="289052" y="1729740"/>
                  </a:lnTo>
                  <a:lnTo>
                    <a:pt x="289052" y="2148840"/>
                  </a:lnTo>
                  <a:lnTo>
                    <a:pt x="367538" y="2148840"/>
                  </a:lnTo>
                  <a:lnTo>
                    <a:pt x="367538" y="1729740"/>
                  </a:lnTo>
                  <a:lnTo>
                    <a:pt x="367538" y="1418590"/>
                  </a:lnTo>
                  <a:lnTo>
                    <a:pt x="577088" y="1418590"/>
                  </a:lnTo>
                  <a:lnTo>
                    <a:pt x="577088" y="1729740"/>
                  </a:lnTo>
                  <a:lnTo>
                    <a:pt x="577088" y="2148840"/>
                  </a:lnTo>
                  <a:lnTo>
                    <a:pt x="656463" y="2148840"/>
                  </a:lnTo>
                  <a:lnTo>
                    <a:pt x="656463" y="1729740"/>
                  </a:lnTo>
                  <a:lnTo>
                    <a:pt x="656463" y="1418590"/>
                  </a:lnTo>
                  <a:lnTo>
                    <a:pt x="656463" y="1074420"/>
                  </a:lnTo>
                  <a:lnTo>
                    <a:pt x="866140" y="1074420"/>
                  </a:lnTo>
                  <a:lnTo>
                    <a:pt x="866140" y="1418590"/>
                  </a:lnTo>
                  <a:lnTo>
                    <a:pt x="866140" y="1729740"/>
                  </a:lnTo>
                  <a:lnTo>
                    <a:pt x="866140" y="2148840"/>
                  </a:lnTo>
                  <a:lnTo>
                    <a:pt x="945515" y="2148840"/>
                  </a:lnTo>
                  <a:lnTo>
                    <a:pt x="945515" y="1729740"/>
                  </a:lnTo>
                  <a:lnTo>
                    <a:pt x="945515" y="1418590"/>
                  </a:lnTo>
                  <a:lnTo>
                    <a:pt x="945515" y="1074420"/>
                  </a:lnTo>
                  <a:lnTo>
                    <a:pt x="945515" y="849630"/>
                  </a:lnTo>
                  <a:lnTo>
                    <a:pt x="1155065" y="849630"/>
                  </a:lnTo>
                  <a:lnTo>
                    <a:pt x="1155065" y="1074420"/>
                  </a:lnTo>
                  <a:lnTo>
                    <a:pt x="1155065" y="1418590"/>
                  </a:lnTo>
                  <a:lnTo>
                    <a:pt x="1155065" y="1729740"/>
                  </a:lnTo>
                  <a:lnTo>
                    <a:pt x="1155065" y="2148840"/>
                  </a:lnTo>
                  <a:lnTo>
                    <a:pt x="1233551" y="2148840"/>
                  </a:lnTo>
                  <a:lnTo>
                    <a:pt x="1233551" y="544830"/>
                  </a:lnTo>
                  <a:lnTo>
                    <a:pt x="1444117" y="544830"/>
                  </a:lnTo>
                  <a:lnTo>
                    <a:pt x="1444117" y="2148840"/>
                  </a:lnTo>
                  <a:lnTo>
                    <a:pt x="1522603" y="2148840"/>
                  </a:lnTo>
                  <a:lnTo>
                    <a:pt x="1522603" y="193040"/>
                  </a:lnTo>
                  <a:lnTo>
                    <a:pt x="1733042" y="193040"/>
                  </a:lnTo>
                  <a:lnTo>
                    <a:pt x="1733042" y="2148840"/>
                  </a:lnTo>
                  <a:lnTo>
                    <a:pt x="1796796" y="2148840"/>
                  </a:lnTo>
                  <a:lnTo>
                    <a:pt x="1796796" y="193040"/>
                  </a:lnTo>
                  <a:lnTo>
                    <a:pt x="1796796" y="0"/>
                  </a:lnTo>
                  <a:close/>
                </a:path>
                <a:path w="4381500" h="2148840">
                  <a:moveTo>
                    <a:pt x="4092575" y="1729740"/>
                  </a:moveTo>
                  <a:lnTo>
                    <a:pt x="4014203" y="1729740"/>
                  </a:lnTo>
                  <a:lnTo>
                    <a:pt x="4014203" y="2148840"/>
                  </a:lnTo>
                  <a:lnTo>
                    <a:pt x="4092575" y="2148840"/>
                  </a:lnTo>
                  <a:lnTo>
                    <a:pt x="4092575" y="1729740"/>
                  </a:lnTo>
                  <a:close/>
                </a:path>
                <a:path w="4381500" h="2148840">
                  <a:moveTo>
                    <a:pt x="4381373" y="1729740"/>
                  </a:moveTo>
                  <a:lnTo>
                    <a:pt x="4303014" y="1729740"/>
                  </a:lnTo>
                  <a:lnTo>
                    <a:pt x="4303014" y="2148840"/>
                  </a:lnTo>
                  <a:lnTo>
                    <a:pt x="4381373" y="2148840"/>
                  </a:lnTo>
                  <a:lnTo>
                    <a:pt x="4381373" y="1729740"/>
                  </a:lnTo>
                  <a:close/>
                </a:path>
              </a:pathLst>
            </a:custGeom>
            <a:solidFill>
              <a:srgbClr val="CCCCCC"/>
            </a:solidFill>
          </p:spPr>
          <p:txBody>
            <a:bodyPr wrap="square" lIns="0" tIns="0" rIns="0" bIns="0" rtlCol="0"/>
            <a:lstStyle/>
            <a:p>
              <a:endParaRPr/>
            </a:p>
          </p:txBody>
        </p:sp>
        <p:pic>
          <p:nvPicPr>
            <p:cNvPr id="77" name="object 32">
              <a:extLst>
                <a:ext uri="{FF2B5EF4-FFF2-40B4-BE49-F238E27FC236}">
                  <a16:creationId xmlns:a16="http://schemas.microsoft.com/office/drawing/2014/main" id="{06C9121E-4760-E209-F26C-A368BFEEE83E}"/>
                </a:ext>
              </a:extLst>
            </p:cNvPr>
            <p:cNvPicPr/>
            <p:nvPr/>
          </p:nvPicPr>
          <p:blipFill>
            <a:blip r:embed="rId21" cstate="print"/>
            <a:stretch>
              <a:fillRect/>
            </a:stretch>
          </p:blipFill>
          <p:spPr>
            <a:xfrm>
              <a:off x="7306056" y="4576571"/>
              <a:ext cx="224027" cy="1060703"/>
            </a:xfrm>
            <a:prstGeom prst="rect">
              <a:avLst/>
            </a:prstGeom>
          </p:spPr>
        </p:pic>
        <p:sp>
          <p:nvSpPr>
            <p:cNvPr id="78" name="object 33">
              <a:extLst>
                <a:ext uri="{FF2B5EF4-FFF2-40B4-BE49-F238E27FC236}">
                  <a16:creationId xmlns:a16="http://schemas.microsoft.com/office/drawing/2014/main" id="{E63074CF-BC2D-A2C3-81AA-E0F440D9E641}"/>
                </a:ext>
              </a:extLst>
            </p:cNvPr>
            <p:cNvSpPr/>
            <p:nvPr/>
          </p:nvSpPr>
          <p:spPr>
            <a:xfrm>
              <a:off x="7225792" y="5266689"/>
              <a:ext cx="656590" cy="419100"/>
            </a:xfrm>
            <a:custGeom>
              <a:avLst/>
              <a:gdLst/>
              <a:ahLst/>
              <a:cxnLst/>
              <a:rect l="l" t="t" r="r" b="b"/>
              <a:pathLst>
                <a:path w="656590" h="419100">
                  <a:moveTo>
                    <a:pt x="79375" y="0"/>
                  </a:moveTo>
                  <a:lnTo>
                    <a:pt x="0" y="0"/>
                  </a:lnTo>
                  <a:lnTo>
                    <a:pt x="0" y="419100"/>
                  </a:lnTo>
                  <a:lnTo>
                    <a:pt x="79375" y="419100"/>
                  </a:lnTo>
                  <a:lnTo>
                    <a:pt x="79375" y="0"/>
                  </a:lnTo>
                  <a:close/>
                </a:path>
                <a:path w="656590" h="419100">
                  <a:moveTo>
                    <a:pt x="368173" y="0"/>
                  </a:moveTo>
                  <a:lnTo>
                    <a:pt x="288798" y="0"/>
                  </a:lnTo>
                  <a:lnTo>
                    <a:pt x="288798" y="419100"/>
                  </a:lnTo>
                  <a:lnTo>
                    <a:pt x="368173" y="419100"/>
                  </a:lnTo>
                  <a:lnTo>
                    <a:pt x="368173" y="0"/>
                  </a:lnTo>
                  <a:close/>
                </a:path>
                <a:path w="656590" h="419100">
                  <a:moveTo>
                    <a:pt x="656082" y="0"/>
                  </a:moveTo>
                  <a:lnTo>
                    <a:pt x="577596" y="0"/>
                  </a:lnTo>
                  <a:lnTo>
                    <a:pt x="577596" y="419100"/>
                  </a:lnTo>
                  <a:lnTo>
                    <a:pt x="656082" y="419100"/>
                  </a:lnTo>
                  <a:lnTo>
                    <a:pt x="656082" y="0"/>
                  </a:lnTo>
                  <a:close/>
                </a:path>
              </a:pathLst>
            </a:custGeom>
            <a:solidFill>
              <a:srgbClr val="CCCCCC"/>
            </a:solidFill>
          </p:spPr>
          <p:txBody>
            <a:bodyPr wrap="square" lIns="0" tIns="0" rIns="0" bIns="0" rtlCol="0"/>
            <a:lstStyle/>
            <a:p>
              <a:endParaRPr/>
            </a:p>
          </p:txBody>
        </p:sp>
        <p:pic>
          <p:nvPicPr>
            <p:cNvPr id="79" name="object 34">
              <a:extLst>
                <a:ext uri="{FF2B5EF4-FFF2-40B4-BE49-F238E27FC236}">
                  <a16:creationId xmlns:a16="http://schemas.microsoft.com/office/drawing/2014/main" id="{61DAB509-1431-7C4D-E17C-6788BEF80166}"/>
                </a:ext>
              </a:extLst>
            </p:cNvPr>
            <p:cNvPicPr/>
            <p:nvPr/>
          </p:nvPicPr>
          <p:blipFill>
            <a:blip r:embed="rId22" cstate="print"/>
            <a:stretch>
              <a:fillRect/>
            </a:stretch>
          </p:blipFill>
          <p:spPr>
            <a:xfrm>
              <a:off x="8157971" y="3727703"/>
              <a:ext cx="222503" cy="1958339"/>
            </a:xfrm>
            <a:prstGeom prst="rect">
              <a:avLst/>
            </a:prstGeom>
          </p:spPr>
        </p:pic>
        <p:pic>
          <p:nvPicPr>
            <p:cNvPr id="80" name="object 35">
              <a:extLst>
                <a:ext uri="{FF2B5EF4-FFF2-40B4-BE49-F238E27FC236}">
                  <a16:creationId xmlns:a16="http://schemas.microsoft.com/office/drawing/2014/main" id="{65F13038-E314-BF80-D487-DC2028E58036}"/>
                </a:ext>
              </a:extLst>
            </p:cNvPr>
            <p:cNvPicPr/>
            <p:nvPr/>
          </p:nvPicPr>
          <p:blipFill>
            <a:blip r:embed="rId23" cstate="print"/>
            <a:stretch>
              <a:fillRect/>
            </a:stretch>
          </p:blipFill>
          <p:spPr>
            <a:xfrm>
              <a:off x="8420100" y="3547871"/>
              <a:ext cx="224027" cy="2116836"/>
            </a:xfrm>
            <a:prstGeom prst="rect">
              <a:avLst/>
            </a:prstGeom>
          </p:spPr>
        </p:pic>
        <p:sp>
          <p:nvSpPr>
            <p:cNvPr id="81" name="object 36">
              <a:extLst>
                <a:ext uri="{FF2B5EF4-FFF2-40B4-BE49-F238E27FC236}">
                  <a16:creationId xmlns:a16="http://schemas.microsoft.com/office/drawing/2014/main" id="{28AF40CF-AC0D-5EAC-DCC8-784554C24774}"/>
                </a:ext>
              </a:extLst>
            </p:cNvPr>
            <p:cNvSpPr/>
            <p:nvPr/>
          </p:nvSpPr>
          <p:spPr>
            <a:xfrm>
              <a:off x="2362454" y="3536949"/>
              <a:ext cx="6428105" cy="2149475"/>
            </a:xfrm>
            <a:custGeom>
              <a:avLst/>
              <a:gdLst/>
              <a:ahLst/>
              <a:cxnLst/>
              <a:rect l="l" t="t" r="r" b="b"/>
              <a:pathLst>
                <a:path w="6428105" h="2149475">
                  <a:moveTo>
                    <a:pt x="63754" y="193040"/>
                  </a:moveTo>
                  <a:lnTo>
                    <a:pt x="0" y="193040"/>
                  </a:lnTo>
                  <a:lnTo>
                    <a:pt x="0" y="544830"/>
                  </a:lnTo>
                  <a:lnTo>
                    <a:pt x="0" y="849630"/>
                  </a:lnTo>
                  <a:lnTo>
                    <a:pt x="0" y="1074420"/>
                  </a:lnTo>
                  <a:lnTo>
                    <a:pt x="0" y="1418590"/>
                  </a:lnTo>
                  <a:lnTo>
                    <a:pt x="0" y="1729740"/>
                  </a:lnTo>
                  <a:lnTo>
                    <a:pt x="0" y="2148840"/>
                  </a:lnTo>
                  <a:lnTo>
                    <a:pt x="63754" y="2148840"/>
                  </a:lnTo>
                  <a:lnTo>
                    <a:pt x="63754" y="544830"/>
                  </a:lnTo>
                  <a:lnTo>
                    <a:pt x="63754" y="193040"/>
                  </a:lnTo>
                  <a:close/>
                </a:path>
                <a:path w="6428105" h="2149475">
                  <a:moveTo>
                    <a:pt x="6068314" y="0"/>
                  </a:moveTo>
                  <a:lnTo>
                    <a:pt x="4286745" y="0"/>
                  </a:lnTo>
                  <a:lnTo>
                    <a:pt x="4286745" y="193040"/>
                  </a:lnTo>
                  <a:lnTo>
                    <a:pt x="4286745" y="544830"/>
                  </a:lnTo>
                  <a:lnTo>
                    <a:pt x="4286745" y="849630"/>
                  </a:lnTo>
                  <a:lnTo>
                    <a:pt x="4286745" y="1074420"/>
                  </a:lnTo>
                  <a:lnTo>
                    <a:pt x="4286745" y="1418590"/>
                  </a:lnTo>
                  <a:lnTo>
                    <a:pt x="4286745" y="1729740"/>
                  </a:lnTo>
                  <a:lnTo>
                    <a:pt x="4653915" y="1729740"/>
                  </a:lnTo>
                  <a:lnTo>
                    <a:pt x="4653915" y="1418590"/>
                  </a:lnTo>
                  <a:lnTo>
                    <a:pt x="4863338" y="1418590"/>
                  </a:lnTo>
                  <a:lnTo>
                    <a:pt x="4863338" y="1729740"/>
                  </a:lnTo>
                  <a:lnTo>
                    <a:pt x="4942713" y="1729740"/>
                  </a:lnTo>
                  <a:lnTo>
                    <a:pt x="4942713" y="1418590"/>
                  </a:lnTo>
                  <a:lnTo>
                    <a:pt x="4942713" y="1074420"/>
                  </a:lnTo>
                  <a:lnTo>
                    <a:pt x="5152136" y="1074420"/>
                  </a:lnTo>
                  <a:lnTo>
                    <a:pt x="5152136" y="1418590"/>
                  </a:lnTo>
                  <a:lnTo>
                    <a:pt x="5152136" y="1729740"/>
                  </a:lnTo>
                  <a:lnTo>
                    <a:pt x="5231511" y="1729740"/>
                  </a:lnTo>
                  <a:lnTo>
                    <a:pt x="5231511" y="1418590"/>
                  </a:lnTo>
                  <a:lnTo>
                    <a:pt x="5231511" y="1074420"/>
                  </a:lnTo>
                  <a:lnTo>
                    <a:pt x="5231511" y="849630"/>
                  </a:lnTo>
                  <a:lnTo>
                    <a:pt x="5440934" y="849630"/>
                  </a:lnTo>
                  <a:lnTo>
                    <a:pt x="5440934" y="1074420"/>
                  </a:lnTo>
                  <a:lnTo>
                    <a:pt x="5440934" y="1418590"/>
                  </a:lnTo>
                  <a:lnTo>
                    <a:pt x="5440934" y="1729740"/>
                  </a:lnTo>
                  <a:lnTo>
                    <a:pt x="5519420" y="1729740"/>
                  </a:lnTo>
                  <a:lnTo>
                    <a:pt x="5519420" y="1418590"/>
                  </a:lnTo>
                  <a:lnTo>
                    <a:pt x="5519420" y="1074420"/>
                  </a:lnTo>
                  <a:lnTo>
                    <a:pt x="5519420" y="849630"/>
                  </a:lnTo>
                  <a:lnTo>
                    <a:pt x="5519420" y="544830"/>
                  </a:lnTo>
                  <a:lnTo>
                    <a:pt x="5729732" y="544830"/>
                  </a:lnTo>
                  <a:lnTo>
                    <a:pt x="5729732" y="2148840"/>
                  </a:lnTo>
                  <a:lnTo>
                    <a:pt x="5808091" y="2148840"/>
                  </a:lnTo>
                  <a:lnTo>
                    <a:pt x="5808091" y="193040"/>
                  </a:lnTo>
                  <a:lnTo>
                    <a:pt x="6018530" y="193040"/>
                  </a:lnTo>
                  <a:lnTo>
                    <a:pt x="6018530" y="2148840"/>
                  </a:lnTo>
                  <a:lnTo>
                    <a:pt x="6068314" y="2148840"/>
                  </a:lnTo>
                  <a:lnTo>
                    <a:pt x="6068314" y="193040"/>
                  </a:lnTo>
                  <a:lnTo>
                    <a:pt x="6068314" y="0"/>
                  </a:lnTo>
                  <a:close/>
                </a:path>
                <a:path w="6428105" h="2149475">
                  <a:moveTo>
                    <a:pt x="6427978" y="254"/>
                  </a:moveTo>
                  <a:lnTo>
                    <a:pt x="6280150" y="254"/>
                  </a:lnTo>
                  <a:lnTo>
                    <a:pt x="6280150" y="2149094"/>
                  </a:lnTo>
                  <a:lnTo>
                    <a:pt x="6427978" y="2149094"/>
                  </a:lnTo>
                  <a:lnTo>
                    <a:pt x="6427978" y="254"/>
                  </a:lnTo>
                  <a:close/>
                </a:path>
              </a:pathLst>
            </a:custGeom>
            <a:solidFill>
              <a:srgbClr val="CCCCCC"/>
            </a:solidFill>
          </p:spPr>
          <p:txBody>
            <a:bodyPr wrap="square" lIns="0" tIns="0" rIns="0" bIns="0" rtlCol="0"/>
            <a:lstStyle/>
            <a:p>
              <a:endParaRPr/>
            </a:p>
          </p:txBody>
        </p:sp>
        <p:pic>
          <p:nvPicPr>
            <p:cNvPr id="82" name="object 37">
              <a:extLst>
                <a:ext uri="{FF2B5EF4-FFF2-40B4-BE49-F238E27FC236}">
                  <a16:creationId xmlns:a16="http://schemas.microsoft.com/office/drawing/2014/main" id="{79914083-84D3-6919-BE15-CD7799C96D07}"/>
                </a:ext>
              </a:extLst>
            </p:cNvPr>
            <p:cNvPicPr/>
            <p:nvPr/>
          </p:nvPicPr>
          <p:blipFill>
            <a:blip r:embed="rId24" cstate="print"/>
            <a:stretch>
              <a:fillRect/>
            </a:stretch>
          </p:blipFill>
          <p:spPr>
            <a:xfrm>
              <a:off x="416052" y="3532631"/>
              <a:ext cx="213360" cy="2115312"/>
            </a:xfrm>
            <a:prstGeom prst="rect">
              <a:avLst/>
            </a:prstGeom>
          </p:spPr>
        </p:pic>
        <p:sp>
          <p:nvSpPr>
            <p:cNvPr id="83" name="object 38">
              <a:extLst>
                <a:ext uri="{FF2B5EF4-FFF2-40B4-BE49-F238E27FC236}">
                  <a16:creationId xmlns:a16="http://schemas.microsoft.com/office/drawing/2014/main" id="{DFF6AAA5-31CA-3700-F2B4-09D461434F42}"/>
                </a:ext>
              </a:extLst>
            </p:cNvPr>
            <p:cNvSpPr/>
            <p:nvPr/>
          </p:nvSpPr>
          <p:spPr>
            <a:xfrm>
              <a:off x="304800" y="3536949"/>
              <a:ext cx="2121535" cy="2149475"/>
            </a:xfrm>
            <a:custGeom>
              <a:avLst/>
              <a:gdLst/>
              <a:ahLst/>
              <a:cxnLst/>
              <a:rect l="l" t="t" r="r" b="b"/>
              <a:pathLst>
                <a:path w="2121535" h="2149475">
                  <a:moveTo>
                    <a:pt x="114300" y="254"/>
                  </a:moveTo>
                  <a:lnTo>
                    <a:pt x="0" y="254"/>
                  </a:lnTo>
                  <a:lnTo>
                    <a:pt x="0" y="2149094"/>
                  </a:lnTo>
                  <a:lnTo>
                    <a:pt x="114300" y="2149094"/>
                  </a:lnTo>
                  <a:lnTo>
                    <a:pt x="114300" y="254"/>
                  </a:lnTo>
                  <a:close/>
                </a:path>
                <a:path w="2121535" h="2149475">
                  <a:moveTo>
                    <a:pt x="2121408" y="0"/>
                  </a:moveTo>
                  <a:lnTo>
                    <a:pt x="324612" y="0"/>
                  </a:lnTo>
                  <a:lnTo>
                    <a:pt x="324612" y="190754"/>
                  </a:lnTo>
                  <a:lnTo>
                    <a:pt x="324612" y="193040"/>
                  </a:lnTo>
                  <a:lnTo>
                    <a:pt x="324612" y="2148840"/>
                  </a:lnTo>
                  <a:lnTo>
                    <a:pt x="397764" y="2148840"/>
                  </a:lnTo>
                  <a:lnTo>
                    <a:pt x="397764" y="1729740"/>
                  </a:lnTo>
                  <a:lnTo>
                    <a:pt x="613613" y="1729740"/>
                  </a:lnTo>
                  <a:lnTo>
                    <a:pt x="613613" y="2100326"/>
                  </a:lnTo>
                  <a:lnTo>
                    <a:pt x="613613" y="2148840"/>
                  </a:lnTo>
                  <a:lnTo>
                    <a:pt x="692099" y="2148840"/>
                  </a:lnTo>
                  <a:lnTo>
                    <a:pt x="692099" y="2100326"/>
                  </a:lnTo>
                  <a:lnTo>
                    <a:pt x="692099" y="1729740"/>
                  </a:lnTo>
                  <a:lnTo>
                    <a:pt x="692099" y="1722374"/>
                  </a:lnTo>
                  <a:lnTo>
                    <a:pt x="692099" y="1418590"/>
                  </a:lnTo>
                  <a:lnTo>
                    <a:pt x="901687" y="1418590"/>
                  </a:lnTo>
                  <a:lnTo>
                    <a:pt x="901687" y="1729740"/>
                  </a:lnTo>
                  <a:lnTo>
                    <a:pt x="901687" y="2148840"/>
                  </a:lnTo>
                  <a:lnTo>
                    <a:pt x="981075" y="2148840"/>
                  </a:lnTo>
                  <a:lnTo>
                    <a:pt x="981075" y="1729740"/>
                  </a:lnTo>
                  <a:lnTo>
                    <a:pt x="981075" y="1418590"/>
                  </a:lnTo>
                  <a:lnTo>
                    <a:pt x="981075" y="1391666"/>
                  </a:lnTo>
                  <a:lnTo>
                    <a:pt x="981075" y="1074420"/>
                  </a:lnTo>
                  <a:lnTo>
                    <a:pt x="1197864" y="1074420"/>
                  </a:lnTo>
                  <a:lnTo>
                    <a:pt x="1197864" y="1418590"/>
                  </a:lnTo>
                  <a:lnTo>
                    <a:pt x="1197864" y="1729740"/>
                  </a:lnTo>
                  <a:lnTo>
                    <a:pt x="1190752" y="1729740"/>
                  </a:lnTo>
                  <a:lnTo>
                    <a:pt x="1190752" y="2100326"/>
                  </a:lnTo>
                  <a:lnTo>
                    <a:pt x="1190752" y="2148840"/>
                  </a:lnTo>
                  <a:lnTo>
                    <a:pt x="1267968" y="2148840"/>
                  </a:lnTo>
                  <a:lnTo>
                    <a:pt x="1267968" y="2100326"/>
                  </a:lnTo>
                  <a:lnTo>
                    <a:pt x="1267968" y="1729740"/>
                  </a:lnTo>
                  <a:lnTo>
                    <a:pt x="1267968" y="1418590"/>
                  </a:lnTo>
                  <a:lnTo>
                    <a:pt x="1267968" y="1074420"/>
                  </a:lnTo>
                  <a:lnTo>
                    <a:pt x="1270127" y="1074420"/>
                  </a:lnTo>
                  <a:lnTo>
                    <a:pt x="1270127" y="1039622"/>
                  </a:lnTo>
                  <a:lnTo>
                    <a:pt x="1270127" y="849630"/>
                  </a:lnTo>
                  <a:lnTo>
                    <a:pt x="1479677" y="849630"/>
                  </a:lnTo>
                  <a:lnTo>
                    <a:pt x="1479677" y="1074420"/>
                  </a:lnTo>
                  <a:lnTo>
                    <a:pt x="1479677" y="1418590"/>
                  </a:lnTo>
                  <a:lnTo>
                    <a:pt x="1479677" y="1729740"/>
                  </a:lnTo>
                  <a:lnTo>
                    <a:pt x="1479677" y="2148840"/>
                  </a:lnTo>
                  <a:lnTo>
                    <a:pt x="1558163" y="2148840"/>
                  </a:lnTo>
                  <a:lnTo>
                    <a:pt x="1558163" y="544830"/>
                  </a:lnTo>
                  <a:lnTo>
                    <a:pt x="1768729" y="544830"/>
                  </a:lnTo>
                  <a:lnTo>
                    <a:pt x="1768729" y="2148840"/>
                  </a:lnTo>
                  <a:lnTo>
                    <a:pt x="1845564" y="2148840"/>
                  </a:lnTo>
                  <a:lnTo>
                    <a:pt x="1845564" y="544830"/>
                  </a:lnTo>
                  <a:lnTo>
                    <a:pt x="1847215" y="544830"/>
                  </a:lnTo>
                  <a:lnTo>
                    <a:pt x="1847215" y="193040"/>
                  </a:lnTo>
                  <a:lnTo>
                    <a:pt x="2121408" y="193040"/>
                  </a:lnTo>
                  <a:lnTo>
                    <a:pt x="2121408" y="190754"/>
                  </a:lnTo>
                  <a:lnTo>
                    <a:pt x="2121408" y="0"/>
                  </a:lnTo>
                  <a:close/>
                </a:path>
              </a:pathLst>
            </a:custGeom>
            <a:solidFill>
              <a:srgbClr val="CCCCCC"/>
            </a:solidFill>
          </p:spPr>
          <p:txBody>
            <a:bodyPr wrap="square" lIns="0" tIns="0" rIns="0" bIns="0" rtlCol="0"/>
            <a:lstStyle/>
            <a:p>
              <a:endParaRPr/>
            </a:p>
          </p:txBody>
        </p:sp>
        <p:pic>
          <p:nvPicPr>
            <p:cNvPr id="84" name="object 39">
              <a:extLst>
                <a:ext uri="{FF2B5EF4-FFF2-40B4-BE49-F238E27FC236}">
                  <a16:creationId xmlns:a16="http://schemas.microsoft.com/office/drawing/2014/main" id="{64D142CA-8606-AF9B-5F65-DB9B54AF17CB}"/>
                </a:ext>
              </a:extLst>
            </p:cNvPr>
            <p:cNvPicPr/>
            <p:nvPr/>
          </p:nvPicPr>
          <p:blipFill>
            <a:blip r:embed="rId25" cstate="print"/>
            <a:stretch>
              <a:fillRect/>
            </a:stretch>
          </p:blipFill>
          <p:spPr>
            <a:xfrm>
              <a:off x="2150364" y="3727703"/>
              <a:ext cx="211836" cy="1958339"/>
            </a:xfrm>
            <a:prstGeom prst="rect">
              <a:avLst/>
            </a:prstGeom>
          </p:spPr>
        </p:pic>
        <p:pic>
          <p:nvPicPr>
            <p:cNvPr id="85" name="object 40">
              <a:extLst>
                <a:ext uri="{FF2B5EF4-FFF2-40B4-BE49-F238E27FC236}">
                  <a16:creationId xmlns:a16="http://schemas.microsoft.com/office/drawing/2014/main" id="{9B6EB016-532B-6E80-6553-62DC55851764}"/>
                </a:ext>
              </a:extLst>
            </p:cNvPr>
            <p:cNvPicPr/>
            <p:nvPr/>
          </p:nvPicPr>
          <p:blipFill>
            <a:blip r:embed="rId26" cstate="print"/>
            <a:stretch>
              <a:fillRect/>
            </a:stretch>
          </p:blipFill>
          <p:spPr>
            <a:xfrm>
              <a:off x="1862327" y="4056887"/>
              <a:ext cx="211836" cy="1629156"/>
            </a:xfrm>
            <a:prstGeom prst="rect">
              <a:avLst/>
            </a:prstGeom>
          </p:spPr>
        </p:pic>
        <p:pic>
          <p:nvPicPr>
            <p:cNvPr id="86" name="object 41">
              <a:extLst>
                <a:ext uri="{FF2B5EF4-FFF2-40B4-BE49-F238E27FC236}">
                  <a16:creationId xmlns:a16="http://schemas.microsoft.com/office/drawing/2014/main" id="{960EE83C-631E-7252-94D1-73A65FF3297F}"/>
                </a:ext>
              </a:extLst>
            </p:cNvPr>
            <p:cNvPicPr/>
            <p:nvPr/>
          </p:nvPicPr>
          <p:blipFill>
            <a:blip r:embed="rId27" cstate="print"/>
            <a:stretch>
              <a:fillRect/>
            </a:stretch>
          </p:blipFill>
          <p:spPr>
            <a:xfrm>
              <a:off x="1572767" y="4387595"/>
              <a:ext cx="211836" cy="1298447"/>
            </a:xfrm>
            <a:prstGeom prst="rect">
              <a:avLst/>
            </a:prstGeom>
          </p:spPr>
        </p:pic>
        <p:pic>
          <p:nvPicPr>
            <p:cNvPr id="87" name="object 42">
              <a:extLst>
                <a:ext uri="{FF2B5EF4-FFF2-40B4-BE49-F238E27FC236}">
                  <a16:creationId xmlns:a16="http://schemas.microsoft.com/office/drawing/2014/main" id="{63A02E5B-3894-46C3-FD31-5C7989C21884}"/>
                </a:ext>
              </a:extLst>
            </p:cNvPr>
            <p:cNvPicPr/>
            <p:nvPr/>
          </p:nvPicPr>
          <p:blipFill>
            <a:blip r:embed="rId28" cstate="print"/>
            <a:stretch>
              <a:fillRect/>
            </a:stretch>
          </p:blipFill>
          <p:spPr>
            <a:xfrm>
              <a:off x="1286255" y="4576571"/>
              <a:ext cx="216407" cy="1060703"/>
            </a:xfrm>
            <a:prstGeom prst="rect">
              <a:avLst/>
            </a:prstGeom>
          </p:spPr>
        </p:pic>
        <p:pic>
          <p:nvPicPr>
            <p:cNvPr id="88" name="object 43">
              <a:extLst>
                <a:ext uri="{FF2B5EF4-FFF2-40B4-BE49-F238E27FC236}">
                  <a16:creationId xmlns:a16="http://schemas.microsoft.com/office/drawing/2014/main" id="{EB805DB3-D196-F085-5154-01EF21397B2F}"/>
                </a:ext>
              </a:extLst>
            </p:cNvPr>
            <p:cNvPicPr/>
            <p:nvPr/>
          </p:nvPicPr>
          <p:blipFill>
            <a:blip r:embed="rId29" cstate="print"/>
            <a:stretch>
              <a:fillRect/>
            </a:stretch>
          </p:blipFill>
          <p:spPr>
            <a:xfrm>
              <a:off x="995172" y="4928615"/>
              <a:ext cx="211835" cy="708660"/>
            </a:xfrm>
            <a:prstGeom prst="rect">
              <a:avLst/>
            </a:prstGeom>
          </p:spPr>
        </p:pic>
        <p:pic>
          <p:nvPicPr>
            <p:cNvPr id="89" name="object 44">
              <a:extLst>
                <a:ext uri="{FF2B5EF4-FFF2-40B4-BE49-F238E27FC236}">
                  <a16:creationId xmlns:a16="http://schemas.microsoft.com/office/drawing/2014/main" id="{2DB7A454-EC69-F4BD-8938-AB7A2B5DEB83}"/>
                </a:ext>
              </a:extLst>
            </p:cNvPr>
            <p:cNvPicPr/>
            <p:nvPr/>
          </p:nvPicPr>
          <p:blipFill>
            <a:blip r:embed="rId30" cstate="print"/>
            <a:stretch>
              <a:fillRect/>
            </a:stretch>
          </p:blipFill>
          <p:spPr>
            <a:xfrm>
              <a:off x="702563" y="5259323"/>
              <a:ext cx="216408" cy="426719"/>
            </a:xfrm>
            <a:prstGeom prst="rect">
              <a:avLst/>
            </a:prstGeom>
          </p:spPr>
        </p:pic>
        <p:sp>
          <p:nvSpPr>
            <p:cNvPr id="90" name="object 45">
              <a:extLst>
                <a:ext uri="{FF2B5EF4-FFF2-40B4-BE49-F238E27FC236}">
                  <a16:creationId xmlns:a16="http://schemas.microsoft.com/office/drawing/2014/main" id="{BAE27615-203B-B3AD-9620-9F68379D1F7C}"/>
                </a:ext>
              </a:extLst>
            </p:cNvPr>
            <p:cNvSpPr/>
            <p:nvPr/>
          </p:nvSpPr>
          <p:spPr>
            <a:xfrm>
              <a:off x="305561" y="3537965"/>
              <a:ext cx="8486140" cy="2148840"/>
            </a:xfrm>
            <a:custGeom>
              <a:avLst/>
              <a:gdLst/>
              <a:ahLst/>
              <a:cxnLst/>
              <a:rect l="l" t="t" r="r" b="b"/>
              <a:pathLst>
                <a:path w="8486140" h="2148840">
                  <a:moveTo>
                    <a:pt x="8485632" y="0"/>
                  </a:moveTo>
                  <a:lnTo>
                    <a:pt x="0" y="0"/>
                  </a:lnTo>
                </a:path>
                <a:path w="8486140" h="2148840">
                  <a:moveTo>
                    <a:pt x="0" y="2148840"/>
                  </a:moveTo>
                  <a:lnTo>
                    <a:pt x="8485632" y="2148840"/>
                  </a:lnTo>
                </a:path>
              </a:pathLst>
            </a:custGeom>
            <a:ln w="38100">
              <a:solidFill>
                <a:srgbClr val="000000"/>
              </a:solidFill>
            </a:ln>
          </p:spPr>
          <p:txBody>
            <a:bodyPr wrap="square" lIns="0" tIns="0" rIns="0" bIns="0" rtlCol="0"/>
            <a:lstStyle/>
            <a:p>
              <a:endParaRPr/>
            </a:p>
          </p:txBody>
        </p:sp>
      </p:grpSp>
      <p:sp>
        <p:nvSpPr>
          <p:cNvPr id="91" name="object 46">
            <a:extLst>
              <a:ext uri="{FF2B5EF4-FFF2-40B4-BE49-F238E27FC236}">
                <a16:creationId xmlns:a16="http://schemas.microsoft.com/office/drawing/2014/main" id="{83E1C6EA-0860-2B0E-1243-6AC04F66E516}"/>
              </a:ext>
            </a:extLst>
          </p:cNvPr>
          <p:cNvSpPr txBox="1"/>
          <p:nvPr/>
        </p:nvSpPr>
        <p:spPr>
          <a:xfrm>
            <a:off x="419400" y="529615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92" name="object 47">
            <a:extLst>
              <a:ext uri="{FF2B5EF4-FFF2-40B4-BE49-F238E27FC236}">
                <a16:creationId xmlns:a16="http://schemas.microsoft.com/office/drawing/2014/main" id="{F452FA7A-706C-FD05-850C-0282D1975D95}"/>
              </a:ext>
            </a:extLst>
          </p:cNvPr>
          <p:cNvSpPr txBox="1"/>
          <p:nvPr/>
        </p:nvSpPr>
        <p:spPr>
          <a:xfrm>
            <a:off x="2418633" y="529615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93" name="object 48">
            <a:extLst>
              <a:ext uri="{FF2B5EF4-FFF2-40B4-BE49-F238E27FC236}">
                <a16:creationId xmlns:a16="http://schemas.microsoft.com/office/drawing/2014/main" id="{8543FC02-0982-07FD-2816-D4F0F04D0946}"/>
              </a:ext>
            </a:extLst>
          </p:cNvPr>
          <p:cNvSpPr txBox="1"/>
          <p:nvPr/>
        </p:nvSpPr>
        <p:spPr>
          <a:xfrm>
            <a:off x="4428409" y="529615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94" name="object 49">
            <a:extLst>
              <a:ext uri="{FF2B5EF4-FFF2-40B4-BE49-F238E27FC236}">
                <a16:creationId xmlns:a16="http://schemas.microsoft.com/office/drawing/2014/main" id="{547F0737-56C4-B086-9433-884868BFB85F}"/>
              </a:ext>
            </a:extLst>
          </p:cNvPr>
          <p:cNvSpPr txBox="1"/>
          <p:nvPr/>
        </p:nvSpPr>
        <p:spPr>
          <a:xfrm>
            <a:off x="8438942" y="529615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95" name="object 50">
            <a:extLst>
              <a:ext uri="{FF2B5EF4-FFF2-40B4-BE49-F238E27FC236}">
                <a16:creationId xmlns:a16="http://schemas.microsoft.com/office/drawing/2014/main" id="{3D4D3D80-F2EE-D979-81D6-23AC29C45DB4}"/>
              </a:ext>
            </a:extLst>
          </p:cNvPr>
          <p:cNvSpPr txBox="1"/>
          <p:nvPr/>
        </p:nvSpPr>
        <p:spPr>
          <a:xfrm>
            <a:off x="743402" y="5328463"/>
            <a:ext cx="1586865" cy="208279"/>
          </a:xfrm>
          <a:prstGeom prst="rect">
            <a:avLst/>
          </a:prstGeom>
        </p:spPr>
        <p:txBody>
          <a:bodyPr vert="horz" wrap="square" lIns="0" tIns="12700" rIns="0" bIns="0" rtlCol="0">
            <a:spAutoFit/>
          </a:bodyPr>
          <a:lstStyle/>
          <a:p>
            <a:pPr marL="12700">
              <a:lnSpc>
                <a:spcPct val="100000"/>
              </a:lnSpc>
              <a:spcBef>
                <a:spcPts val="100"/>
              </a:spcBef>
              <a:tabLst>
                <a:tab pos="321945" algn="l"/>
                <a:tab pos="571500" algn="l"/>
                <a:tab pos="899794" algn="l"/>
                <a:tab pos="1176020" algn="l"/>
                <a:tab pos="1464945" algn="l"/>
              </a:tabLst>
            </a:pPr>
            <a:r>
              <a:rPr sz="1200" b="1" dirty="0">
                <a:latin typeface="Verdana"/>
                <a:cs typeface="Verdana"/>
              </a:rPr>
              <a:t>M	T	W	T	F	S</a:t>
            </a:r>
            <a:endParaRPr sz="1200">
              <a:latin typeface="Verdana"/>
              <a:cs typeface="Verdana"/>
            </a:endParaRPr>
          </a:p>
        </p:txBody>
      </p:sp>
      <p:sp>
        <p:nvSpPr>
          <p:cNvPr id="96" name="object 51">
            <a:extLst>
              <a:ext uri="{FF2B5EF4-FFF2-40B4-BE49-F238E27FC236}">
                <a16:creationId xmlns:a16="http://schemas.microsoft.com/office/drawing/2014/main" id="{7D15F04D-056B-6CA8-FF88-5F0DDEE34CD7}"/>
              </a:ext>
            </a:extLst>
          </p:cNvPr>
          <p:cNvSpPr txBox="1"/>
          <p:nvPr/>
        </p:nvSpPr>
        <p:spPr>
          <a:xfrm>
            <a:off x="2755057" y="5328463"/>
            <a:ext cx="1584960" cy="208279"/>
          </a:xfrm>
          <a:prstGeom prst="rect">
            <a:avLst/>
          </a:prstGeom>
        </p:spPr>
        <p:txBody>
          <a:bodyPr vert="horz" wrap="square" lIns="0" tIns="12700" rIns="0" bIns="0" rtlCol="0">
            <a:spAutoFit/>
          </a:bodyPr>
          <a:lstStyle/>
          <a:p>
            <a:pPr marL="12700">
              <a:lnSpc>
                <a:spcPct val="100000"/>
              </a:lnSpc>
              <a:spcBef>
                <a:spcPts val="100"/>
              </a:spcBef>
              <a:tabLst>
                <a:tab pos="320040" algn="l"/>
                <a:tab pos="582295" algn="l"/>
                <a:tab pos="896619" algn="l"/>
                <a:tab pos="1176020" algn="l"/>
                <a:tab pos="1463675" algn="l"/>
              </a:tabLst>
            </a:pPr>
            <a:r>
              <a:rPr sz="1200" b="1" dirty="0">
                <a:latin typeface="Verdana"/>
                <a:cs typeface="Verdana"/>
              </a:rPr>
              <a:t>M	T	W	T	F	S</a:t>
            </a:r>
            <a:endParaRPr sz="1200">
              <a:latin typeface="Verdana"/>
              <a:cs typeface="Verdana"/>
            </a:endParaRPr>
          </a:p>
        </p:txBody>
      </p:sp>
      <p:sp>
        <p:nvSpPr>
          <p:cNvPr id="97" name="object 52">
            <a:extLst>
              <a:ext uri="{FF2B5EF4-FFF2-40B4-BE49-F238E27FC236}">
                <a16:creationId xmlns:a16="http://schemas.microsoft.com/office/drawing/2014/main" id="{A4E7CFF4-A7F6-F7F7-730C-A97D4495799B}"/>
              </a:ext>
            </a:extLst>
          </p:cNvPr>
          <p:cNvSpPr txBox="1"/>
          <p:nvPr/>
        </p:nvSpPr>
        <p:spPr>
          <a:xfrm>
            <a:off x="4765213" y="5328463"/>
            <a:ext cx="1586865" cy="208279"/>
          </a:xfrm>
          <a:prstGeom prst="rect">
            <a:avLst/>
          </a:prstGeom>
        </p:spPr>
        <p:txBody>
          <a:bodyPr vert="horz" wrap="square" lIns="0" tIns="12700" rIns="0" bIns="0" rtlCol="0">
            <a:spAutoFit/>
          </a:bodyPr>
          <a:lstStyle/>
          <a:p>
            <a:pPr marL="12700">
              <a:lnSpc>
                <a:spcPct val="100000"/>
              </a:lnSpc>
              <a:spcBef>
                <a:spcPts val="100"/>
              </a:spcBef>
              <a:tabLst>
                <a:tab pos="318770" algn="l"/>
                <a:tab pos="585470" algn="l"/>
                <a:tab pos="896619" algn="l"/>
                <a:tab pos="1176020" algn="l"/>
                <a:tab pos="1464945" algn="l"/>
              </a:tabLst>
            </a:pPr>
            <a:r>
              <a:rPr sz="1200" b="1" dirty="0">
                <a:latin typeface="Verdana"/>
                <a:cs typeface="Verdana"/>
              </a:rPr>
              <a:t>M	T	W	T	F	S</a:t>
            </a:r>
            <a:endParaRPr sz="1200">
              <a:latin typeface="Verdana"/>
              <a:cs typeface="Verdana"/>
            </a:endParaRPr>
          </a:p>
        </p:txBody>
      </p:sp>
      <p:sp>
        <p:nvSpPr>
          <p:cNvPr id="98" name="object 53">
            <a:extLst>
              <a:ext uri="{FF2B5EF4-FFF2-40B4-BE49-F238E27FC236}">
                <a16:creationId xmlns:a16="http://schemas.microsoft.com/office/drawing/2014/main" id="{A72FF065-F20F-C0F6-9239-ECB88804C3A7}"/>
              </a:ext>
            </a:extLst>
          </p:cNvPr>
          <p:cNvSpPr txBox="1"/>
          <p:nvPr/>
        </p:nvSpPr>
        <p:spPr>
          <a:xfrm>
            <a:off x="6424214" y="5296155"/>
            <a:ext cx="535305" cy="208279"/>
          </a:xfrm>
          <a:prstGeom prst="rect">
            <a:avLst/>
          </a:prstGeom>
        </p:spPr>
        <p:txBody>
          <a:bodyPr vert="horz" wrap="square" lIns="0" tIns="12700" rIns="0" bIns="0" rtlCol="0">
            <a:spAutoFit/>
          </a:bodyPr>
          <a:lstStyle/>
          <a:p>
            <a:pPr marL="38100">
              <a:lnSpc>
                <a:spcPct val="100000"/>
              </a:lnSpc>
              <a:spcBef>
                <a:spcPts val="100"/>
              </a:spcBef>
            </a:pPr>
            <a:r>
              <a:rPr sz="1200" b="1" spc="-5" dirty="0">
                <a:latin typeface="Verdana"/>
                <a:cs typeface="Verdana"/>
              </a:rPr>
              <a:t>Su</a:t>
            </a:r>
            <a:r>
              <a:rPr sz="1200" b="1" spc="285" dirty="0">
                <a:latin typeface="Verdana"/>
                <a:cs typeface="Verdana"/>
              </a:rPr>
              <a:t> </a:t>
            </a:r>
            <a:r>
              <a:rPr sz="1800" b="1" baseline="-11574" dirty="0">
                <a:latin typeface="Verdana"/>
                <a:cs typeface="Verdana"/>
              </a:rPr>
              <a:t>M</a:t>
            </a:r>
            <a:endParaRPr sz="1800" baseline="-11574">
              <a:latin typeface="Verdana"/>
              <a:cs typeface="Verdana"/>
            </a:endParaRPr>
          </a:p>
        </p:txBody>
      </p:sp>
      <p:sp>
        <p:nvSpPr>
          <p:cNvPr id="99" name="object 54">
            <a:extLst>
              <a:ext uri="{FF2B5EF4-FFF2-40B4-BE49-F238E27FC236}">
                <a16:creationId xmlns:a16="http://schemas.microsoft.com/office/drawing/2014/main" id="{67E1F7F9-539C-CDD1-224F-A3DFE2D84E7C}"/>
              </a:ext>
            </a:extLst>
          </p:cNvPr>
          <p:cNvSpPr txBox="1"/>
          <p:nvPr/>
        </p:nvSpPr>
        <p:spPr>
          <a:xfrm>
            <a:off x="7071914" y="5328463"/>
            <a:ext cx="1278890" cy="208279"/>
          </a:xfrm>
          <a:prstGeom prst="rect">
            <a:avLst/>
          </a:prstGeom>
        </p:spPr>
        <p:txBody>
          <a:bodyPr vert="horz" wrap="square" lIns="0" tIns="12700" rIns="0" bIns="0" rtlCol="0">
            <a:spAutoFit/>
          </a:bodyPr>
          <a:lstStyle/>
          <a:p>
            <a:pPr marL="12700">
              <a:lnSpc>
                <a:spcPct val="100000"/>
              </a:lnSpc>
              <a:spcBef>
                <a:spcPts val="100"/>
              </a:spcBef>
              <a:tabLst>
                <a:tab pos="285750" algn="l"/>
                <a:tab pos="590550" algn="l"/>
                <a:tab pos="866775" algn="l"/>
                <a:tab pos="1156970" algn="l"/>
              </a:tabLst>
            </a:pPr>
            <a:r>
              <a:rPr sz="1200" b="1" dirty="0">
                <a:latin typeface="Verdana"/>
                <a:cs typeface="Verdana"/>
              </a:rPr>
              <a:t>T	W	T	F	S</a:t>
            </a:r>
            <a:endParaRPr sz="1200">
              <a:latin typeface="Verdana"/>
              <a:cs typeface="Verdana"/>
            </a:endParaRPr>
          </a:p>
        </p:txBody>
      </p:sp>
    </p:spTree>
    <p:extLst>
      <p:ext uri="{BB962C8B-B14F-4D97-AF65-F5344CB8AC3E}">
        <p14:creationId xmlns:p14="http://schemas.microsoft.com/office/powerpoint/2010/main" val="24787189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Differential</a:t>
            </a:r>
            <a:r>
              <a:rPr lang="zh-CN" altLang="en-US" dirty="0"/>
              <a:t> </a:t>
            </a:r>
            <a:r>
              <a:rPr lang="en-US" altLang="zh-CN" dirty="0"/>
              <a:t>Backups</a:t>
            </a:r>
            <a:r>
              <a:rPr lang="zh-CN" altLang="en-US" dirty="0"/>
              <a:t> </a:t>
            </a:r>
            <a:r>
              <a:rPr lang="en-US" altLang="zh-CN" dirty="0"/>
              <a:t>-</a:t>
            </a:r>
            <a:r>
              <a:rPr lang="zh-CN" altLang="en-US" dirty="0"/>
              <a:t> </a:t>
            </a:r>
            <a:r>
              <a:rPr lang="en-US" altLang="zh-CN" dirty="0"/>
              <a:t>Restore</a:t>
            </a:r>
            <a:endParaRPr lang="zh-CN" altLang="en-US"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r>
              <a:rPr kumimoji="1" lang="zh-CN" altLang="en-US" dirty="0"/>
              <a:t>恢复时：</a:t>
            </a:r>
            <a:r>
              <a:rPr kumimoji="1" lang="en-US" altLang="zh-CN" dirty="0"/>
              <a:t>Last</a:t>
            </a:r>
            <a:r>
              <a:rPr kumimoji="1" lang="zh-CN" altLang="en-US" dirty="0"/>
              <a:t> </a:t>
            </a:r>
            <a:r>
              <a:rPr kumimoji="1" lang="en-US" altLang="zh-CN" dirty="0"/>
              <a:t>full</a:t>
            </a:r>
            <a:r>
              <a:rPr kumimoji="1" lang="zh-CN" altLang="en-US" dirty="0"/>
              <a:t> </a:t>
            </a:r>
            <a:r>
              <a:rPr kumimoji="1" lang="en-US" altLang="zh-CN" dirty="0"/>
              <a:t>backup</a:t>
            </a:r>
            <a:r>
              <a:rPr kumimoji="1" lang="zh-CN" altLang="en-US" dirty="0"/>
              <a:t> </a:t>
            </a:r>
            <a:r>
              <a:rPr kumimoji="1" lang="en-US" altLang="zh-CN" dirty="0"/>
              <a:t>+</a:t>
            </a:r>
            <a:r>
              <a:rPr kumimoji="1" lang="zh-CN" altLang="en-US" dirty="0"/>
              <a:t> </a:t>
            </a:r>
            <a:r>
              <a:rPr kumimoji="1" lang="en-US" altLang="zh-CN" dirty="0"/>
              <a:t>last</a:t>
            </a:r>
            <a:r>
              <a:rPr kumimoji="1" lang="zh-CN" altLang="en-US" dirty="0"/>
              <a:t> </a:t>
            </a:r>
            <a:r>
              <a:rPr kumimoji="1" lang="en-US" altLang="zh-CN" dirty="0"/>
              <a:t>cumulative</a:t>
            </a:r>
            <a:r>
              <a:rPr kumimoji="1" lang="zh-CN" altLang="en-US" dirty="0"/>
              <a:t> </a:t>
            </a:r>
            <a:r>
              <a:rPr kumimoji="1" lang="en-US" altLang="zh-CN" dirty="0"/>
              <a:t>backup</a:t>
            </a:r>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45</a:t>
            </a:fld>
            <a:endParaRPr lang="en-US" dirty="0"/>
          </a:p>
        </p:txBody>
      </p:sp>
      <p:grpSp>
        <p:nvGrpSpPr>
          <p:cNvPr id="3" name="object 4">
            <a:extLst>
              <a:ext uri="{FF2B5EF4-FFF2-40B4-BE49-F238E27FC236}">
                <a16:creationId xmlns:a16="http://schemas.microsoft.com/office/drawing/2014/main" id="{D37937F1-FDA5-853C-EDE3-01B7ED6ABA40}"/>
              </a:ext>
            </a:extLst>
          </p:cNvPr>
          <p:cNvGrpSpPr/>
          <p:nvPr/>
        </p:nvGrpSpPr>
        <p:grpSpPr>
          <a:xfrm>
            <a:off x="34617" y="2766493"/>
            <a:ext cx="1403985" cy="1200150"/>
            <a:chOff x="245363" y="2933445"/>
            <a:chExt cx="1403985" cy="1200150"/>
          </a:xfrm>
        </p:grpSpPr>
        <p:sp>
          <p:nvSpPr>
            <p:cNvPr id="5" name="object 5">
              <a:extLst>
                <a:ext uri="{FF2B5EF4-FFF2-40B4-BE49-F238E27FC236}">
                  <a16:creationId xmlns:a16="http://schemas.microsoft.com/office/drawing/2014/main" id="{41F39CE2-F43D-74AB-A950-EAF56200C23A}"/>
                </a:ext>
              </a:extLst>
            </p:cNvPr>
            <p:cNvSpPr/>
            <p:nvPr/>
          </p:nvSpPr>
          <p:spPr>
            <a:xfrm>
              <a:off x="769619" y="2939795"/>
              <a:ext cx="829310" cy="535940"/>
            </a:xfrm>
            <a:custGeom>
              <a:avLst/>
              <a:gdLst/>
              <a:ahLst/>
              <a:cxnLst/>
              <a:rect l="l" t="t" r="r" b="b"/>
              <a:pathLst>
                <a:path w="829310" h="535939">
                  <a:moveTo>
                    <a:pt x="829056" y="0"/>
                  </a:moveTo>
                  <a:lnTo>
                    <a:pt x="0" y="0"/>
                  </a:lnTo>
                  <a:lnTo>
                    <a:pt x="0" y="506729"/>
                  </a:lnTo>
                  <a:lnTo>
                    <a:pt x="59173" y="518950"/>
                  </a:lnTo>
                  <a:lnTo>
                    <a:pt x="112751" y="527592"/>
                  </a:lnTo>
                  <a:lnTo>
                    <a:pt x="161355" y="532975"/>
                  </a:lnTo>
                  <a:lnTo>
                    <a:pt x="205605" y="535417"/>
                  </a:lnTo>
                  <a:lnTo>
                    <a:pt x="246125" y="535239"/>
                  </a:lnTo>
                  <a:lnTo>
                    <a:pt x="318461" y="528297"/>
                  </a:lnTo>
                  <a:lnTo>
                    <a:pt x="383334" y="514701"/>
                  </a:lnTo>
                  <a:lnTo>
                    <a:pt x="477536" y="487417"/>
                  </a:lnTo>
                  <a:lnTo>
                    <a:pt x="510594" y="477762"/>
                  </a:lnTo>
                  <a:lnTo>
                    <a:pt x="582929" y="459527"/>
                  </a:lnTo>
                  <a:lnTo>
                    <a:pt x="623450" y="451585"/>
                  </a:lnTo>
                  <a:lnTo>
                    <a:pt x="667700" y="444852"/>
                  </a:lnTo>
                  <a:lnTo>
                    <a:pt x="716304" y="439648"/>
                  </a:lnTo>
                  <a:lnTo>
                    <a:pt x="769882" y="436291"/>
                  </a:lnTo>
                  <a:lnTo>
                    <a:pt x="829056" y="435101"/>
                  </a:lnTo>
                  <a:lnTo>
                    <a:pt x="829056" y="0"/>
                  </a:lnTo>
                  <a:close/>
                </a:path>
              </a:pathLst>
            </a:custGeom>
            <a:solidFill>
              <a:srgbClr val="C0C0C0"/>
            </a:solidFill>
          </p:spPr>
          <p:txBody>
            <a:bodyPr wrap="square" lIns="0" tIns="0" rIns="0" bIns="0" rtlCol="0"/>
            <a:lstStyle/>
            <a:p>
              <a:endParaRPr/>
            </a:p>
          </p:txBody>
        </p:sp>
        <p:sp>
          <p:nvSpPr>
            <p:cNvPr id="6" name="object 6">
              <a:extLst>
                <a:ext uri="{FF2B5EF4-FFF2-40B4-BE49-F238E27FC236}">
                  <a16:creationId xmlns:a16="http://schemas.microsoft.com/office/drawing/2014/main" id="{18425C1B-843E-8DE7-CE1C-2DB004B06672}"/>
                </a:ext>
              </a:extLst>
            </p:cNvPr>
            <p:cNvSpPr/>
            <p:nvPr/>
          </p:nvSpPr>
          <p:spPr>
            <a:xfrm>
              <a:off x="769619" y="2939795"/>
              <a:ext cx="829310" cy="535940"/>
            </a:xfrm>
            <a:custGeom>
              <a:avLst/>
              <a:gdLst/>
              <a:ahLst/>
              <a:cxnLst/>
              <a:rect l="l" t="t" r="r" b="b"/>
              <a:pathLst>
                <a:path w="829310" h="535939">
                  <a:moveTo>
                    <a:pt x="0" y="0"/>
                  </a:moveTo>
                  <a:lnTo>
                    <a:pt x="829056" y="0"/>
                  </a:lnTo>
                  <a:lnTo>
                    <a:pt x="829056" y="435101"/>
                  </a:lnTo>
                  <a:lnTo>
                    <a:pt x="769882" y="436291"/>
                  </a:lnTo>
                  <a:lnTo>
                    <a:pt x="716304" y="439648"/>
                  </a:lnTo>
                  <a:lnTo>
                    <a:pt x="667700" y="444852"/>
                  </a:lnTo>
                  <a:lnTo>
                    <a:pt x="623450" y="451585"/>
                  </a:lnTo>
                  <a:lnTo>
                    <a:pt x="582929" y="459527"/>
                  </a:lnTo>
                  <a:lnTo>
                    <a:pt x="545518" y="468359"/>
                  </a:lnTo>
                  <a:lnTo>
                    <a:pt x="477536" y="487417"/>
                  </a:lnTo>
                  <a:lnTo>
                    <a:pt x="445721" y="497005"/>
                  </a:lnTo>
                  <a:lnTo>
                    <a:pt x="414527" y="506206"/>
                  </a:lnTo>
                  <a:lnTo>
                    <a:pt x="351519" y="522171"/>
                  </a:lnTo>
                  <a:lnTo>
                    <a:pt x="283537" y="532759"/>
                  </a:lnTo>
                  <a:lnTo>
                    <a:pt x="205605" y="535417"/>
                  </a:lnTo>
                  <a:lnTo>
                    <a:pt x="161355" y="532975"/>
                  </a:lnTo>
                  <a:lnTo>
                    <a:pt x="112751" y="527592"/>
                  </a:lnTo>
                  <a:lnTo>
                    <a:pt x="59173" y="518950"/>
                  </a:lnTo>
                  <a:lnTo>
                    <a:pt x="0" y="506729"/>
                  </a:lnTo>
                  <a:lnTo>
                    <a:pt x="0" y="0"/>
                  </a:lnTo>
                  <a:close/>
                </a:path>
              </a:pathLst>
            </a:custGeom>
            <a:ln w="12191">
              <a:solidFill>
                <a:srgbClr val="000000"/>
              </a:solidFill>
            </a:ln>
          </p:spPr>
          <p:txBody>
            <a:bodyPr wrap="square" lIns="0" tIns="0" rIns="0" bIns="0" rtlCol="0"/>
            <a:lstStyle/>
            <a:p>
              <a:endParaRPr/>
            </a:p>
          </p:txBody>
        </p:sp>
        <p:pic>
          <p:nvPicPr>
            <p:cNvPr id="7" name="object 7">
              <a:extLst>
                <a:ext uri="{FF2B5EF4-FFF2-40B4-BE49-F238E27FC236}">
                  <a16:creationId xmlns:a16="http://schemas.microsoft.com/office/drawing/2014/main" id="{DB7CC5A5-CAA7-017E-B663-D9BAB8520FEA}"/>
                </a:ext>
              </a:extLst>
            </p:cNvPr>
            <p:cNvPicPr/>
            <p:nvPr/>
          </p:nvPicPr>
          <p:blipFill>
            <a:blip r:embed="rId3" cstate="print"/>
            <a:stretch>
              <a:fillRect/>
            </a:stretch>
          </p:blipFill>
          <p:spPr>
            <a:xfrm>
              <a:off x="669036" y="3015995"/>
              <a:ext cx="844295" cy="551688"/>
            </a:xfrm>
            <a:prstGeom prst="rect">
              <a:avLst/>
            </a:prstGeom>
          </p:spPr>
        </p:pic>
        <p:sp>
          <p:nvSpPr>
            <p:cNvPr id="8" name="object 8">
              <a:extLst>
                <a:ext uri="{FF2B5EF4-FFF2-40B4-BE49-F238E27FC236}">
                  <a16:creationId xmlns:a16="http://schemas.microsoft.com/office/drawing/2014/main" id="{C8E32D4C-5B36-762D-0189-D5959D60D6A5}"/>
                </a:ext>
              </a:extLst>
            </p:cNvPr>
            <p:cNvSpPr/>
            <p:nvPr/>
          </p:nvSpPr>
          <p:spPr>
            <a:xfrm>
              <a:off x="650747" y="3049523"/>
              <a:ext cx="829310" cy="535940"/>
            </a:xfrm>
            <a:custGeom>
              <a:avLst/>
              <a:gdLst/>
              <a:ahLst/>
              <a:cxnLst/>
              <a:rect l="l" t="t" r="r" b="b"/>
              <a:pathLst>
                <a:path w="829310" h="535939">
                  <a:moveTo>
                    <a:pt x="829056" y="0"/>
                  </a:moveTo>
                  <a:lnTo>
                    <a:pt x="0" y="0"/>
                  </a:lnTo>
                  <a:lnTo>
                    <a:pt x="0" y="506729"/>
                  </a:lnTo>
                  <a:lnTo>
                    <a:pt x="59173" y="518950"/>
                  </a:lnTo>
                  <a:lnTo>
                    <a:pt x="112751" y="527592"/>
                  </a:lnTo>
                  <a:lnTo>
                    <a:pt x="161355" y="532975"/>
                  </a:lnTo>
                  <a:lnTo>
                    <a:pt x="205605" y="535417"/>
                  </a:lnTo>
                  <a:lnTo>
                    <a:pt x="246125" y="535239"/>
                  </a:lnTo>
                  <a:lnTo>
                    <a:pt x="318461" y="528297"/>
                  </a:lnTo>
                  <a:lnTo>
                    <a:pt x="383334" y="514701"/>
                  </a:lnTo>
                  <a:lnTo>
                    <a:pt x="477536" y="487417"/>
                  </a:lnTo>
                  <a:lnTo>
                    <a:pt x="510594" y="477762"/>
                  </a:lnTo>
                  <a:lnTo>
                    <a:pt x="582929" y="459527"/>
                  </a:lnTo>
                  <a:lnTo>
                    <a:pt x="623450" y="451585"/>
                  </a:lnTo>
                  <a:lnTo>
                    <a:pt x="667700" y="444852"/>
                  </a:lnTo>
                  <a:lnTo>
                    <a:pt x="716304" y="439648"/>
                  </a:lnTo>
                  <a:lnTo>
                    <a:pt x="769882" y="436291"/>
                  </a:lnTo>
                  <a:lnTo>
                    <a:pt x="829056" y="435101"/>
                  </a:lnTo>
                  <a:lnTo>
                    <a:pt x="829056" y="0"/>
                  </a:lnTo>
                  <a:close/>
                </a:path>
              </a:pathLst>
            </a:custGeom>
            <a:solidFill>
              <a:srgbClr val="DDDDDD"/>
            </a:solidFill>
          </p:spPr>
          <p:txBody>
            <a:bodyPr wrap="square" lIns="0" tIns="0" rIns="0" bIns="0" rtlCol="0"/>
            <a:lstStyle/>
            <a:p>
              <a:endParaRPr/>
            </a:p>
          </p:txBody>
        </p:sp>
        <p:sp>
          <p:nvSpPr>
            <p:cNvPr id="9" name="object 9">
              <a:extLst>
                <a:ext uri="{FF2B5EF4-FFF2-40B4-BE49-F238E27FC236}">
                  <a16:creationId xmlns:a16="http://schemas.microsoft.com/office/drawing/2014/main" id="{15CAA4F7-A086-4EC4-3F65-D1EEAE3F6903}"/>
                </a:ext>
              </a:extLst>
            </p:cNvPr>
            <p:cNvSpPr/>
            <p:nvPr/>
          </p:nvSpPr>
          <p:spPr>
            <a:xfrm>
              <a:off x="650747" y="3049523"/>
              <a:ext cx="829310" cy="535940"/>
            </a:xfrm>
            <a:custGeom>
              <a:avLst/>
              <a:gdLst/>
              <a:ahLst/>
              <a:cxnLst/>
              <a:rect l="l" t="t" r="r" b="b"/>
              <a:pathLst>
                <a:path w="829310" h="535939">
                  <a:moveTo>
                    <a:pt x="0" y="0"/>
                  </a:moveTo>
                  <a:lnTo>
                    <a:pt x="829056" y="0"/>
                  </a:lnTo>
                  <a:lnTo>
                    <a:pt x="829056" y="435101"/>
                  </a:lnTo>
                  <a:lnTo>
                    <a:pt x="769882" y="436291"/>
                  </a:lnTo>
                  <a:lnTo>
                    <a:pt x="716304" y="439648"/>
                  </a:lnTo>
                  <a:lnTo>
                    <a:pt x="667700" y="444852"/>
                  </a:lnTo>
                  <a:lnTo>
                    <a:pt x="623450" y="451585"/>
                  </a:lnTo>
                  <a:lnTo>
                    <a:pt x="582929" y="459527"/>
                  </a:lnTo>
                  <a:lnTo>
                    <a:pt x="545518" y="468359"/>
                  </a:lnTo>
                  <a:lnTo>
                    <a:pt x="477536" y="487417"/>
                  </a:lnTo>
                  <a:lnTo>
                    <a:pt x="445721" y="497005"/>
                  </a:lnTo>
                  <a:lnTo>
                    <a:pt x="414527" y="506206"/>
                  </a:lnTo>
                  <a:lnTo>
                    <a:pt x="351519" y="522171"/>
                  </a:lnTo>
                  <a:lnTo>
                    <a:pt x="283537" y="532759"/>
                  </a:lnTo>
                  <a:lnTo>
                    <a:pt x="205605" y="535417"/>
                  </a:lnTo>
                  <a:lnTo>
                    <a:pt x="161355" y="532975"/>
                  </a:lnTo>
                  <a:lnTo>
                    <a:pt x="112751" y="527592"/>
                  </a:lnTo>
                  <a:lnTo>
                    <a:pt x="59173" y="518950"/>
                  </a:lnTo>
                  <a:lnTo>
                    <a:pt x="0" y="506729"/>
                  </a:lnTo>
                  <a:lnTo>
                    <a:pt x="0" y="0"/>
                  </a:lnTo>
                  <a:close/>
                </a:path>
              </a:pathLst>
            </a:custGeom>
            <a:ln w="12191">
              <a:solidFill>
                <a:srgbClr val="000000"/>
              </a:solidFill>
            </a:ln>
          </p:spPr>
          <p:txBody>
            <a:bodyPr wrap="square" lIns="0" tIns="0" rIns="0" bIns="0" rtlCol="0"/>
            <a:lstStyle/>
            <a:p>
              <a:endParaRPr/>
            </a:p>
          </p:txBody>
        </p:sp>
        <p:pic>
          <p:nvPicPr>
            <p:cNvPr id="10" name="object 10">
              <a:extLst>
                <a:ext uri="{FF2B5EF4-FFF2-40B4-BE49-F238E27FC236}">
                  <a16:creationId xmlns:a16="http://schemas.microsoft.com/office/drawing/2014/main" id="{737D39B0-069B-8497-9A34-E102EE8C8BAE}"/>
                </a:ext>
              </a:extLst>
            </p:cNvPr>
            <p:cNvPicPr/>
            <p:nvPr/>
          </p:nvPicPr>
          <p:blipFill>
            <a:blip r:embed="rId3" cstate="print"/>
            <a:stretch>
              <a:fillRect/>
            </a:stretch>
          </p:blipFill>
          <p:spPr>
            <a:xfrm>
              <a:off x="548639" y="3125723"/>
              <a:ext cx="844296" cy="551688"/>
            </a:xfrm>
            <a:prstGeom prst="rect">
              <a:avLst/>
            </a:prstGeom>
          </p:spPr>
        </p:pic>
        <p:sp>
          <p:nvSpPr>
            <p:cNvPr id="11" name="object 11">
              <a:extLst>
                <a:ext uri="{FF2B5EF4-FFF2-40B4-BE49-F238E27FC236}">
                  <a16:creationId xmlns:a16="http://schemas.microsoft.com/office/drawing/2014/main" id="{F00F74D3-3260-F9EA-EDA8-8927B4483741}"/>
                </a:ext>
              </a:extLst>
            </p:cNvPr>
            <p:cNvSpPr/>
            <p:nvPr/>
          </p:nvSpPr>
          <p:spPr>
            <a:xfrm>
              <a:off x="530352" y="3159251"/>
              <a:ext cx="829310" cy="535940"/>
            </a:xfrm>
            <a:custGeom>
              <a:avLst/>
              <a:gdLst/>
              <a:ahLst/>
              <a:cxnLst/>
              <a:rect l="l" t="t" r="r" b="b"/>
              <a:pathLst>
                <a:path w="829310" h="535939">
                  <a:moveTo>
                    <a:pt x="829056" y="0"/>
                  </a:moveTo>
                  <a:lnTo>
                    <a:pt x="0" y="0"/>
                  </a:lnTo>
                  <a:lnTo>
                    <a:pt x="0" y="506730"/>
                  </a:lnTo>
                  <a:lnTo>
                    <a:pt x="59173" y="518950"/>
                  </a:lnTo>
                  <a:lnTo>
                    <a:pt x="112751" y="527592"/>
                  </a:lnTo>
                  <a:lnTo>
                    <a:pt x="161355" y="532975"/>
                  </a:lnTo>
                  <a:lnTo>
                    <a:pt x="205605" y="535417"/>
                  </a:lnTo>
                  <a:lnTo>
                    <a:pt x="246125" y="535239"/>
                  </a:lnTo>
                  <a:lnTo>
                    <a:pt x="318461" y="528297"/>
                  </a:lnTo>
                  <a:lnTo>
                    <a:pt x="383334" y="514701"/>
                  </a:lnTo>
                  <a:lnTo>
                    <a:pt x="477536" y="487417"/>
                  </a:lnTo>
                  <a:lnTo>
                    <a:pt x="510594" y="477762"/>
                  </a:lnTo>
                  <a:lnTo>
                    <a:pt x="582930" y="459527"/>
                  </a:lnTo>
                  <a:lnTo>
                    <a:pt x="623450" y="451585"/>
                  </a:lnTo>
                  <a:lnTo>
                    <a:pt x="667700" y="444852"/>
                  </a:lnTo>
                  <a:lnTo>
                    <a:pt x="716304" y="439648"/>
                  </a:lnTo>
                  <a:lnTo>
                    <a:pt x="769882" y="436291"/>
                  </a:lnTo>
                  <a:lnTo>
                    <a:pt x="829056" y="435101"/>
                  </a:lnTo>
                  <a:lnTo>
                    <a:pt x="829056" y="0"/>
                  </a:lnTo>
                  <a:close/>
                </a:path>
              </a:pathLst>
            </a:custGeom>
            <a:solidFill>
              <a:srgbClr val="EAEAEA"/>
            </a:solidFill>
          </p:spPr>
          <p:txBody>
            <a:bodyPr wrap="square" lIns="0" tIns="0" rIns="0" bIns="0" rtlCol="0"/>
            <a:lstStyle/>
            <a:p>
              <a:endParaRPr/>
            </a:p>
          </p:txBody>
        </p:sp>
        <p:sp>
          <p:nvSpPr>
            <p:cNvPr id="12" name="object 12">
              <a:extLst>
                <a:ext uri="{FF2B5EF4-FFF2-40B4-BE49-F238E27FC236}">
                  <a16:creationId xmlns:a16="http://schemas.microsoft.com/office/drawing/2014/main" id="{FBA5F72C-7311-7323-8D41-5229DBB81E65}"/>
                </a:ext>
              </a:extLst>
            </p:cNvPr>
            <p:cNvSpPr/>
            <p:nvPr/>
          </p:nvSpPr>
          <p:spPr>
            <a:xfrm>
              <a:off x="530352" y="3159251"/>
              <a:ext cx="829310" cy="535940"/>
            </a:xfrm>
            <a:custGeom>
              <a:avLst/>
              <a:gdLst/>
              <a:ahLst/>
              <a:cxnLst/>
              <a:rect l="l" t="t" r="r" b="b"/>
              <a:pathLst>
                <a:path w="829310" h="535939">
                  <a:moveTo>
                    <a:pt x="0" y="0"/>
                  </a:moveTo>
                  <a:lnTo>
                    <a:pt x="829056" y="0"/>
                  </a:lnTo>
                  <a:lnTo>
                    <a:pt x="829056" y="435101"/>
                  </a:lnTo>
                  <a:lnTo>
                    <a:pt x="769882" y="436291"/>
                  </a:lnTo>
                  <a:lnTo>
                    <a:pt x="716304" y="439648"/>
                  </a:lnTo>
                  <a:lnTo>
                    <a:pt x="667700" y="444852"/>
                  </a:lnTo>
                  <a:lnTo>
                    <a:pt x="623450" y="451585"/>
                  </a:lnTo>
                  <a:lnTo>
                    <a:pt x="582930" y="459527"/>
                  </a:lnTo>
                  <a:lnTo>
                    <a:pt x="545518" y="468359"/>
                  </a:lnTo>
                  <a:lnTo>
                    <a:pt x="477536" y="487417"/>
                  </a:lnTo>
                  <a:lnTo>
                    <a:pt x="445721" y="497005"/>
                  </a:lnTo>
                  <a:lnTo>
                    <a:pt x="414527" y="506206"/>
                  </a:lnTo>
                  <a:lnTo>
                    <a:pt x="351519" y="522171"/>
                  </a:lnTo>
                  <a:lnTo>
                    <a:pt x="283537" y="532759"/>
                  </a:lnTo>
                  <a:lnTo>
                    <a:pt x="205605" y="535417"/>
                  </a:lnTo>
                  <a:lnTo>
                    <a:pt x="161355" y="532975"/>
                  </a:lnTo>
                  <a:lnTo>
                    <a:pt x="112751" y="527592"/>
                  </a:lnTo>
                  <a:lnTo>
                    <a:pt x="59173" y="518950"/>
                  </a:lnTo>
                  <a:lnTo>
                    <a:pt x="0" y="506730"/>
                  </a:lnTo>
                  <a:lnTo>
                    <a:pt x="0" y="0"/>
                  </a:lnTo>
                  <a:close/>
                </a:path>
              </a:pathLst>
            </a:custGeom>
            <a:ln w="12191">
              <a:solidFill>
                <a:srgbClr val="000000"/>
              </a:solidFill>
            </a:ln>
          </p:spPr>
          <p:txBody>
            <a:bodyPr wrap="square" lIns="0" tIns="0" rIns="0" bIns="0" rtlCol="0"/>
            <a:lstStyle/>
            <a:p>
              <a:endParaRPr/>
            </a:p>
          </p:txBody>
        </p:sp>
        <p:pic>
          <p:nvPicPr>
            <p:cNvPr id="13" name="object 13">
              <a:extLst>
                <a:ext uri="{FF2B5EF4-FFF2-40B4-BE49-F238E27FC236}">
                  <a16:creationId xmlns:a16="http://schemas.microsoft.com/office/drawing/2014/main" id="{6E03B95D-EF10-4BD9-CF76-E49E7CE0FEEE}"/>
                </a:ext>
              </a:extLst>
            </p:cNvPr>
            <p:cNvPicPr/>
            <p:nvPr/>
          </p:nvPicPr>
          <p:blipFill>
            <a:blip r:embed="rId4" cstate="print"/>
            <a:stretch>
              <a:fillRect/>
            </a:stretch>
          </p:blipFill>
          <p:spPr>
            <a:xfrm>
              <a:off x="245363" y="3645407"/>
              <a:ext cx="1403604" cy="487680"/>
            </a:xfrm>
            <a:prstGeom prst="rect">
              <a:avLst/>
            </a:prstGeom>
          </p:spPr>
        </p:pic>
      </p:grpSp>
      <p:sp>
        <p:nvSpPr>
          <p:cNvPr id="14" name="object 14">
            <a:extLst>
              <a:ext uri="{FF2B5EF4-FFF2-40B4-BE49-F238E27FC236}">
                <a16:creationId xmlns:a16="http://schemas.microsoft.com/office/drawing/2014/main" id="{8C8B4CE0-3416-1C58-14FB-84D830FA0D5C}"/>
              </a:ext>
            </a:extLst>
          </p:cNvPr>
          <p:cNvSpPr txBox="1"/>
          <p:nvPr/>
        </p:nvSpPr>
        <p:spPr>
          <a:xfrm>
            <a:off x="157554" y="3537130"/>
            <a:ext cx="1134745" cy="285115"/>
          </a:xfrm>
          <a:prstGeom prst="rect">
            <a:avLst/>
          </a:prstGeom>
        </p:spPr>
        <p:txBody>
          <a:bodyPr vert="horz" wrap="square" lIns="0" tIns="12700" rIns="0" bIns="0" rtlCol="0">
            <a:spAutoFit/>
          </a:bodyPr>
          <a:lstStyle/>
          <a:p>
            <a:pPr marL="12700">
              <a:lnSpc>
                <a:spcPct val="100000"/>
              </a:lnSpc>
              <a:spcBef>
                <a:spcPts val="100"/>
              </a:spcBef>
            </a:pPr>
            <a:r>
              <a:rPr sz="1700" spc="-5" dirty="0">
                <a:latin typeface="Tahoma"/>
                <a:cs typeface="Tahoma"/>
              </a:rPr>
              <a:t>Files</a:t>
            </a:r>
            <a:r>
              <a:rPr sz="1700" spc="-15" dirty="0">
                <a:latin typeface="Tahoma"/>
                <a:cs typeface="Tahoma"/>
              </a:rPr>
              <a:t> </a:t>
            </a:r>
            <a:r>
              <a:rPr sz="1700" dirty="0">
                <a:latin typeface="Tahoma"/>
                <a:cs typeface="Tahoma"/>
              </a:rPr>
              <a:t>1,</a:t>
            </a:r>
            <a:r>
              <a:rPr sz="1700" spc="-35" dirty="0">
                <a:latin typeface="Tahoma"/>
                <a:cs typeface="Tahoma"/>
              </a:rPr>
              <a:t> </a:t>
            </a:r>
            <a:r>
              <a:rPr sz="1700" dirty="0">
                <a:latin typeface="Tahoma"/>
                <a:cs typeface="Tahoma"/>
              </a:rPr>
              <a:t>2,</a:t>
            </a:r>
            <a:r>
              <a:rPr sz="1700" spc="-40" dirty="0">
                <a:latin typeface="Tahoma"/>
                <a:cs typeface="Tahoma"/>
              </a:rPr>
              <a:t> </a:t>
            </a:r>
            <a:r>
              <a:rPr sz="1700" dirty="0">
                <a:latin typeface="Tahoma"/>
                <a:cs typeface="Tahoma"/>
              </a:rPr>
              <a:t>3</a:t>
            </a:r>
            <a:endParaRPr sz="1700">
              <a:latin typeface="Tahoma"/>
              <a:cs typeface="Tahoma"/>
            </a:endParaRPr>
          </a:p>
        </p:txBody>
      </p:sp>
      <p:pic>
        <p:nvPicPr>
          <p:cNvPr id="15" name="object 15">
            <a:extLst>
              <a:ext uri="{FF2B5EF4-FFF2-40B4-BE49-F238E27FC236}">
                <a16:creationId xmlns:a16="http://schemas.microsoft.com/office/drawing/2014/main" id="{3E88A7DC-3481-C938-2939-C4F313091342}"/>
              </a:ext>
            </a:extLst>
          </p:cNvPr>
          <p:cNvPicPr/>
          <p:nvPr/>
        </p:nvPicPr>
        <p:blipFill>
          <a:blip r:embed="rId5" cstate="print"/>
          <a:stretch>
            <a:fillRect/>
          </a:stretch>
        </p:blipFill>
        <p:spPr>
          <a:xfrm>
            <a:off x="261694" y="2321740"/>
            <a:ext cx="1211580" cy="513588"/>
          </a:xfrm>
          <a:prstGeom prst="rect">
            <a:avLst/>
          </a:prstGeom>
        </p:spPr>
      </p:pic>
      <p:sp>
        <p:nvSpPr>
          <p:cNvPr id="17" name="object 16">
            <a:extLst>
              <a:ext uri="{FF2B5EF4-FFF2-40B4-BE49-F238E27FC236}">
                <a16:creationId xmlns:a16="http://schemas.microsoft.com/office/drawing/2014/main" id="{075D254D-493D-3B3E-6607-0E96AA506E0D}"/>
              </a:ext>
            </a:extLst>
          </p:cNvPr>
          <p:cNvSpPr txBox="1"/>
          <p:nvPr/>
        </p:nvSpPr>
        <p:spPr>
          <a:xfrm>
            <a:off x="392554" y="2382826"/>
            <a:ext cx="92964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ahoma"/>
                <a:cs typeface="Tahoma"/>
              </a:rPr>
              <a:t>M</a:t>
            </a:r>
            <a:r>
              <a:rPr sz="1800" b="1" dirty="0">
                <a:latin typeface="Tahoma"/>
                <a:cs typeface="Tahoma"/>
              </a:rPr>
              <a:t>o</a:t>
            </a:r>
            <a:r>
              <a:rPr sz="1800" b="1" spc="-5" dirty="0">
                <a:latin typeface="Tahoma"/>
                <a:cs typeface="Tahoma"/>
              </a:rPr>
              <a:t>nday</a:t>
            </a:r>
            <a:endParaRPr sz="1800">
              <a:latin typeface="Tahoma"/>
              <a:cs typeface="Tahoma"/>
            </a:endParaRPr>
          </a:p>
        </p:txBody>
      </p:sp>
      <p:pic>
        <p:nvPicPr>
          <p:cNvPr id="19" name="object 18">
            <a:extLst>
              <a:ext uri="{FF2B5EF4-FFF2-40B4-BE49-F238E27FC236}">
                <a16:creationId xmlns:a16="http://schemas.microsoft.com/office/drawing/2014/main" id="{CBD07973-D418-7458-C4E7-B0F0BAD85470}"/>
              </a:ext>
            </a:extLst>
          </p:cNvPr>
          <p:cNvPicPr/>
          <p:nvPr/>
        </p:nvPicPr>
        <p:blipFill>
          <a:blip r:embed="rId6" cstate="print"/>
          <a:stretch>
            <a:fillRect/>
          </a:stretch>
        </p:blipFill>
        <p:spPr>
          <a:xfrm>
            <a:off x="207116" y="3912161"/>
            <a:ext cx="1200912" cy="795527"/>
          </a:xfrm>
          <a:prstGeom prst="rect">
            <a:avLst/>
          </a:prstGeom>
        </p:spPr>
      </p:pic>
      <p:sp>
        <p:nvSpPr>
          <p:cNvPr id="23" name="object 21">
            <a:extLst>
              <a:ext uri="{FF2B5EF4-FFF2-40B4-BE49-F238E27FC236}">
                <a16:creationId xmlns:a16="http://schemas.microsoft.com/office/drawing/2014/main" id="{886D010E-715F-D075-B0FE-A51F140C6CE1}"/>
              </a:ext>
            </a:extLst>
          </p:cNvPr>
          <p:cNvSpPr/>
          <p:nvPr/>
        </p:nvSpPr>
        <p:spPr>
          <a:xfrm>
            <a:off x="1695015" y="2506905"/>
            <a:ext cx="0" cy="2171700"/>
          </a:xfrm>
          <a:custGeom>
            <a:avLst/>
            <a:gdLst/>
            <a:ahLst/>
            <a:cxnLst/>
            <a:rect l="l" t="t" r="r" b="b"/>
            <a:pathLst>
              <a:path h="2171700">
                <a:moveTo>
                  <a:pt x="0" y="2171699"/>
                </a:moveTo>
                <a:lnTo>
                  <a:pt x="0" y="0"/>
                </a:lnTo>
              </a:path>
            </a:pathLst>
          </a:custGeom>
          <a:ln w="28956">
            <a:solidFill>
              <a:srgbClr val="777777"/>
            </a:solidFill>
            <a:prstDash val="dot"/>
          </a:ln>
        </p:spPr>
        <p:txBody>
          <a:bodyPr wrap="square" lIns="0" tIns="0" rIns="0" bIns="0" rtlCol="0"/>
          <a:lstStyle/>
          <a:p>
            <a:endParaRPr/>
          </a:p>
        </p:txBody>
      </p:sp>
      <p:pic>
        <p:nvPicPr>
          <p:cNvPr id="25" name="object 23">
            <a:extLst>
              <a:ext uri="{FF2B5EF4-FFF2-40B4-BE49-F238E27FC236}">
                <a16:creationId xmlns:a16="http://schemas.microsoft.com/office/drawing/2014/main" id="{C02BA3B4-C171-C6D1-4B98-7D68AD223A60}"/>
              </a:ext>
            </a:extLst>
          </p:cNvPr>
          <p:cNvPicPr/>
          <p:nvPr/>
        </p:nvPicPr>
        <p:blipFill>
          <a:blip r:embed="rId7" cstate="print"/>
          <a:stretch>
            <a:fillRect/>
          </a:stretch>
        </p:blipFill>
        <p:spPr>
          <a:xfrm>
            <a:off x="1790722" y="4090468"/>
            <a:ext cx="1337310" cy="595884"/>
          </a:xfrm>
          <a:prstGeom prst="rect">
            <a:avLst/>
          </a:prstGeom>
        </p:spPr>
      </p:pic>
      <p:grpSp>
        <p:nvGrpSpPr>
          <p:cNvPr id="28" name="object 26">
            <a:extLst>
              <a:ext uri="{FF2B5EF4-FFF2-40B4-BE49-F238E27FC236}">
                <a16:creationId xmlns:a16="http://schemas.microsoft.com/office/drawing/2014/main" id="{82AE353D-817D-61AC-B139-DEC8EFFDB51F}"/>
              </a:ext>
            </a:extLst>
          </p:cNvPr>
          <p:cNvGrpSpPr/>
          <p:nvPr/>
        </p:nvGrpSpPr>
        <p:grpSpPr>
          <a:xfrm>
            <a:off x="1831414" y="2397940"/>
            <a:ext cx="1259205" cy="1102360"/>
            <a:chOff x="2042160" y="2564892"/>
            <a:chExt cx="1259205" cy="1102360"/>
          </a:xfrm>
        </p:grpSpPr>
        <p:pic>
          <p:nvPicPr>
            <p:cNvPr id="29" name="object 27">
              <a:extLst>
                <a:ext uri="{FF2B5EF4-FFF2-40B4-BE49-F238E27FC236}">
                  <a16:creationId xmlns:a16="http://schemas.microsoft.com/office/drawing/2014/main" id="{047A98A6-3452-7D9C-69B6-74E7AC95BB57}"/>
                </a:ext>
              </a:extLst>
            </p:cNvPr>
            <p:cNvPicPr/>
            <p:nvPr/>
          </p:nvPicPr>
          <p:blipFill>
            <a:blip r:embed="rId3" cstate="print"/>
            <a:stretch>
              <a:fillRect/>
            </a:stretch>
          </p:blipFill>
          <p:spPr>
            <a:xfrm>
              <a:off x="2264664" y="3092196"/>
              <a:ext cx="844296" cy="551687"/>
            </a:xfrm>
            <a:prstGeom prst="rect">
              <a:avLst/>
            </a:prstGeom>
          </p:spPr>
        </p:pic>
        <p:sp>
          <p:nvSpPr>
            <p:cNvPr id="30" name="object 28">
              <a:extLst>
                <a:ext uri="{FF2B5EF4-FFF2-40B4-BE49-F238E27FC236}">
                  <a16:creationId xmlns:a16="http://schemas.microsoft.com/office/drawing/2014/main" id="{2E9AC04D-9A46-4E54-FEB8-034565630190}"/>
                </a:ext>
              </a:extLst>
            </p:cNvPr>
            <p:cNvSpPr/>
            <p:nvPr/>
          </p:nvSpPr>
          <p:spPr>
            <a:xfrm>
              <a:off x="2246376" y="3125724"/>
              <a:ext cx="829310" cy="535940"/>
            </a:xfrm>
            <a:custGeom>
              <a:avLst/>
              <a:gdLst/>
              <a:ahLst/>
              <a:cxnLst/>
              <a:rect l="l" t="t" r="r" b="b"/>
              <a:pathLst>
                <a:path w="829310" h="535939">
                  <a:moveTo>
                    <a:pt x="829056" y="0"/>
                  </a:moveTo>
                  <a:lnTo>
                    <a:pt x="0" y="0"/>
                  </a:lnTo>
                  <a:lnTo>
                    <a:pt x="0" y="506730"/>
                  </a:lnTo>
                  <a:lnTo>
                    <a:pt x="59173" y="518950"/>
                  </a:lnTo>
                  <a:lnTo>
                    <a:pt x="112751" y="527592"/>
                  </a:lnTo>
                  <a:lnTo>
                    <a:pt x="161355" y="532975"/>
                  </a:lnTo>
                  <a:lnTo>
                    <a:pt x="205605" y="535417"/>
                  </a:lnTo>
                  <a:lnTo>
                    <a:pt x="246125" y="535239"/>
                  </a:lnTo>
                  <a:lnTo>
                    <a:pt x="318461" y="528297"/>
                  </a:lnTo>
                  <a:lnTo>
                    <a:pt x="383334" y="514701"/>
                  </a:lnTo>
                  <a:lnTo>
                    <a:pt x="477536" y="487417"/>
                  </a:lnTo>
                  <a:lnTo>
                    <a:pt x="510594" y="477762"/>
                  </a:lnTo>
                  <a:lnTo>
                    <a:pt x="582930" y="459527"/>
                  </a:lnTo>
                  <a:lnTo>
                    <a:pt x="623450" y="451585"/>
                  </a:lnTo>
                  <a:lnTo>
                    <a:pt x="667700" y="444852"/>
                  </a:lnTo>
                  <a:lnTo>
                    <a:pt x="716304" y="439648"/>
                  </a:lnTo>
                  <a:lnTo>
                    <a:pt x="769882" y="436291"/>
                  </a:lnTo>
                  <a:lnTo>
                    <a:pt x="829056" y="435101"/>
                  </a:lnTo>
                  <a:lnTo>
                    <a:pt x="829056" y="0"/>
                  </a:lnTo>
                  <a:close/>
                </a:path>
              </a:pathLst>
            </a:custGeom>
            <a:solidFill>
              <a:srgbClr val="DDDDDD"/>
            </a:solidFill>
          </p:spPr>
          <p:txBody>
            <a:bodyPr wrap="square" lIns="0" tIns="0" rIns="0" bIns="0" rtlCol="0"/>
            <a:lstStyle/>
            <a:p>
              <a:endParaRPr/>
            </a:p>
          </p:txBody>
        </p:sp>
        <p:sp>
          <p:nvSpPr>
            <p:cNvPr id="31" name="object 29">
              <a:extLst>
                <a:ext uri="{FF2B5EF4-FFF2-40B4-BE49-F238E27FC236}">
                  <a16:creationId xmlns:a16="http://schemas.microsoft.com/office/drawing/2014/main" id="{A13B9CC6-9D46-F293-40C9-C54304298EAB}"/>
                </a:ext>
              </a:extLst>
            </p:cNvPr>
            <p:cNvSpPr/>
            <p:nvPr/>
          </p:nvSpPr>
          <p:spPr>
            <a:xfrm>
              <a:off x="2246376" y="3125724"/>
              <a:ext cx="829310" cy="535940"/>
            </a:xfrm>
            <a:custGeom>
              <a:avLst/>
              <a:gdLst/>
              <a:ahLst/>
              <a:cxnLst/>
              <a:rect l="l" t="t" r="r" b="b"/>
              <a:pathLst>
                <a:path w="829310" h="535939">
                  <a:moveTo>
                    <a:pt x="0" y="0"/>
                  </a:moveTo>
                  <a:lnTo>
                    <a:pt x="829056" y="0"/>
                  </a:lnTo>
                  <a:lnTo>
                    <a:pt x="829056" y="435101"/>
                  </a:lnTo>
                  <a:lnTo>
                    <a:pt x="769882" y="436291"/>
                  </a:lnTo>
                  <a:lnTo>
                    <a:pt x="716304" y="439648"/>
                  </a:lnTo>
                  <a:lnTo>
                    <a:pt x="667700" y="444852"/>
                  </a:lnTo>
                  <a:lnTo>
                    <a:pt x="623450" y="451585"/>
                  </a:lnTo>
                  <a:lnTo>
                    <a:pt x="582930" y="459527"/>
                  </a:lnTo>
                  <a:lnTo>
                    <a:pt x="545518" y="468359"/>
                  </a:lnTo>
                  <a:lnTo>
                    <a:pt x="477536" y="487417"/>
                  </a:lnTo>
                  <a:lnTo>
                    <a:pt x="445721" y="497005"/>
                  </a:lnTo>
                  <a:lnTo>
                    <a:pt x="414527" y="506206"/>
                  </a:lnTo>
                  <a:lnTo>
                    <a:pt x="351519" y="522171"/>
                  </a:lnTo>
                  <a:lnTo>
                    <a:pt x="283537" y="532759"/>
                  </a:lnTo>
                  <a:lnTo>
                    <a:pt x="205605" y="535417"/>
                  </a:lnTo>
                  <a:lnTo>
                    <a:pt x="161355" y="532975"/>
                  </a:lnTo>
                  <a:lnTo>
                    <a:pt x="112751" y="527592"/>
                  </a:lnTo>
                  <a:lnTo>
                    <a:pt x="59173" y="518950"/>
                  </a:lnTo>
                  <a:lnTo>
                    <a:pt x="0" y="506730"/>
                  </a:lnTo>
                  <a:lnTo>
                    <a:pt x="0" y="0"/>
                  </a:lnTo>
                  <a:close/>
                </a:path>
              </a:pathLst>
            </a:custGeom>
            <a:ln w="12191">
              <a:solidFill>
                <a:srgbClr val="000000"/>
              </a:solidFill>
            </a:ln>
          </p:spPr>
          <p:txBody>
            <a:bodyPr wrap="square" lIns="0" tIns="0" rIns="0" bIns="0" rtlCol="0"/>
            <a:lstStyle/>
            <a:p>
              <a:endParaRPr/>
            </a:p>
          </p:txBody>
        </p:sp>
        <p:pic>
          <p:nvPicPr>
            <p:cNvPr id="32" name="object 30">
              <a:extLst>
                <a:ext uri="{FF2B5EF4-FFF2-40B4-BE49-F238E27FC236}">
                  <a16:creationId xmlns:a16="http://schemas.microsoft.com/office/drawing/2014/main" id="{A1CCF387-C9DB-9E82-3B86-4078FD561D9F}"/>
                </a:ext>
              </a:extLst>
            </p:cNvPr>
            <p:cNvPicPr/>
            <p:nvPr/>
          </p:nvPicPr>
          <p:blipFill>
            <a:blip r:embed="rId8" cstate="print"/>
            <a:stretch>
              <a:fillRect/>
            </a:stretch>
          </p:blipFill>
          <p:spPr>
            <a:xfrm>
              <a:off x="2042160" y="2564892"/>
              <a:ext cx="1258824" cy="513588"/>
            </a:xfrm>
            <a:prstGeom prst="rect">
              <a:avLst/>
            </a:prstGeom>
          </p:spPr>
        </p:pic>
      </p:grpSp>
      <p:sp>
        <p:nvSpPr>
          <p:cNvPr id="33" name="object 31">
            <a:extLst>
              <a:ext uri="{FF2B5EF4-FFF2-40B4-BE49-F238E27FC236}">
                <a16:creationId xmlns:a16="http://schemas.microsoft.com/office/drawing/2014/main" id="{87FB724A-98A8-9672-9895-3DDEC3DEB172}"/>
              </a:ext>
            </a:extLst>
          </p:cNvPr>
          <p:cNvSpPr txBox="1"/>
          <p:nvPr/>
        </p:nvSpPr>
        <p:spPr>
          <a:xfrm>
            <a:off x="1962858" y="2459026"/>
            <a:ext cx="97663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ahoma"/>
                <a:cs typeface="Tahoma"/>
              </a:rPr>
              <a:t>Tues</a:t>
            </a:r>
            <a:r>
              <a:rPr sz="1800" b="1" spc="-10" dirty="0">
                <a:latin typeface="Tahoma"/>
                <a:cs typeface="Tahoma"/>
              </a:rPr>
              <a:t>d</a:t>
            </a:r>
            <a:r>
              <a:rPr sz="1800" b="1" dirty="0">
                <a:latin typeface="Tahoma"/>
                <a:cs typeface="Tahoma"/>
              </a:rPr>
              <a:t>ay</a:t>
            </a:r>
            <a:endParaRPr sz="1800">
              <a:latin typeface="Tahoma"/>
              <a:cs typeface="Tahoma"/>
            </a:endParaRPr>
          </a:p>
        </p:txBody>
      </p:sp>
      <p:pic>
        <p:nvPicPr>
          <p:cNvPr id="34" name="object 32">
            <a:extLst>
              <a:ext uri="{FF2B5EF4-FFF2-40B4-BE49-F238E27FC236}">
                <a16:creationId xmlns:a16="http://schemas.microsoft.com/office/drawing/2014/main" id="{45D685B3-D839-6101-9E11-A4CDED6A54E4}"/>
              </a:ext>
            </a:extLst>
          </p:cNvPr>
          <p:cNvPicPr/>
          <p:nvPr/>
        </p:nvPicPr>
        <p:blipFill>
          <a:blip r:embed="rId9" cstate="print"/>
          <a:stretch>
            <a:fillRect/>
          </a:stretch>
        </p:blipFill>
        <p:spPr>
          <a:xfrm>
            <a:off x="2060014" y="3554656"/>
            <a:ext cx="804672" cy="487680"/>
          </a:xfrm>
          <a:prstGeom prst="rect">
            <a:avLst/>
          </a:prstGeom>
        </p:spPr>
      </p:pic>
      <p:sp>
        <p:nvSpPr>
          <p:cNvPr id="35" name="object 33">
            <a:extLst>
              <a:ext uri="{FF2B5EF4-FFF2-40B4-BE49-F238E27FC236}">
                <a16:creationId xmlns:a16="http://schemas.microsoft.com/office/drawing/2014/main" id="{61876259-6A16-0605-B255-BA7786BA5FEA}"/>
              </a:ext>
            </a:extLst>
          </p:cNvPr>
          <p:cNvSpPr txBox="1"/>
          <p:nvPr/>
        </p:nvSpPr>
        <p:spPr>
          <a:xfrm>
            <a:off x="2183584" y="3613330"/>
            <a:ext cx="536575" cy="285115"/>
          </a:xfrm>
          <a:prstGeom prst="rect">
            <a:avLst/>
          </a:prstGeom>
        </p:spPr>
        <p:txBody>
          <a:bodyPr vert="horz" wrap="square" lIns="0" tIns="12700" rIns="0" bIns="0" rtlCol="0">
            <a:spAutoFit/>
          </a:bodyPr>
          <a:lstStyle/>
          <a:p>
            <a:pPr marL="12700">
              <a:lnSpc>
                <a:spcPct val="100000"/>
              </a:lnSpc>
              <a:spcBef>
                <a:spcPts val="100"/>
              </a:spcBef>
            </a:pPr>
            <a:r>
              <a:rPr sz="1700" spc="-5" dirty="0">
                <a:latin typeface="Tahoma"/>
                <a:cs typeface="Tahoma"/>
              </a:rPr>
              <a:t>File</a:t>
            </a:r>
            <a:r>
              <a:rPr sz="1700" spc="-75" dirty="0">
                <a:latin typeface="Tahoma"/>
                <a:cs typeface="Tahoma"/>
              </a:rPr>
              <a:t> </a:t>
            </a:r>
            <a:r>
              <a:rPr sz="1700" dirty="0">
                <a:latin typeface="Tahoma"/>
                <a:cs typeface="Tahoma"/>
              </a:rPr>
              <a:t>4</a:t>
            </a:r>
            <a:endParaRPr sz="1700">
              <a:latin typeface="Tahoma"/>
              <a:cs typeface="Tahoma"/>
            </a:endParaRPr>
          </a:p>
        </p:txBody>
      </p:sp>
      <p:pic>
        <p:nvPicPr>
          <p:cNvPr id="41" name="object 39">
            <a:extLst>
              <a:ext uri="{FF2B5EF4-FFF2-40B4-BE49-F238E27FC236}">
                <a16:creationId xmlns:a16="http://schemas.microsoft.com/office/drawing/2014/main" id="{D42DA944-E909-DE23-BC11-5058F2F79925}"/>
              </a:ext>
            </a:extLst>
          </p:cNvPr>
          <p:cNvPicPr/>
          <p:nvPr/>
        </p:nvPicPr>
        <p:blipFill>
          <a:blip r:embed="rId10" cstate="print"/>
          <a:stretch>
            <a:fillRect/>
          </a:stretch>
        </p:blipFill>
        <p:spPr>
          <a:xfrm>
            <a:off x="3206062" y="2397940"/>
            <a:ext cx="1632204" cy="513588"/>
          </a:xfrm>
          <a:prstGeom prst="rect">
            <a:avLst/>
          </a:prstGeom>
        </p:spPr>
      </p:pic>
      <p:sp>
        <p:nvSpPr>
          <p:cNvPr id="42" name="object 40">
            <a:extLst>
              <a:ext uri="{FF2B5EF4-FFF2-40B4-BE49-F238E27FC236}">
                <a16:creationId xmlns:a16="http://schemas.microsoft.com/office/drawing/2014/main" id="{F866E1E9-553F-BCAC-768A-816F98CA1629}"/>
              </a:ext>
            </a:extLst>
          </p:cNvPr>
          <p:cNvSpPr txBox="1"/>
          <p:nvPr/>
        </p:nvSpPr>
        <p:spPr>
          <a:xfrm>
            <a:off x="3337888" y="2459026"/>
            <a:ext cx="135064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ahoma"/>
                <a:cs typeface="Tahoma"/>
              </a:rPr>
              <a:t>We</a:t>
            </a:r>
            <a:r>
              <a:rPr sz="1800" b="1" spc="-10" dirty="0">
                <a:latin typeface="Tahoma"/>
                <a:cs typeface="Tahoma"/>
              </a:rPr>
              <a:t>d</a:t>
            </a:r>
            <a:r>
              <a:rPr sz="1800" b="1" spc="-5" dirty="0">
                <a:latin typeface="Tahoma"/>
                <a:cs typeface="Tahoma"/>
              </a:rPr>
              <a:t>nes</a:t>
            </a:r>
            <a:r>
              <a:rPr sz="1800" b="1" spc="-10" dirty="0">
                <a:latin typeface="Tahoma"/>
                <a:cs typeface="Tahoma"/>
              </a:rPr>
              <a:t>d</a:t>
            </a:r>
            <a:r>
              <a:rPr sz="1800" b="1" dirty="0">
                <a:latin typeface="Tahoma"/>
                <a:cs typeface="Tahoma"/>
              </a:rPr>
              <a:t>ay</a:t>
            </a:r>
            <a:endParaRPr sz="1800">
              <a:latin typeface="Tahoma"/>
              <a:cs typeface="Tahoma"/>
            </a:endParaRPr>
          </a:p>
        </p:txBody>
      </p:sp>
      <p:pic>
        <p:nvPicPr>
          <p:cNvPr id="43" name="object 41">
            <a:extLst>
              <a:ext uri="{FF2B5EF4-FFF2-40B4-BE49-F238E27FC236}">
                <a16:creationId xmlns:a16="http://schemas.microsoft.com/office/drawing/2014/main" id="{8CF6EEA6-3D20-CB56-960B-2F53769DF66C}"/>
              </a:ext>
            </a:extLst>
          </p:cNvPr>
          <p:cNvPicPr/>
          <p:nvPr/>
        </p:nvPicPr>
        <p:blipFill>
          <a:blip r:embed="rId11" cstate="print"/>
          <a:stretch>
            <a:fillRect/>
          </a:stretch>
        </p:blipFill>
        <p:spPr>
          <a:xfrm>
            <a:off x="3445330" y="3542463"/>
            <a:ext cx="1150620" cy="486156"/>
          </a:xfrm>
          <a:prstGeom prst="rect">
            <a:avLst/>
          </a:prstGeom>
        </p:spPr>
      </p:pic>
      <p:sp>
        <p:nvSpPr>
          <p:cNvPr id="44" name="object 42">
            <a:extLst>
              <a:ext uri="{FF2B5EF4-FFF2-40B4-BE49-F238E27FC236}">
                <a16:creationId xmlns:a16="http://schemas.microsoft.com/office/drawing/2014/main" id="{58B776D7-043B-5CF5-4B3B-A2295086A77F}"/>
              </a:ext>
            </a:extLst>
          </p:cNvPr>
          <p:cNvSpPr txBox="1"/>
          <p:nvPr/>
        </p:nvSpPr>
        <p:spPr>
          <a:xfrm>
            <a:off x="3569789" y="3599868"/>
            <a:ext cx="882650" cy="285115"/>
          </a:xfrm>
          <a:prstGeom prst="rect">
            <a:avLst/>
          </a:prstGeom>
        </p:spPr>
        <p:txBody>
          <a:bodyPr vert="horz" wrap="square" lIns="0" tIns="12700" rIns="0" bIns="0" rtlCol="0">
            <a:spAutoFit/>
          </a:bodyPr>
          <a:lstStyle/>
          <a:p>
            <a:pPr marL="12700">
              <a:lnSpc>
                <a:spcPct val="100000"/>
              </a:lnSpc>
              <a:spcBef>
                <a:spcPts val="100"/>
              </a:spcBef>
            </a:pPr>
            <a:r>
              <a:rPr sz="1700" spc="-5" dirty="0">
                <a:latin typeface="Tahoma"/>
                <a:cs typeface="Tahoma"/>
              </a:rPr>
              <a:t>Files</a:t>
            </a:r>
            <a:r>
              <a:rPr sz="1700" spc="-30" dirty="0">
                <a:latin typeface="Tahoma"/>
                <a:cs typeface="Tahoma"/>
              </a:rPr>
              <a:t> </a:t>
            </a:r>
            <a:r>
              <a:rPr sz="1700" spc="-5" dirty="0">
                <a:latin typeface="Tahoma"/>
                <a:cs typeface="Tahoma"/>
              </a:rPr>
              <a:t>4,</a:t>
            </a:r>
            <a:r>
              <a:rPr sz="1700" spc="-55" dirty="0">
                <a:latin typeface="Tahoma"/>
                <a:cs typeface="Tahoma"/>
              </a:rPr>
              <a:t> </a:t>
            </a:r>
            <a:r>
              <a:rPr sz="1700" dirty="0">
                <a:latin typeface="Tahoma"/>
                <a:cs typeface="Tahoma"/>
              </a:rPr>
              <a:t>5</a:t>
            </a:r>
            <a:endParaRPr sz="1700">
              <a:latin typeface="Tahoma"/>
              <a:cs typeface="Tahoma"/>
            </a:endParaRPr>
          </a:p>
        </p:txBody>
      </p:sp>
      <p:grpSp>
        <p:nvGrpSpPr>
          <p:cNvPr id="45" name="object 43">
            <a:extLst>
              <a:ext uri="{FF2B5EF4-FFF2-40B4-BE49-F238E27FC236}">
                <a16:creationId xmlns:a16="http://schemas.microsoft.com/office/drawing/2014/main" id="{587B848E-F479-5137-0086-145198C1DFB3}"/>
              </a:ext>
            </a:extLst>
          </p:cNvPr>
          <p:cNvGrpSpPr/>
          <p:nvPr/>
        </p:nvGrpSpPr>
        <p:grpSpPr>
          <a:xfrm>
            <a:off x="3530674" y="2839899"/>
            <a:ext cx="960119" cy="650240"/>
            <a:chOff x="3741420" y="3006851"/>
            <a:chExt cx="960119" cy="650240"/>
          </a:xfrm>
        </p:grpSpPr>
        <p:sp>
          <p:nvSpPr>
            <p:cNvPr id="46" name="object 44">
              <a:extLst>
                <a:ext uri="{FF2B5EF4-FFF2-40B4-BE49-F238E27FC236}">
                  <a16:creationId xmlns:a16="http://schemas.microsoft.com/office/drawing/2014/main" id="{AC38BFF9-0B97-8740-9FCF-244A83114942}"/>
                </a:ext>
              </a:extLst>
            </p:cNvPr>
            <p:cNvSpPr/>
            <p:nvPr/>
          </p:nvSpPr>
          <p:spPr>
            <a:xfrm>
              <a:off x="3867912" y="3012947"/>
              <a:ext cx="828040" cy="529590"/>
            </a:xfrm>
            <a:custGeom>
              <a:avLst/>
              <a:gdLst/>
              <a:ahLst/>
              <a:cxnLst/>
              <a:rect l="l" t="t" r="r" b="b"/>
              <a:pathLst>
                <a:path w="828039" h="529589">
                  <a:moveTo>
                    <a:pt x="827532" y="0"/>
                  </a:moveTo>
                  <a:lnTo>
                    <a:pt x="0" y="0"/>
                  </a:lnTo>
                  <a:lnTo>
                    <a:pt x="0" y="501014"/>
                  </a:lnTo>
                  <a:lnTo>
                    <a:pt x="59065" y="513103"/>
                  </a:lnTo>
                  <a:lnTo>
                    <a:pt x="112544" y="521651"/>
                  </a:lnTo>
                  <a:lnTo>
                    <a:pt x="161058" y="526976"/>
                  </a:lnTo>
                  <a:lnTo>
                    <a:pt x="205227" y="529391"/>
                  </a:lnTo>
                  <a:lnTo>
                    <a:pt x="245673" y="529214"/>
                  </a:lnTo>
                  <a:lnTo>
                    <a:pt x="317875" y="522345"/>
                  </a:lnTo>
                  <a:lnTo>
                    <a:pt x="382630" y="508895"/>
                  </a:lnTo>
                  <a:lnTo>
                    <a:pt x="476658" y="481904"/>
                  </a:lnTo>
                  <a:lnTo>
                    <a:pt x="509656" y="472352"/>
                  </a:lnTo>
                  <a:lnTo>
                    <a:pt x="581858" y="454312"/>
                  </a:lnTo>
                  <a:lnTo>
                    <a:pt x="622304" y="446455"/>
                  </a:lnTo>
                  <a:lnTo>
                    <a:pt x="666473" y="439795"/>
                  </a:lnTo>
                  <a:lnTo>
                    <a:pt x="714987" y="434646"/>
                  </a:lnTo>
                  <a:lnTo>
                    <a:pt x="768466" y="431326"/>
                  </a:lnTo>
                  <a:lnTo>
                    <a:pt x="827532" y="430149"/>
                  </a:lnTo>
                  <a:lnTo>
                    <a:pt x="827532" y="0"/>
                  </a:lnTo>
                  <a:close/>
                </a:path>
              </a:pathLst>
            </a:custGeom>
            <a:solidFill>
              <a:srgbClr val="C0C0C0"/>
            </a:solidFill>
          </p:spPr>
          <p:txBody>
            <a:bodyPr wrap="square" lIns="0" tIns="0" rIns="0" bIns="0" rtlCol="0"/>
            <a:lstStyle/>
            <a:p>
              <a:endParaRPr/>
            </a:p>
          </p:txBody>
        </p:sp>
        <p:sp>
          <p:nvSpPr>
            <p:cNvPr id="47" name="object 45">
              <a:extLst>
                <a:ext uri="{FF2B5EF4-FFF2-40B4-BE49-F238E27FC236}">
                  <a16:creationId xmlns:a16="http://schemas.microsoft.com/office/drawing/2014/main" id="{1ECDD299-DE1B-C3D2-B710-7FBDDAF237D7}"/>
                </a:ext>
              </a:extLst>
            </p:cNvPr>
            <p:cNvSpPr/>
            <p:nvPr/>
          </p:nvSpPr>
          <p:spPr>
            <a:xfrm>
              <a:off x="3867912" y="3012947"/>
              <a:ext cx="828040" cy="529590"/>
            </a:xfrm>
            <a:custGeom>
              <a:avLst/>
              <a:gdLst/>
              <a:ahLst/>
              <a:cxnLst/>
              <a:rect l="l" t="t" r="r" b="b"/>
              <a:pathLst>
                <a:path w="828039" h="529589">
                  <a:moveTo>
                    <a:pt x="0" y="0"/>
                  </a:moveTo>
                  <a:lnTo>
                    <a:pt x="827532" y="0"/>
                  </a:lnTo>
                  <a:lnTo>
                    <a:pt x="827532" y="430149"/>
                  </a:lnTo>
                  <a:lnTo>
                    <a:pt x="768466" y="431326"/>
                  </a:lnTo>
                  <a:lnTo>
                    <a:pt x="714987" y="434646"/>
                  </a:lnTo>
                  <a:lnTo>
                    <a:pt x="666473" y="439795"/>
                  </a:lnTo>
                  <a:lnTo>
                    <a:pt x="622304" y="446455"/>
                  </a:lnTo>
                  <a:lnTo>
                    <a:pt x="581858" y="454312"/>
                  </a:lnTo>
                  <a:lnTo>
                    <a:pt x="544516" y="463050"/>
                  </a:lnTo>
                  <a:lnTo>
                    <a:pt x="476658" y="481904"/>
                  </a:lnTo>
                  <a:lnTo>
                    <a:pt x="444901" y="491388"/>
                  </a:lnTo>
                  <a:lnTo>
                    <a:pt x="413766" y="500491"/>
                  </a:lnTo>
                  <a:lnTo>
                    <a:pt x="350873" y="516285"/>
                  </a:lnTo>
                  <a:lnTo>
                    <a:pt x="283015" y="526761"/>
                  </a:lnTo>
                  <a:lnTo>
                    <a:pt x="205227" y="529391"/>
                  </a:lnTo>
                  <a:lnTo>
                    <a:pt x="161058" y="526976"/>
                  </a:lnTo>
                  <a:lnTo>
                    <a:pt x="112544" y="521651"/>
                  </a:lnTo>
                  <a:lnTo>
                    <a:pt x="59065" y="513103"/>
                  </a:lnTo>
                  <a:lnTo>
                    <a:pt x="0" y="501014"/>
                  </a:lnTo>
                  <a:lnTo>
                    <a:pt x="0" y="0"/>
                  </a:lnTo>
                  <a:close/>
                </a:path>
              </a:pathLst>
            </a:custGeom>
            <a:ln w="12192">
              <a:solidFill>
                <a:srgbClr val="000000"/>
              </a:solidFill>
            </a:ln>
          </p:spPr>
          <p:txBody>
            <a:bodyPr wrap="square" lIns="0" tIns="0" rIns="0" bIns="0" rtlCol="0"/>
            <a:lstStyle/>
            <a:p>
              <a:endParaRPr/>
            </a:p>
          </p:txBody>
        </p:sp>
        <p:pic>
          <p:nvPicPr>
            <p:cNvPr id="48" name="object 46">
              <a:extLst>
                <a:ext uri="{FF2B5EF4-FFF2-40B4-BE49-F238E27FC236}">
                  <a16:creationId xmlns:a16="http://schemas.microsoft.com/office/drawing/2014/main" id="{41A4FAC9-84E4-CA34-7798-82030093F3D9}"/>
                </a:ext>
              </a:extLst>
            </p:cNvPr>
            <p:cNvPicPr/>
            <p:nvPr/>
          </p:nvPicPr>
          <p:blipFill>
            <a:blip r:embed="rId12" cstate="print"/>
            <a:stretch>
              <a:fillRect/>
            </a:stretch>
          </p:blipFill>
          <p:spPr>
            <a:xfrm>
              <a:off x="3765804" y="3086099"/>
              <a:ext cx="844296" cy="547116"/>
            </a:xfrm>
            <a:prstGeom prst="rect">
              <a:avLst/>
            </a:prstGeom>
          </p:spPr>
        </p:pic>
        <p:sp>
          <p:nvSpPr>
            <p:cNvPr id="49" name="object 47">
              <a:extLst>
                <a:ext uri="{FF2B5EF4-FFF2-40B4-BE49-F238E27FC236}">
                  <a16:creationId xmlns:a16="http://schemas.microsoft.com/office/drawing/2014/main" id="{C929F0E2-FA1F-DB6F-1789-4AAFEF085030}"/>
                </a:ext>
              </a:extLst>
            </p:cNvPr>
            <p:cNvSpPr/>
            <p:nvPr/>
          </p:nvSpPr>
          <p:spPr>
            <a:xfrm>
              <a:off x="3747516" y="3119627"/>
              <a:ext cx="829310" cy="531495"/>
            </a:xfrm>
            <a:custGeom>
              <a:avLst/>
              <a:gdLst/>
              <a:ahLst/>
              <a:cxnLst/>
              <a:rect l="l" t="t" r="r" b="b"/>
              <a:pathLst>
                <a:path w="829310" h="531495">
                  <a:moveTo>
                    <a:pt x="829056" y="0"/>
                  </a:moveTo>
                  <a:lnTo>
                    <a:pt x="0" y="0"/>
                  </a:lnTo>
                  <a:lnTo>
                    <a:pt x="0" y="502412"/>
                  </a:lnTo>
                  <a:lnTo>
                    <a:pt x="59173" y="514533"/>
                  </a:lnTo>
                  <a:lnTo>
                    <a:pt x="112751" y="523107"/>
                  </a:lnTo>
                  <a:lnTo>
                    <a:pt x="161355" y="528447"/>
                  </a:lnTo>
                  <a:lnTo>
                    <a:pt x="205605" y="530873"/>
                  </a:lnTo>
                  <a:lnTo>
                    <a:pt x="246125" y="530699"/>
                  </a:lnTo>
                  <a:lnTo>
                    <a:pt x="318461" y="523819"/>
                  </a:lnTo>
                  <a:lnTo>
                    <a:pt x="383334" y="510341"/>
                  </a:lnTo>
                  <a:lnTo>
                    <a:pt x="477536" y="483291"/>
                  </a:lnTo>
                  <a:lnTo>
                    <a:pt x="510594" y="473719"/>
                  </a:lnTo>
                  <a:lnTo>
                    <a:pt x="582929" y="455638"/>
                  </a:lnTo>
                  <a:lnTo>
                    <a:pt x="623450" y="447763"/>
                  </a:lnTo>
                  <a:lnTo>
                    <a:pt x="667700" y="441087"/>
                  </a:lnTo>
                  <a:lnTo>
                    <a:pt x="716304" y="435927"/>
                  </a:lnTo>
                  <a:lnTo>
                    <a:pt x="769882" y="432598"/>
                  </a:lnTo>
                  <a:lnTo>
                    <a:pt x="829056" y="431419"/>
                  </a:lnTo>
                  <a:lnTo>
                    <a:pt x="829056" y="0"/>
                  </a:lnTo>
                  <a:close/>
                </a:path>
              </a:pathLst>
            </a:custGeom>
            <a:solidFill>
              <a:srgbClr val="DDDDDD"/>
            </a:solidFill>
          </p:spPr>
          <p:txBody>
            <a:bodyPr wrap="square" lIns="0" tIns="0" rIns="0" bIns="0" rtlCol="0"/>
            <a:lstStyle/>
            <a:p>
              <a:endParaRPr/>
            </a:p>
          </p:txBody>
        </p:sp>
        <p:sp>
          <p:nvSpPr>
            <p:cNvPr id="50" name="object 48">
              <a:extLst>
                <a:ext uri="{FF2B5EF4-FFF2-40B4-BE49-F238E27FC236}">
                  <a16:creationId xmlns:a16="http://schemas.microsoft.com/office/drawing/2014/main" id="{5359ADAD-1F99-AC02-D7F1-647275ABC4E4}"/>
                </a:ext>
              </a:extLst>
            </p:cNvPr>
            <p:cNvSpPr/>
            <p:nvPr/>
          </p:nvSpPr>
          <p:spPr>
            <a:xfrm>
              <a:off x="3747516" y="3119627"/>
              <a:ext cx="829310" cy="531495"/>
            </a:xfrm>
            <a:custGeom>
              <a:avLst/>
              <a:gdLst/>
              <a:ahLst/>
              <a:cxnLst/>
              <a:rect l="l" t="t" r="r" b="b"/>
              <a:pathLst>
                <a:path w="829310" h="531495">
                  <a:moveTo>
                    <a:pt x="0" y="0"/>
                  </a:moveTo>
                  <a:lnTo>
                    <a:pt x="829056" y="0"/>
                  </a:lnTo>
                  <a:lnTo>
                    <a:pt x="829056" y="431419"/>
                  </a:lnTo>
                  <a:lnTo>
                    <a:pt x="769882" y="432598"/>
                  </a:lnTo>
                  <a:lnTo>
                    <a:pt x="716304" y="435927"/>
                  </a:lnTo>
                  <a:lnTo>
                    <a:pt x="667700" y="441087"/>
                  </a:lnTo>
                  <a:lnTo>
                    <a:pt x="623450" y="447763"/>
                  </a:lnTo>
                  <a:lnTo>
                    <a:pt x="582929" y="455638"/>
                  </a:lnTo>
                  <a:lnTo>
                    <a:pt x="545518" y="464395"/>
                  </a:lnTo>
                  <a:lnTo>
                    <a:pt x="477536" y="483291"/>
                  </a:lnTo>
                  <a:lnTo>
                    <a:pt x="445721" y="492797"/>
                  </a:lnTo>
                  <a:lnTo>
                    <a:pt x="414527" y="501919"/>
                  </a:lnTo>
                  <a:lnTo>
                    <a:pt x="351519" y="517747"/>
                  </a:lnTo>
                  <a:lnTo>
                    <a:pt x="283537" y="528242"/>
                  </a:lnTo>
                  <a:lnTo>
                    <a:pt x="205605" y="530873"/>
                  </a:lnTo>
                  <a:lnTo>
                    <a:pt x="161355" y="528447"/>
                  </a:lnTo>
                  <a:lnTo>
                    <a:pt x="112751" y="523107"/>
                  </a:lnTo>
                  <a:lnTo>
                    <a:pt x="59173" y="514533"/>
                  </a:lnTo>
                  <a:lnTo>
                    <a:pt x="0" y="502412"/>
                  </a:lnTo>
                  <a:lnTo>
                    <a:pt x="0" y="0"/>
                  </a:lnTo>
                  <a:close/>
                </a:path>
              </a:pathLst>
            </a:custGeom>
            <a:ln w="12192">
              <a:solidFill>
                <a:srgbClr val="000000"/>
              </a:solidFill>
            </a:ln>
          </p:spPr>
          <p:txBody>
            <a:bodyPr wrap="square" lIns="0" tIns="0" rIns="0" bIns="0" rtlCol="0"/>
            <a:lstStyle/>
            <a:p>
              <a:endParaRPr/>
            </a:p>
          </p:txBody>
        </p:sp>
      </p:grpSp>
      <p:sp>
        <p:nvSpPr>
          <p:cNvPr id="51" name="object 49">
            <a:extLst>
              <a:ext uri="{FF2B5EF4-FFF2-40B4-BE49-F238E27FC236}">
                <a16:creationId xmlns:a16="http://schemas.microsoft.com/office/drawing/2014/main" id="{4AF94D36-7D4B-C5C1-6BAC-FE7E0920AFEA}"/>
              </a:ext>
            </a:extLst>
          </p:cNvPr>
          <p:cNvSpPr/>
          <p:nvPr/>
        </p:nvSpPr>
        <p:spPr>
          <a:xfrm>
            <a:off x="4971615" y="2506905"/>
            <a:ext cx="0" cy="2141220"/>
          </a:xfrm>
          <a:custGeom>
            <a:avLst/>
            <a:gdLst/>
            <a:ahLst/>
            <a:cxnLst/>
            <a:rect l="l" t="t" r="r" b="b"/>
            <a:pathLst>
              <a:path h="2141220">
                <a:moveTo>
                  <a:pt x="0" y="2141219"/>
                </a:moveTo>
                <a:lnTo>
                  <a:pt x="0" y="0"/>
                </a:lnTo>
              </a:path>
            </a:pathLst>
          </a:custGeom>
          <a:ln w="28956">
            <a:solidFill>
              <a:srgbClr val="777777"/>
            </a:solidFill>
            <a:prstDash val="dot"/>
          </a:ln>
        </p:spPr>
        <p:txBody>
          <a:bodyPr wrap="square" lIns="0" tIns="0" rIns="0" bIns="0" rtlCol="0"/>
          <a:lstStyle/>
          <a:p>
            <a:endParaRPr/>
          </a:p>
        </p:txBody>
      </p:sp>
      <p:pic>
        <p:nvPicPr>
          <p:cNvPr id="102" name="object 54">
            <a:extLst>
              <a:ext uri="{FF2B5EF4-FFF2-40B4-BE49-F238E27FC236}">
                <a16:creationId xmlns:a16="http://schemas.microsoft.com/office/drawing/2014/main" id="{EA8FD7F8-BB3E-7A6F-C15B-94497671DE66}"/>
              </a:ext>
            </a:extLst>
          </p:cNvPr>
          <p:cNvPicPr/>
          <p:nvPr/>
        </p:nvPicPr>
        <p:blipFill>
          <a:blip r:embed="rId13" cstate="print"/>
          <a:stretch>
            <a:fillRect/>
          </a:stretch>
        </p:blipFill>
        <p:spPr>
          <a:xfrm>
            <a:off x="5054674" y="2397940"/>
            <a:ext cx="1368552" cy="513588"/>
          </a:xfrm>
          <a:prstGeom prst="rect">
            <a:avLst/>
          </a:prstGeom>
        </p:spPr>
      </p:pic>
      <p:sp>
        <p:nvSpPr>
          <p:cNvPr id="103" name="object 55">
            <a:extLst>
              <a:ext uri="{FF2B5EF4-FFF2-40B4-BE49-F238E27FC236}">
                <a16:creationId xmlns:a16="http://schemas.microsoft.com/office/drawing/2014/main" id="{BBEF1704-A5AE-D113-CB45-34930945DBDC}"/>
              </a:ext>
            </a:extLst>
          </p:cNvPr>
          <p:cNvSpPr txBox="1"/>
          <p:nvPr/>
        </p:nvSpPr>
        <p:spPr>
          <a:xfrm>
            <a:off x="5185864" y="2459026"/>
            <a:ext cx="108775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ahoma"/>
                <a:cs typeface="Tahoma"/>
              </a:rPr>
              <a:t>T</a:t>
            </a:r>
            <a:r>
              <a:rPr sz="1800" b="1" dirty="0">
                <a:latin typeface="Tahoma"/>
                <a:cs typeface="Tahoma"/>
              </a:rPr>
              <a:t>h</a:t>
            </a:r>
            <a:r>
              <a:rPr sz="1800" b="1" spc="-5" dirty="0">
                <a:latin typeface="Tahoma"/>
                <a:cs typeface="Tahoma"/>
              </a:rPr>
              <a:t>ursday</a:t>
            </a:r>
            <a:endParaRPr sz="1800">
              <a:latin typeface="Tahoma"/>
              <a:cs typeface="Tahoma"/>
            </a:endParaRPr>
          </a:p>
        </p:txBody>
      </p:sp>
      <p:pic>
        <p:nvPicPr>
          <p:cNvPr id="104" name="object 56">
            <a:extLst>
              <a:ext uri="{FF2B5EF4-FFF2-40B4-BE49-F238E27FC236}">
                <a16:creationId xmlns:a16="http://schemas.microsoft.com/office/drawing/2014/main" id="{380B451F-6E7E-94CF-DF4C-DCD8B55C5C3A}"/>
              </a:ext>
            </a:extLst>
          </p:cNvPr>
          <p:cNvPicPr/>
          <p:nvPr/>
        </p:nvPicPr>
        <p:blipFill>
          <a:blip r:embed="rId14" cstate="print"/>
          <a:stretch>
            <a:fillRect/>
          </a:stretch>
        </p:blipFill>
        <p:spPr>
          <a:xfrm>
            <a:off x="5039433" y="3539415"/>
            <a:ext cx="1402079" cy="486156"/>
          </a:xfrm>
          <a:prstGeom prst="rect">
            <a:avLst/>
          </a:prstGeom>
        </p:spPr>
      </p:pic>
      <p:sp>
        <p:nvSpPr>
          <p:cNvPr id="105" name="object 57">
            <a:extLst>
              <a:ext uri="{FF2B5EF4-FFF2-40B4-BE49-F238E27FC236}">
                <a16:creationId xmlns:a16="http://schemas.microsoft.com/office/drawing/2014/main" id="{33702CAC-F122-16AE-0224-C4F70DD59678}"/>
              </a:ext>
            </a:extLst>
          </p:cNvPr>
          <p:cNvSpPr txBox="1"/>
          <p:nvPr/>
        </p:nvSpPr>
        <p:spPr>
          <a:xfrm>
            <a:off x="5163894" y="3596819"/>
            <a:ext cx="1133475" cy="285115"/>
          </a:xfrm>
          <a:prstGeom prst="rect">
            <a:avLst/>
          </a:prstGeom>
        </p:spPr>
        <p:txBody>
          <a:bodyPr vert="horz" wrap="square" lIns="0" tIns="12700" rIns="0" bIns="0" rtlCol="0">
            <a:spAutoFit/>
          </a:bodyPr>
          <a:lstStyle/>
          <a:p>
            <a:pPr marL="12700">
              <a:lnSpc>
                <a:spcPct val="100000"/>
              </a:lnSpc>
              <a:spcBef>
                <a:spcPts val="100"/>
              </a:spcBef>
            </a:pPr>
            <a:r>
              <a:rPr sz="1700" spc="-5" dirty="0">
                <a:latin typeface="Tahoma"/>
                <a:cs typeface="Tahoma"/>
              </a:rPr>
              <a:t>Files</a:t>
            </a:r>
            <a:r>
              <a:rPr sz="1700" spc="-15" dirty="0">
                <a:latin typeface="Tahoma"/>
                <a:cs typeface="Tahoma"/>
              </a:rPr>
              <a:t> </a:t>
            </a:r>
            <a:r>
              <a:rPr sz="1700" spc="-5" dirty="0">
                <a:latin typeface="Tahoma"/>
                <a:cs typeface="Tahoma"/>
              </a:rPr>
              <a:t>4,</a:t>
            </a:r>
            <a:r>
              <a:rPr sz="1700" spc="-40" dirty="0">
                <a:latin typeface="Tahoma"/>
                <a:cs typeface="Tahoma"/>
              </a:rPr>
              <a:t> </a:t>
            </a:r>
            <a:r>
              <a:rPr sz="1700" dirty="0">
                <a:latin typeface="Tahoma"/>
                <a:cs typeface="Tahoma"/>
              </a:rPr>
              <a:t>5,</a:t>
            </a:r>
            <a:r>
              <a:rPr sz="1700" spc="-35" dirty="0">
                <a:latin typeface="Tahoma"/>
                <a:cs typeface="Tahoma"/>
              </a:rPr>
              <a:t> </a:t>
            </a:r>
            <a:r>
              <a:rPr sz="1700" dirty="0">
                <a:latin typeface="Tahoma"/>
                <a:cs typeface="Tahoma"/>
              </a:rPr>
              <a:t>6</a:t>
            </a:r>
            <a:endParaRPr sz="1700">
              <a:latin typeface="Tahoma"/>
              <a:cs typeface="Tahoma"/>
            </a:endParaRPr>
          </a:p>
        </p:txBody>
      </p:sp>
      <p:pic>
        <p:nvPicPr>
          <p:cNvPr id="106" name="object 58">
            <a:extLst>
              <a:ext uri="{FF2B5EF4-FFF2-40B4-BE49-F238E27FC236}">
                <a16:creationId xmlns:a16="http://schemas.microsoft.com/office/drawing/2014/main" id="{BFE46E68-3AFF-872E-248F-F96FBF39AAB7}"/>
              </a:ext>
            </a:extLst>
          </p:cNvPr>
          <p:cNvPicPr/>
          <p:nvPr/>
        </p:nvPicPr>
        <p:blipFill>
          <a:blip r:embed="rId15" cstate="print"/>
          <a:stretch>
            <a:fillRect/>
          </a:stretch>
        </p:blipFill>
        <p:spPr>
          <a:xfrm>
            <a:off x="6664018" y="3566848"/>
            <a:ext cx="1903476" cy="487680"/>
          </a:xfrm>
          <a:prstGeom prst="rect">
            <a:avLst/>
          </a:prstGeom>
        </p:spPr>
      </p:pic>
      <p:grpSp>
        <p:nvGrpSpPr>
          <p:cNvPr id="107" name="object 59">
            <a:extLst>
              <a:ext uri="{FF2B5EF4-FFF2-40B4-BE49-F238E27FC236}">
                <a16:creationId xmlns:a16="http://schemas.microsoft.com/office/drawing/2014/main" id="{7C95B822-8410-1F7E-6AED-1968F8D8AB71}"/>
              </a:ext>
            </a:extLst>
          </p:cNvPr>
          <p:cNvGrpSpPr/>
          <p:nvPr/>
        </p:nvGrpSpPr>
        <p:grpSpPr>
          <a:xfrm>
            <a:off x="551254" y="2416100"/>
            <a:ext cx="7897495" cy="3132455"/>
            <a:chOff x="762000" y="2583052"/>
            <a:chExt cx="7897495" cy="3132455"/>
          </a:xfrm>
        </p:grpSpPr>
        <p:sp>
          <p:nvSpPr>
            <p:cNvPr id="108" name="object 60">
              <a:extLst>
                <a:ext uri="{FF2B5EF4-FFF2-40B4-BE49-F238E27FC236}">
                  <a16:creationId xmlns:a16="http://schemas.microsoft.com/office/drawing/2014/main" id="{E2A1081B-CC1D-08F2-2821-36EAC1CAD047}"/>
                </a:ext>
              </a:extLst>
            </p:cNvPr>
            <p:cNvSpPr/>
            <p:nvPr/>
          </p:nvSpPr>
          <p:spPr>
            <a:xfrm>
              <a:off x="5643371" y="3011423"/>
              <a:ext cx="829310" cy="528320"/>
            </a:xfrm>
            <a:custGeom>
              <a:avLst/>
              <a:gdLst/>
              <a:ahLst/>
              <a:cxnLst/>
              <a:rect l="l" t="t" r="r" b="b"/>
              <a:pathLst>
                <a:path w="829310" h="528320">
                  <a:moveTo>
                    <a:pt x="829055" y="0"/>
                  </a:moveTo>
                  <a:lnTo>
                    <a:pt x="0" y="0"/>
                  </a:lnTo>
                  <a:lnTo>
                    <a:pt x="0" y="499617"/>
                  </a:lnTo>
                  <a:lnTo>
                    <a:pt x="59173" y="511673"/>
                  </a:lnTo>
                  <a:lnTo>
                    <a:pt x="112751" y="520200"/>
                  </a:lnTo>
                  <a:lnTo>
                    <a:pt x="161355" y="525511"/>
                  </a:lnTo>
                  <a:lnTo>
                    <a:pt x="205605" y="527923"/>
                  </a:lnTo>
                  <a:lnTo>
                    <a:pt x="246125" y="527750"/>
                  </a:lnTo>
                  <a:lnTo>
                    <a:pt x="318461" y="520907"/>
                  </a:lnTo>
                  <a:lnTo>
                    <a:pt x="383334" y="507502"/>
                  </a:lnTo>
                  <a:lnTo>
                    <a:pt x="477536" y="480598"/>
                  </a:lnTo>
                  <a:lnTo>
                    <a:pt x="510594" y="471077"/>
                  </a:lnTo>
                  <a:lnTo>
                    <a:pt x="582929" y="453094"/>
                  </a:lnTo>
                  <a:lnTo>
                    <a:pt x="623450" y="445261"/>
                  </a:lnTo>
                  <a:lnTo>
                    <a:pt x="667700" y="438622"/>
                  </a:lnTo>
                  <a:lnTo>
                    <a:pt x="716304" y="433489"/>
                  </a:lnTo>
                  <a:lnTo>
                    <a:pt x="769882" y="430179"/>
                  </a:lnTo>
                  <a:lnTo>
                    <a:pt x="829055" y="429005"/>
                  </a:lnTo>
                  <a:lnTo>
                    <a:pt x="829055" y="0"/>
                  </a:lnTo>
                  <a:close/>
                </a:path>
              </a:pathLst>
            </a:custGeom>
            <a:solidFill>
              <a:srgbClr val="C0C0C0"/>
            </a:solidFill>
          </p:spPr>
          <p:txBody>
            <a:bodyPr wrap="square" lIns="0" tIns="0" rIns="0" bIns="0" rtlCol="0"/>
            <a:lstStyle/>
            <a:p>
              <a:endParaRPr/>
            </a:p>
          </p:txBody>
        </p:sp>
        <p:sp>
          <p:nvSpPr>
            <p:cNvPr id="109" name="object 61">
              <a:extLst>
                <a:ext uri="{FF2B5EF4-FFF2-40B4-BE49-F238E27FC236}">
                  <a16:creationId xmlns:a16="http://schemas.microsoft.com/office/drawing/2014/main" id="{22A2FDB8-34C7-3540-0AFD-6974D835A7BB}"/>
                </a:ext>
              </a:extLst>
            </p:cNvPr>
            <p:cNvSpPr/>
            <p:nvPr/>
          </p:nvSpPr>
          <p:spPr>
            <a:xfrm>
              <a:off x="5643371" y="3011423"/>
              <a:ext cx="829310" cy="528320"/>
            </a:xfrm>
            <a:custGeom>
              <a:avLst/>
              <a:gdLst/>
              <a:ahLst/>
              <a:cxnLst/>
              <a:rect l="l" t="t" r="r" b="b"/>
              <a:pathLst>
                <a:path w="829310" h="528320">
                  <a:moveTo>
                    <a:pt x="0" y="0"/>
                  </a:moveTo>
                  <a:lnTo>
                    <a:pt x="829055" y="0"/>
                  </a:lnTo>
                  <a:lnTo>
                    <a:pt x="829055" y="429005"/>
                  </a:lnTo>
                  <a:lnTo>
                    <a:pt x="769882" y="430179"/>
                  </a:lnTo>
                  <a:lnTo>
                    <a:pt x="716304" y="433489"/>
                  </a:lnTo>
                  <a:lnTo>
                    <a:pt x="667700" y="438622"/>
                  </a:lnTo>
                  <a:lnTo>
                    <a:pt x="623450" y="445261"/>
                  </a:lnTo>
                  <a:lnTo>
                    <a:pt x="582929" y="453094"/>
                  </a:lnTo>
                  <a:lnTo>
                    <a:pt x="545518" y="461804"/>
                  </a:lnTo>
                  <a:lnTo>
                    <a:pt x="477536" y="480598"/>
                  </a:lnTo>
                  <a:lnTo>
                    <a:pt x="445721" y="490052"/>
                  </a:lnTo>
                  <a:lnTo>
                    <a:pt x="414527" y="499125"/>
                  </a:lnTo>
                  <a:lnTo>
                    <a:pt x="351519" y="514868"/>
                  </a:lnTo>
                  <a:lnTo>
                    <a:pt x="283537" y="525306"/>
                  </a:lnTo>
                  <a:lnTo>
                    <a:pt x="205605" y="527923"/>
                  </a:lnTo>
                  <a:lnTo>
                    <a:pt x="161355" y="525511"/>
                  </a:lnTo>
                  <a:lnTo>
                    <a:pt x="112751" y="520200"/>
                  </a:lnTo>
                  <a:lnTo>
                    <a:pt x="59173" y="511673"/>
                  </a:lnTo>
                  <a:lnTo>
                    <a:pt x="0" y="499617"/>
                  </a:lnTo>
                  <a:lnTo>
                    <a:pt x="0" y="0"/>
                  </a:lnTo>
                  <a:close/>
                </a:path>
              </a:pathLst>
            </a:custGeom>
            <a:ln w="12192">
              <a:solidFill>
                <a:srgbClr val="000000"/>
              </a:solidFill>
            </a:ln>
          </p:spPr>
          <p:txBody>
            <a:bodyPr wrap="square" lIns="0" tIns="0" rIns="0" bIns="0" rtlCol="0"/>
            <a:lstStyle/>
            <a:p>
              <a:endParaRPr/>
            </a:p>
          </p:txBody>
        </p:sp>
        <p:pic>
          <p:nvPicPr>
            <p:cNvPr id="110" name="object 62">
              <a:extLst>
                <a:ext uri="{FF2B5EF4-FFF2-40B4-BE49-F238E27FC236}">
                  <a16:creationId xmlns:a16="http://schemas.microsoft.com/office/drawing/2014/main" id="{D1A61CDE-FF04-22D2-ED4D-3B92B0444EB9}"/>
                </a:ext>
              </a:extLst>
            </p:cNvPr>
            <p:cNvPicPr/>
            <p:nvPr/>
          </p:nvPicPr>
          <p:blipFill>
            <a:blip r:embed="rId12" cstate="print"/>
            <a:stretch>
              <a:fillRect/>
            </a:stretch>
          </p:blipFill>
          <p:spPr>
            <a:xfrm>
              <a:off x="5542788" y="3086100"/>
              <a:ext cx="844296" cy="544068"/>
            </a:xfrm>
            <a:prstGeom prst="rect">
              <a:avLst/>
            </a:prstGeom>
          </p:spPr>
        </p:pic>
        <p:sp>
          <p:nvSpPr>
            <p:cNvPr id="111" name="object 63">
              <a:extLst>
                <a:ext uri="{FF2B5EF4-FFF2-40B4-BE49-F238E27FC236}">
                  <a16:creationId xmlns:a16="http://schemas.microsoft.com/office/drawing/2014/main" id="{2612C810-6D71-F292-93D4-191C72D521BF}"/>
                </a:ext>
              </a:extLst>
            </p:cNvPr>
            <p:cNvSpPr/>
            <p:nvPr/>
          </p:nvSpPr>
          <p:spPr>
            <a:xfrm>
              <a:off x="5524500" y="3119627"/>
              <a:ext cx="829310" cy="528320"/>
            </a:xfrm>
            <a:custGeom>
              <a:avLst/>
              <a:gdLst/>
              <a:ahLst/>
              <a:cxnLst/>
              <a:rect l="l" t="t" r="r" b="b"/>
              <a:pathLst>
                <a:path w="829310" h="528320">
                  <a:moveTo>
                    <a:pt x="829055" y="0"/>
                  </a:moveTo>
                  <a:lnTo>
                    <a:pt x="0" y="0"/>
                  </a:lnTo>
                  <a:lnTo>
                    <a:pt x="0" y="499618"/>
                  </a:lnTo>
                  <a:lnTo>
                    <a:pt x="59173" y="511673"/>
                  </a:lnTo>
                  <a:lnTo>
                    <a:pt x="112751" y="520200"/>
                  </a:lnTo>
                  <a:lnTo>
                    <a:pt x="161355" y="525511"/>
                  </a:lnTo>
                  <a:lnTo>
                    <a:pt x="205605" y="527923"/>
                  </a:lnTo>
                  <a:lnTo>
                    <a:pt x="246125" y="527750"/>
                  </a:lnTo>
                  <a:lnTo>
                    <a:pt x="318461" y="520907"/>
                  </a:lnTo>
                  <a:lnTo>
                    <a:pt x="383334" y="507502"/>
                  </a:lnTo>
                  <a:lnTo>
                    <a:pt x="477536" y="480598"/>
                  </a:lnTo>
                  <a:lnTo>
                    <a:pt x="510594" y="471077"/>
                  </a:lnTo>
                  <a:lnTo>
                    <a:pt x="582929" y="453094"/>
                  </a:lnTo>
                  <a:lnTo>
                    <a:pt x="623450" y="445262"/>
                  </a:lnTo>
                  <a:lnTo>
                    <a:pt x="667700" y="438622"/>
                  </a:lnTo>
                  <a:lnTo>
                    <a:pt x="716304" y="433489"/>
                  </a:lnTo>
                  <a:lnTo>
                    <a:pt x="769882" y="430179"/>
                  </a:lnTo>
                  <a:lnTo>
                    <a:pt x="829055" y="429006"/>
                  </a:lnTo>
                  <a:lnTo>
                    <a:pt x="829055" y="0"/>
                  </a:lnTo>
                  <a:close/>
                </a:path>
              </a:pathLst>
            </a:custGeom>
            <a:solidFill>
              <a:srgbClr val="DDDDDD"/>
            </a:solidFill>
          </p:spPr>
          <p:txBody>
            <a:bodyPr wrap="square" lIns="0" tIns="0" rIns="0" bIns="0" rtlCol="0"/>
            <a:lstStyle/>
            <a:p>
              <a:endParaRPr/>
            </a:p>
          </p:txBody>
        </p:sp>
        <p:sp>
          <p:nvSpPr>
            <p:cNvPr id="112" name="object 64">
              <a:extLst>
                <a:ext uri="{FF2B5EF4-FFF2-40B4-BE49-F238E27FC236}">
                  <a16:creationId xmlns:a16="http://schemas.microsoft.com/office/drawing/2014/main" id="{EA993F93-96FA-4B83-B4DD-EFDE3AF66F13}"/>
                </a:ext>
              </a:extLst>
            </p:cNvPr>
            <p:cNvSpPr/>
            <p:nvPr/>
          </p:nvSpPr>
          <p:spPr>
            <a:xfrm>
              <a:off x="5524500" y="3119627"/>
              <a:ext cx="829310" cy="528320"/>
            </a:xfrm>
            <a:custGeom>
              <a:avLst/>
              <a:gdLst/>
              <a:ahLst/>
              <a:cxnLst/>
              <a:rect l="l" t="t" r="r" b="b"/>
              <a:pathLst>
                <a:path w="829310" h="528320">
                  <a:moveTo>
                    <a:pt x="0" y="0"/>
                  </a:moveTo>
                  <a:lnTo>
                    <a:pt x="829055" y="0"/>
                  </a:lnTo>
                  <a:lnTo>
                    <a:pt x="829055" y="429006"/>
                  </a:lnTo>
                  <a:lnTo>
                    <a:pt x="769882" y="430179"/>
                  </a:lnTo>
                  <a:lnTo>
                    <a:pt x="716304" y="433489"/>
                  </a:lnTo>
                  <a:lnTo>
                    <a:pt x="667700" y="438622"/>
                  </a:lnTo>
                  <a:lnTo>
                    <a:pt x="623450" y="445262"/>
                  </a:lnTo>
                  <a:lnTo>
                    <a:pt x="582929" y="453094"/>
                  </a:lnTo>
                  <a:lnTo>
                    <a:pt x="545518" y="461804"/>
                  </a:lnTo>
                  <a:lnTo>
                    <a:pt x="477536" y="480598"/>
                  </a:lnTo>
                  <a:lnTo>
                    <a:pt x="445721" y="490052"/>
                  </a:lnTo>
                  <a:lnTo>
                    <a:pt x="414527" y="499125"/>
                  </a:lnTo>
                  <a:lnTo>
                    <a:pt x="351519" y="514868"/>
                  </a:lnTo>
                  <a:lnTo>
                    <a:pt x="283537" y="525306"/>
                  </a:lnTo>
                  <a:lnTo>
                    <a:pt x="205605" y="527923"/>
                  </a:lnTo>
                  <a:lnTo>
                    <a:pt x="161355" y="525511"/>
                  </a:lnTo>
                  <a:lnTo>
                    <a:pt x="112751" y="520200"/>
                  </a:lnTo>
                  <a:lnTo>
                    <a:pt x="59173" y="511673"/>
                  </a:lnTo>
                  <a:lnTo>
                    <a:pt x="0" y="499618"/>
                  </a:lnTo>
                  <a:lnTo>
                    <a:pt x="0" y="0"/>
                  </a:lnTo>
                  <a:close/>
                </a:path>
              </a:pathLst>
            </a:custGeom>
            <a:ln w="12192">
              <a:solidFill>
                <a:srgbClr val="000000"/>
              </a:solidFill>
            </a:ln>
          </p:spPr>
          <p:txBody>
            <a:bodyPr wrap="square" lIns="0" tIns="0" rIns="0" bIns="0" rtlCol="0"/>
            <a:lstStyle/>
            <a:p>
              <a:endParaRPr/>
            </a:p>
          </p:txBody>
        </p:sp>
        <p:pic>
          <p:nvPicPr>
            <p:cNvPr id="113" name="object 65">
              <a:extLst>
                <a:ext uri="{FF2B5EF4-FFF2-40B4-BE49-F238E27FC236}">
                  <a16:creationId xmlns:a16="http://schemas.microsoft.com/office/drawing/2014/main" id="{7E3B1E5A-4BA3-210F-DE1A-98BE88E09A5A}"/>
                </a:ext>
              </a:extLst>
            </p:cNvPr>
            <p:cNvPicPr/>
            <p:nvPr/>
          </p:nvPicPr>
          <p:blipFill>
            <a:blip r:embed="rId12" cstate="print"/>
            <a:stretch>
              <a:fillRect/>
            </a:stretch>
          </p:blipFill>
          <p:spPr>
            <a:xfrm>
              <a:off x="5422391" y="3194304"/>
              <a:ext cx="844296" cy="544068"/>
            </a:xfrm>
            <a:prstGeom prst="rect">
              <a:avLst/>
            </a:prstGeom>
          </p:spPr>
        </p:pic>
        <p:sp>
          <p:nvSpPr>
            <p:cNvPr id="114" name="object 66">
              <a:extLst>
                <a:ext uri="{FF2B5EF4-FFF2-40B4-BE49-F238E27FC236}">
                  <a16:creationId xmlns:a16="http://schemas.microsoft.com/office/drawing/2014/main" id="{B62EAC92-FBF0-79E9-5B87-0EA8321B3EAB}"/>
                </a:ext>
              </a:extLst>
            </p:cNvPr>
            <p:cNvSpPr/>
            <p:nvPr/>
          </p:nvSpPr>
          <p:spPr>
            <a:xfrm>
              <a:off x="5404103" y="3227831"/>
              <a:ext cx="829310" cy="528320"/>
            </a:xfrm>
            <a:custGeom>
              <a:avLst/>
              <a:gdLst/>
              <a:ahLst/>
              <a:cxnLst/>
              <a:rect l="l" t="t" r="r" b="b"/>
              <a:pathLst>
                <a:path w="829310" h="528320">
                  <a:moveTo>
                    <a:pt x="829056" y="0"/>
                  </a:moveTo>
                  <a:lnTo>
                    <a:pt x="0" y="0"/>
                  </a:lnTo>
                  <a:lnTo>
                    <a:pt x="0" y="499617"/>
                  </a:lnTo>
                  <a:lnTo>
                    <a:pt x="59173" y="511673"/>
                  </a:lnTo>
                  <a:lnTo>
                    <a:pt x="112751" y="520200"/>
                  </a:lnTo>
                  <a:lnTo>
                    <a:pt x="161355" y="525511"/>
                  </a:lnTo>
                  <a:lnTo>
                    <a:pt x="205605" y="527923"/>
                  </a:lnTo>
                  <a:lnTo>
                    <a:pt x="246125" y="527750"/>
                  </a:lnTo>
                  <a:lnTo>
                    <a:pt x="318461" y="520907"/>
                  </a:lnTo>
                  <a:lnTo>
                    <a:pt x="383334" y="507502"/>
                  </a:lnTo>
                  <a:lnTo>
                    <a:pt x="477536" y="480598"/>
                  </a:lnTo>
                  <a:lnTo>
                    <a:pt x="510594" y="471077"/>
                  </a:lnTo>
                  <a:lnTo>
                    <a:pt x="582929" y="453094"/>
                  </a:lnTo>
                  <a:lnTo>
                    <a:pt x="623450" y="445262"/>
                  </a:lnTo>
                  <a:lnTo>
                    <a:pt x="667700" y="438622"/>
                  </a:lnTo>
                  <a:lnTo>
                    <a:pt x="716304" y="433489"/>
                  </a:lnTo>
                  <a:lnTo>
                    <a:pt x="769882" y="430179"/>
                  </a:lnTo>
                  <a:lnTo>
                    <a:pt x="829056" y="429005"/>
                  </a:lnTo>
                  <a:lnTo>
                    <a:pt x="829056" y="0"/>
                  </a:lnTo>
                  <a:close/>
                </a:path>
              </a:pathLst>
            </a:custGeom>
            <a:solidFill>
              <a:srgbClr val="EAEAEA"/>
            </a:solidFill>
          </p:spPr>
          <p:txBody>
            <a:bodyPr wrap="square" lIns="0" tIns="0" rIns="0" bIns="0" rtlCol="0"/>
            <a:lstStyle/>
            <a:p>
              <a:endParaRPr/>
            </a:p>
          </p:txBody>
        </p:sp>
        <p:sp>
          <p:nvSpPr>
            <p:cNvPr id="115" name="object 67">
              <a:extLst>
                <a:ext uri="{FF2B5EF4-FFF2-40B4-BE49-F238E27FC236}">
                  <a16:creationId xmlns:a16="http://schemas.microsoft.com/office/drawing/2014/main" id="{4CF638BD-FDDF-F94E-42BA-F0FA7B58E021}"/>
                </a:ext>
              </a:extLst>
            </p:cNvPr>
            <p:cNvSpPr/>
            <p:nvPr/>
          </p:nvSpPr>
          <p:spPr>
            <a:xfrm>
              <a:off x="5404103" y="3227831"/>
              <a:ext cx="829310" cy="528320"/>
            </a:xfrm>
            <a:custGeom>
              <a:avLst/>
              <a:gdLst/>
              <a:ahLst/>
              <a:cxnLst/>
              <a:rect l="l" t="t" r="r" b="b"/>
              <a:pathLst>
                <a:path w="829310" h="528320">
                  <a:moveTo>
                    <a:pt x="0" y="0"/>
                  </a:moveTo>
                  <a:lnTo>
                    <a:pt x="829056" y="0"/>
                  </a:lnTo>
                  <a:lnTo>
                    <a:pt x="829056" y="429005"/>
                  </a:lnTo>
                  <a:lnTo>
                    <a:pt x="769882" y="430179"/>
                  </a:lnTo>
                  <a:lnTo>
                    <a:pt x="716304" y="433489"/>
                  </a:lnTo>
                  <a:lnTo>
                    <a:pt x="667700" y="438622"/>
                  </a:lnTo>
                  <a:lnTo>
                    <a:pt x="623450" y="445262"/>
                  </a:lnTo>
                  <a:lnTo>
                    <a:pt x="582929" y="453094"/>
                  </a:lnTo>
                  <a:lnTo>
                    <a:pt x="545518" y="461804"/>
                  </a:lnTo>
                  <a:lnTo>
                    <a:pt x="477536" y="480598"/>
                  </a:lnTo>
                  <a:lnTo>
                    <a:pt x="445721" y="490052"/>
                  </a:lnTo>
                  <a:lnTo>
                    <a:pt x="414527" y="499125"/>
                  </a:lnTo>
                  <a:lnTo>
                    <a:pt x="351519" y="514868"/>
                  </a:lnTo>
                  <a:lnTo>
                    <a:pt x="283537" y="525306"/>
                  </a:lnTo>
                  <a:lnTo>
                    <a:pt x="205605" y="527923"/>
                  </a:lnTo>
                  <a:lnTo>
                    <a:pt x="161355" y="525511"/>
                  </a:lnTo>
                  <a:lnTo>
                    <a:pt x="112751" y="520200"/>
                  </a:lnTo>
                  <a:lnTo>
                    <a:pt x="59173" y="511673"/>
                  </a:lnTo>
                  <a:lnTo>
                    <a:pt x="0" y="499617"/>
                  </a:lnTo>
                  <a:lnTo>
                    <a:pt x="0" y="0"/>
                  </a:lnTo>
                  <a:close/>
                </a:path>
              </a:pathLst>
            </a:custGeom>
            <a:ln w="12192">
              <a:solidFill>
                <a:srgbClr val="000000"/>
              </a:solidFill>
            </a:ln>
          </p:spPr>
          <p:txBody>
            <a:bodyPr wrap="square" lIns="0" tIns="0" rIns="0" bIns="0" rtlCol="0"/>
            <a:lstStyle/>
            <a:p>
              <a:endParaRPr/>
            </a:p>
          </p:txBody>
        </p:sp>
        <p:sp>
          <p:nvSpPr>
            <p:cNvPr id="116" name="object 68">
              <a:extLst>
                <a:ext uri="{FF2B5EF4-FFF2-40B4-BE49-F238E27FC236}">
                  <a16:creationId xmlns:a16="http://schemas.microsoft.com/office/drawing/2014/main" id="{72516DC1-AA32-6B2B-FC8C-CEF14DA2E6BD}"/>
                </a:ext>
              </a:extLst>
            </p:cNvPr>
            <p:cNvSpPr/>
            <p:nvPr/>
          </p:nvSpPr>
          <p:spPr>
            <a:xfrm>
              <a:off x="6639305" y="2597657"/>
              <a:ext cx="0" cy="2339340"/>
            </a:xfrm>
            <a:custGeom>
              <a:avLst/>
              <a:gdLst/>
              <a:ahLst/>
              <a:cxnLst/>
              <a:rect l="l" t="t" r="r" b="b"/>
              <a:pathLst>
                <a:path h="2339340">
                  <a:moveTo>
                    <a:pt x="0" y="2339340"/>
                  </a:moveTo>
                  <a:lnTo>
                    <a:pt x="0" y="0"/>
                  </a:lnTo>
                </a:path>
              </a:pathLst>
            </a:custGeom>
            <a:ln w="28956">
              <a:solidFill>
                <a:srgbClr val="777777"/>
              </a:solidFill>
              <a:prstDash val="dot"/>
            </a:ln>
          </p:spPr>
          <p:txBody>
            <a:bodyPr wrap="square" lIns="0" tIns="0" rIns="0" bIns="0" rtlCol="0"/>
            <a:lstStyle/>
            <a:p>
              <a:endParaRPr/>
            </a:p>
          </p:txBody>
        </p:sp>
        <p:pic>
          <p:nvPicPr>
            <p:cNvPr id="117" name="object 69">
              <a:extLst>
                <a:ext uri="{FF2B5EF4-FFF2-40B4-BE49-F238E27FC236}">
                  <a16:creationId xmlns:a16="http://schemas.microsoft.com/office/drawing/2014/main" id="{17278349-4751-C93D-5927-C8D65602D8CE}"/>
                </a:ext>
              </a:extLst>
            </p:cNvPr>
            <p:cNvPicPr/>
            <p:nvPr/>
          </p:nvPicPr>
          <p:blipFill>
            <a:blip r:embed="rId16" cstate="print"/>
            <a:stretch>
              <a:fillRect/>
            </a:stretch>
          </p:blipFill>
          <p:spPr>
            <a:xfrm>
              <a:off x="765047" y="5387339"/>
              <a:ext cx="6612635" cy="327659"/>
            </a:xfrm>
            <a:prstGeom prst="rect">
              <a:avLst/>
            </a:prstGeom>
          </p:spPr>
        </p:pic>
        <p:sp>
          <p:nvSpPr>
            <p:cNvPr id="118" name="object 70">
              <a:extLst>
                <a:ext uri="{FF2B5EF4-FFF2-40B4-BE49-F238E27FC236}">
                  <a16:creationId xmlns:a16="http://schemas.microsoft.com/office/drawing/2014/main" id="{DFFA8D02-B8F7-4112-7779-93FF7662350B}"/>
                </a:ext>
              </a:extLst>
            </p:cNvPr>
            <p:cNvSpPr/>
            <p:nvPr/>
          </p:nvSpPr>
          <p:spPr>
            <a:xfrm>
              <a:off x="762000" y="4956048"/>
              <a:ext cx="184785" cy="701040"/>
            </a:xfrm>
            <a:custGeom>
              <a:avLst/>
              <a:gdLst/>
              <a:ahLst/>
              <a:cxnLst/>
              <a:rect l="l" t="t" r="r" b="b"/>
              <a:pathLst>
                <a:path w="184784" h="701039">
                  <a:moveTo>
                    <a:pt x="184403" y="0"/>
                  </a:moveTo>
                  <a:lnTo>
                    <a:pt x="0" y="0"/>
                  </a:lnTo>
                  <a:lnTo>
                    <a:pt x="0" y="701039"/>
                  </a:lnTo>
                  <a:lnTo>
                    <a:pt x="184403" y="701039"/>
                  </a:lnTo>
                  <a:lnTo>
                    <a:pt x="184403" y="0"/>
                  </a:lnTo>
                  <a:close/>
                </a:path>
              </a:pathLst>
            </a:custGeom>
            <a:solidFill>
              <a:srgbClr val="33CCCC"/>
            </a:solidFill>
          </p:spPr>
          <p:txBody>
            <a:bodyPr wrap="square" lIns="0" tIns="0" rIns="0" bIns="0" rtlCol="0"/>
            <a:lstStyle/>
            <a:p>
              <a:endParaRPr/>
            </a:p>
          </p:txBody>
        </p:sp>
        <p:pic>
          <p:nvPicPr>
            <p:cNvPr id="119" name="object 71">
              <a:extLst>
                <a:ext uri="{FF2B5EF4-FFF2-40B4-BE49-F238E27FC236}">
                  <a16:creationId xmlns:a16="http://schemas.microsoft.com/office/drawing/2014/main" id="{8FB3312A-FEF0-2CCA-BBC2-884909A08509}"/>
                </a:ext>
              </a:extLst>
            </p:cNvPr>
            <p:cNvPicPr/>
            <p:nvPr/>
          </p:nvPicPr>
          <p:blipFill>
            <a:blip r:embed="rId17" cstate="print"/>
            <a:stretch>
              <a:fillRect/>
            </a:stretch>
          </p:blipFill>
          <p:spPr>
            <a:xfrm>
              <a:off x="7406640" y="4850892"/>
              <a:ext cx="1158239" cy="854963"/>
            </a:xfrm>
            <a:prstGeom prst="rect">
              <a:avLst/>
            </a:prstGeom>
          </p:spPr>
        </p:pic>
        <p:sp>
          <p:nvSpPr>
            <p:cNvPr id="120" name="object 72">
              <a:extLst>
                <a:ext uri="{FF2B5EF4-FFF2-40B4-BE49-F238E27FC236}">
                  <a16:creationId xmlns:a16="http://schemas.microsoft.com/office/drawing/2014/main" id="{2044D9E4-72DE-2108-7533-328CF5C72274}"/>
                </a:ext>
              </a:extLst>
            </p:cNvPr>
            <p:cNvSpPr/>
            <p:nvPr/>
          </p:nvSpPr>
          <p:spPr>
            <a:xfrm>
              <a:off x="7406640" y="4850892"/>
              <a:ext cx="1158240" cy="855344"/>
            </a:xfrm>
            <a:custGeom>
              <a:avLst/>
              <a:gdLst/>
              <a:ahLst/>
              <a:cxnLst/>
              <a:rect l="l" t="t" r="r" b="b"/>
              <a:pathLst>
                <a:path w="1158240" h="855345">
                  <a:moveTo>
                    <a:pt x="1158239" y="133095"/>
                  </a:moveTo>
                  <a:lnTo>
                    <a:pt x="1119252" y="181211"/>
                  </a:lnTo>
                  <a:lnTo>
                    <a:pt x="1054466" y="209148"/>
                  </a:lnTo>
                  <a:lnTo>
                    <a:pt x="1012065" y="221500"/>
                  </a:lnTo>
                  <a:lnTo>
                    <a:pt x="963715" y="232610"/>
                  </a:lnTo>
                  <a:lnTo>
                    <a:pt x="909960" y="242352"/>
                  </a:lnTo>
                  <a:lnTo>
                    <a:pt x="851343" y="250602"/>
                  </a:lnTo>
                  <a:lnTo>
                    <a:pt x="788408" y="257236"/>
                  </a:lnTo>
                  <a:lnTo>
                    <a:pt x="721696" y="262128"/>
                  </a:lnTo>
                  <a:lnTo>
                    <a:pt x="651753" y="265155"/>
                  </a:lnTo>
                  <a:lnTo>
                    <a:pt x="579119" y="266191"/>
                  </a:lnTo>
                  <a:lnTo>
                    <a:pt x="506486" y="265155"/>
                  </a:lnTo>
                  <a:lnTo>
                    <a:pt x="436543" y="262128"/>
                  </a:lnTo>
                  <a:lnTo>
                    <a:pt x="369831" y="257236"/>
                  </a:lnTo>
                  <a:lnTo>
                    <a:pt x="306896" y="250602"/>
                  </a:lnTo>
                  <a:lnTo>
                    <a:pt x="248279" y="242352"/>
                  </a:lnTo>
                  <a:lnTo>
                    <a:pt x="194524" y="232610"/>
                  </a:lnTo>
                  <a:lnTo>
                    <a:pt x="146174" y="221500"/>
                  </a:lnTo>
                  <a:lnTo>
                    <a:pt x="103773" y="209148"/>
                  </a:lnTo>
                  <a:lnTo>
                    <a:pt x="67863" y="195676"/>
                  </a:lnTo>
                  <a:lnTo>
                    <a:pt x="17690" y="165876"/>
                  </a:lnTo>
                  <a:lnTo>
                    <a:pt x="0" y="133095"/>
                  </a:lnTo>
                  <a:lnTo>
                    <a:pt x="4513" y="116395"/>
                  </a:lnTo>
                  <a:lnTo>
                    <a:pt x="38987" y="84980"/>
                  </a:lnTo>
                  <a:lnTo>
                    <a:pt x="103773" y="57043"/>
                  </a:lnTo>
                  <a:lnTo>
                    <a:pt x="146174" y="44691"/>
                  </a:lnTo>
                  <a:lnTo>
                    <a:pt x="194524" y="33581"/>
                  </a:lnTo>
                  <a:lnTo>
                    <a:pt x="248279" y="23839"/>
                  </a:lnTo>
                  <a:lnTo>
                    <a:pt x="306896" y="15589"/>
                  </a:lnTo>
                  <a:lnTo>
                    <a:pt x="369831" y="8955"/>
                  </a:lnTo>
                  <a:lnTo>
                    <a:pt x="436543" y="4063"/>
                  </a:lnTo>
                  <a:lnTo>
                    <a:pt x="506486" y="1036"/>
                  </a:lnTo>
                  <a:lnTo>
                    <a:pt x="579119" y="0"/>
                  </a:lnTo>
                  <a:lnTo>
                    <a:pt x="651753" y="1036"/>
                  </a:lnTo>
                  <a:lnTo>
                    <a:pt x="721696" y="4063"/>
                  </a:lnTo>
                  <a:lnTo>
                    <a:pt x="788408" y="8955"/>
                  </a:lnTo>
                  <a:lnTo>
                    <a:pt x="851343" y="15589"/>
                  </a:lnTo>
                  <a:lnTo>
                    <a:pt x="909960" y="23839"/>
                  </a:lnTo>
                  <a:lnTo>
                    <a:pt x="963715" y="33581"/>
                  </a:lnTo>
                  <a:lnTo>
                    <a:pt x="1012065" y="44691"/>
                  </a:lnTo>
                  <a:lnTo>
                    <a:pt x="1054466" y="57043"/>
                  </a:lnTo>
                  <a:lnTo>
                    <a:pt x="1090376" y="70515"/>
                  </a:lnTo>
                  <a:lnTo>
                    <a:pt x="1140549" y="100315"/>
                  </a:lnTo>
                  <a:lnTo>
                    <a:pt x="1158239" y="133095"/>
                  </a:lnTo>
                  <a:close/>
                </a:path>
                <a:path w="1158240" h="855345">
                  <a:moveTo>
                    <a:pt x="1158239" y="133095"/>
                  </a:moveTo>
                  <a:lnTo>
                    <a:pt x="1158239" y="721867"/>
                  </a:lnTo>
                  <a:lnTo>
                    <a:pt x="1153726" y="738565"/>
                  </a:lnTo>
                  <a:lnTo>
                    <a:pt x="1119252" y="769978"/>
                  </a:lnTo>
                  <a:lnTo>
                    <a:pt x="1054466" y="797914"/>
                  </a:lnTo>
                  <a:lnTo>
                    <a:pt x="1012065" y="810267"/>
                  </a:lnTo>
                  <a:lnTo>
                    <a:pt x="963715" y="821378"/>
                  </a:lnTo>
                  <a:lnTo>
                    <a:pt x="909960" y="831121"/>
                  </a:lnTo>
                  <a:lnTo>
                    <a:pt x="851343" y="839372"/>
                  </a:lnTo>
                  <a:lnTo>
                    <a:pt x="788408" y="846006"/>
                  </a:lnTo>
                  <a:lnTo>
                    <a:pt x="721696" y="850899"/>
                  </a:lnTo>
                  <a:lnTo>
                    <a:pt x="651753" y="853927"/>
                  </a:lnTo>
                  <a:lnTo>
                    <a:pt x="579119" y="854963"/>
                  </a:lnTo>
                  <a:lnTo>
                    <a:pt x="506486" y="853927"/>
                  </a:lnTo>
                  <a:lnTo>
                    <a:pt x="436543" y="850899"/>
                  </a:lnTo>
                  <a:lnTo>
                    <a:pt x="369831" y="846006"/>
                  </a:lnTo>
                  <a:lnTo>
                    <a:pt x="306896" y="839372"/>
                  </a:lnTo>
                  <a:lnTo>
                    <a:pt x="248279" y="831121"/>
                  </a:lnTo>
                  <a:lnTo>
                    <a:pt x="194524" y="821378"/>
                  </a:lnTo>
                  <a:lnTo>
                    <a:pt x="146174" y="810267"/>
                  </a:lnTo>
                  <a:lnTo>
                    <a:pt x="103773" y="797914"/>
                  </a:lnTo>
                  <a:lnTo>
                    <a:pt x="67863" y="784443"/>
                  </a:lnTo>
                  <a:lnTo>
                    <a:pt x="17690" y="754644"/>
                  </a:lnTo>
                  <a:lnTo>
                    <a:pt x="0" y="721867"/>
                  </a:lnTo>
                  <a:lnTo>
                    <a:pt x="0" y="133095"/>
                  </a:lnTo>
                </a:path>
              </a:pathLst>
            </a:custGeom>
            <a:ln w="9144">
              <a:solidFill>
                <a:srgbClr val="000000"/>
              </a:solidFill>
            </a:ln>
          </p:spPr>
          <p:txBody>
            <a:bodyPr wrap="square" lIns="0" tIns="0" rIns="0" bIns="0" rtlCol="0"/>
            <a:lstStyle/>
            <a:p>
              <a:endParaRPr/>
            </a:p>
          </p:txBody>
        </p:sp>
        <p:pic>
          <p:nvPicPr>
            <p:cNvPr id="121" name="object 73">
              <a:extLst>
                <a:ext uri="{FF2B5EF4-FFF2-40B4-BE49-F238E27FC236}">
                  <a16:creationId xmlns:a16="http://schemas.microsoft.com/office/drawing/2014/main" id="{6C32DFE1-8B26-F51F-2E28-4313F7D48BBC}"/>
                </a:ext>
              </a:extLst>
            </p:cNvPr>
            <p:cNvPicPr/>
            <p:nvPr/>
          </p:nvPicPr>
          <p:blipFill>
            <a:blip r:embed="rId18" cstate="print"/>
            <a:stretch>
              <a:fillRect/>
            </a:stretch>
          </p:blipFill>
          <p:spPr>
            <a:xfrm>
              <a:off x="7344156" y="5195316"/>
              <a:ext cx="1315212" cy="499871"/>
            </a:xfrm>
            <a:prstGeom prst="rect">
              <a:avLst/>
            </a:prstGeom>
          </p:spPr>
        </p:pic>
      </p:grpSp>
      <p:sp>
        <p:nvSpPr>
          <p:cNvPr id="122" name="object 74">
            <a:extLst>
              <a:ext uri="{FF2B5EF4-FFF2-40B4-BE49-F238E27FC236}">
                <a16:creationId xmlns:a16="http://schemas.microsoft.com/office/drawing/2014/main" id="{316866C8-1E05-BD11-B363-50165C36F6FD}"/>
              </a:ext>
            </a:extLst>
          </p:cNvPr>
          <p:cNvSpPr txBox="1"/>
          <p:nvPr/>
        </p:nvSpPr>
        <p:spPr>
          <a:xfrm>
            <a:off x="6787843" y="3624836"/>
            <a:ext cx="1635760" cy="285750"/>
          </a:xfrm>
          <a:prstGeom prst="rect">
            <a:avLst/>
          </a:prstGeom>
        </p:spPr>
        <p:txBody>
          <a:bodyPr vert="horz" wrap="square" lIns="0" tIns="13335" rIns="0" bIns="0" rtlCol="0">
            <a:spAutoFit/>
          </a:bodyPr>
          <a:lstStyle/>
          <a:p>
            <a:pPr marL="12700">
              <a:lnSpc>
                <a:spcPct val="100000"/>
              </a:lnSpc>
              <a:spcBef>
                <a:spcPts val="105"/>
              </a:spcBef>
            </a:pPr>
            <a:r>
              <a:rPr sz="1700" spc="-5" dirty="0">
                <a:latin typeface="Tahoma"/>
                <a:cs typeface="Tahoma"/>
              </a:rPr>
              <a:t>Files</a:t>
            </a:r>
            <a:r>
              <a:rPr sz="1700" dirty="0">
                <a:latin typeface="Tahoma"/>
                <a:cs typeface="Tahoma"/>
              </a:rPr>
              <a:t> 1,</a:t>
            </a:r>
            <a:r>
              <a:rPr sz="1700" spc="-15" dirty="0">
                <a:latin typeface="Tahoma"/>
                <a:cs typeface="Tahoma"/>
              </a:rPr>
              <a:t> </a:t>
            </a:r>
            <a:r>
              <a:rPr sz="1700" dirty="0">
                <a:latin typeface="Tahoma"/>
                <a:cs typeface="Tahoma"/>
              </a:rPr>
              <a:t>2,</a:t>
            </a:r>
            <a:r>
              <a:rPr sz="1700" spc="-30" dirty="0">
                <a:latin typeface="Tahoma"/>
                <a:cs typeface="Tahoma"/>
              </a:rPr>
              <a:t> </a:t>
            </a:r>
            <a:r>
              <a:rPr sz="1700" dirty="0">
                <a:latin typeface="Tahoma"/>
                <a:cs typeface="Tahoma"/>
              </a:rPr>
              <a:t>3,</a:t>
            </a:r>
            <a:r>
              <a:rPr sz="1700" spc="-15" dirty="0">
                <a:latin typeface="Tahoma"/>
                <a:cs typeface="Tahoma"/>
              </a:rPr>
              <a:t> </a:t>
            </a:r>
            <a:r>
              <a:rPr sz="1700" spc="-5" dirty="0">
                <a:latin typeface="Tahoma"/>
                <a:cs typeface="Tahoma"/>
              </a:rPr>
              <a:t>4,</a:t>
            </a:r>
            <a:r>
              <a:rPr sz="1700" spc="-25" dirty="0">
                <a:latin typeface="Tahoma"/>
                <a:cs typeface="Tahoma"/>
              </a:rPr>
              <a:t> </a:t>
            </a:r>
            <a:r>
              <a:rPr sz="1700" dirty="0">
                <a:latin typeface="Tahoma"/>
                <a:cs typeface="Tahoma"/>
              </a:rPr>
              <a:t>5</a:t>
            </a:r>
            <a:endParaRPr sz="1700">
              <a:latin typeface="Tahoma"/>
              <a:cs typeface="Tahoma"/>
            </a:endParaRPr>
          </a:p>
        </p:txBody>
      </p:sp>
      <p:grpSp>
        <p:nvGrpSpPr>
          <p:cNvPr id="123" name="object 75">
            <a:extLst>
              <a:ext uri="{FF2B5EF4-FFF2-40B4-BE49-F238E27FC236}">
                <a16:creationId xmlns:a16="http://schemas.microsoft.com/office/drawing/2014/main" id="{04D5C44A-964C-2875-FBBA-DE3A8D4DA888}"/>
              </a:ext>
            </a:extLst>
          </p:cNvPr>
          <p:cNvGrpSpPr/>
          <p:nvPr/>
        </p:nvGrpSpPr>
        <p:grpSpPr>
          <a:xfrm>
            <a:off x="6563434" y="2321740"/>
            <a:ext cx="2376170" cy="1298575"/>
            <a:chOff x="6774180" y="2488692"/>
            <a:chExt cx="2376170" cy="1298575"/>
          </a:xfrm>
        </p:grpSpPr>
        <p:sp>
          <p:nvSpPr>
            <p:cNvPr id="124" name="object 76">
              <a:extLst>
                <a:ext uri="{FF2B5EF4-FFF2-40B4-BE49-F238E27FC236}">
                  <a16:creationId xmlns:a16="http://schemas.microsoft.com/office/drawing/2014/main" id="{90E6109E-77A6-7200-B40B-31936B1A47A4}"/>
                </a:ext>
              </a:extLst>
            </p:cNvPr>
            <p:cNvSpPr/>
            <p:nvPr/>
          </p:nvSpPr>
          <p:spPr>
            <a:xfrm>
              <a:off x="7039356" y="2967228"/>
              <a:ext cx="893444" cy="576580"/>
            </a:xfrm>
            <a:custGeom>
              <a:avLst/>
              <a:gdLst/>
              <a:ahLst/>
              <a:cxnLst/>
              <a:rect l="l" t="t" r="r" b="b"/>
              <a:pathLst>
                <a:path w="893445" h="576579">
                  <a:moveTo>
                    <a:pt x="893064" y="0"/>
                  </a:moveTo>
                  <a:lnTo>
                    <a:pt x="0" y="0"/>
                  </a:lnTo>
                  <a:lnTo>
                    <a:pt x="0" y="545084"/>
                  </a:lnTo>
                  <a:lnTo>
                    <a:pt x="60849" y="557709"/>
                  </a:lnTo>
                  <a:lnTo>
                    <a:pt x="116201" y="566825"/>
                  </a:lnTo>
                  <a:lnTo>
                    <a:pt x="166635" y="572731"/>
                  </a:lnTo>
                  <a:lnTo>
                    <a:pt x="212730" y="575722"/>
                  </a:lnTo>
                  <a:lnTo>
                    <a:pt x="255064" y="576095"/>
                  </a:lnTo>
                  <a:lnTo>
                    <a:pt x="294216" y="574146"/>
                  </a:lnTo>
                  <a:lnTo>
                    <a:pt x="365287" y="564472"/>
                  </a:lnTo>
                  <a:lnTo>
                    <a:pt x="430572" y="549073"/>
                  </a:lnTo>
                  <a:lnTo>
                    <a:pt x="527776" y="520433"/>
                  </a:lnTo>
                  <a:lnTo>
                    <a:pt x="562299" y="510596"/>
                  </a:lnTo>
                  <a:lnTo>
                    <a:pt x="637999" y="492265"/>
                  </a:lnTo>
                  <a:lnTo>
                    <a:pt x="680333" y="484364"/>
                  </a:lnTo>
                  <a:lnTo>
                    <a:pt x="726428" y="477703"/>
                  </a:lnTo>
                  <a:lnTo>
                    <a:pt x="776862" y="472578"/>
                  </a:lnTo>
                  <a:lnTo>
                    <a:pt x="832214" y="469285"/>
                  </a:lnTo>
                  <a:lnTo>
                    <a:pt x="893064" y="468122"/>
                  </a:lnTo>
                  <a:lnTo>
                    <a:pt x="893064" y="0"/>
                  </a:lnTo>
                  <a:close/>
                </a:path>
              </a:pathLst>
            </a:custGeom>
            <a:solidFill>
              <a:srgbClr val="C0C0C0"/>
            </a:solidFill>
          </p:spPr>
          <p:txBody>
            <a:bodyPr wrap="square" lIns="0" tIns="0" rIns="0" bIns="0" rtlCol="0"/>
            <a:lstStyle/>
            <a:p>
              <a:endParaRPr/>
            </a:p>
          </p:txBody>
        </p:sp>
        <p:sp>
          <p:nvSpPr>
            <p:cNvPr id="125" name="object 77">
              <a:extLst>
                <a:ext uri="{FF2B5EF4-FFF2-40B4-BE49-F238E27FC236}">
                  <a16:creationId xmlns:a16="http://schemas.microsoft.com/office/drawing/2014/main" id="{E6DAA7B9-7D5A-F93B-6B8C-7492E0C0FE4B}"/>
                </a:ext>
              </a:extLst>
            </p:cNvPr>
            <p:cNvSpPr/>
            <p:nvPr/>
          </p:nvSpPr>
          <p:spPr>
            <a:xfrm>
              <a:off x="7039356" y="2967228"/>
              <a:ext cx="893444" cy="576580"/>
            </a:xfrm>
            <a:custGeom>
              <a:avLst/>
              <a:gdLst/>
              <a:ahLst/>
              <a:cxnLst/>
              <a:rect l="l" t="t" r="r" b="b"/>
              <a:pathLst>
                <a:path w="893445" h="576579">
                  <a:moveTo>
                    <a:pt x="0" y="0"/>
                  </a:moveTo>
                  <a:lnTo>
                    <a:pt x="893064" y="0"/>
                  </a:lnTo>
                  <a:lnTo>
                    <a:pt x="893064" y="468122"/>
                  </a:lnTo>
                  <a:lnTo>
                    <a:pt x="832214" y="469285"/>
                  </a:lnTo>
                  <a:lnTo>
                    <a:pt x="776862" y="472578"/>
                  </a:lnTo>
                  <a:lnTo>
                    <a:pt x="726428" y="477703"/>
                  </a:lnTo>
                  <a:lnTo>
                    <a:pt x="680333" y="484364"/>
                  </a:lnTo>
                  <a:lnTo>
                    <a:pt x="637999" y="492265"/>
                  </a:lnTo>
                  <a:lnTo>
                    <a:pt x="598847" y="501107"/>
                  </a:lnTo>
                  <a:lnTo>
                    <a:pt x="527776" y="520433"/>
                  </a:lnTo>
                  <a:lnTo>
                    <a:pt x="462491" y="539969"/>
                  </a:lnTo>
                  <a:lnTo>
                    <a:pt x="430572" y="549073"/>
                  </a:lnTo>
                  <a:lnTo>
                    <a:pt x="365287" y="564472"/>
                  </a:lnTo>
                  <a:lnTo>
                    <a:pt x="294216" y="574146"/>
                  </a:lnTo>
                  <a:lnTo>
                    <a:pt x="255064" y="576095"/>
                  </a:lnTo>
                  <a:lnTo>
                    <a:pt x="212730" y="575722"/>
                  </a:lnTo>
                  <a:lnTo>
                    <a:pt x="166635" y="572731"/>
                  </a:lnTo>
                  <a:lnTo>
                    <a:pt x="116201" y="566825"/>
                  </a:lnTo>
                  <a:lnTo>
                    <a:pt x="60849" y="557709"/>
                  </a:lnTo>
                  <a:lnTo>
                    <a:pt x="0" y="545084"/>
                  </a:lnTo>
                  <a:lnTo>
                    <a:pt x="0" y="0"/>
                  </a:lnTo>
                  <a:close/>
                </a:path>
              </a:pathLst>
            </a:custGeom>
            <a:ln w="12192">
              <a:solidFill>
                <a:srgbClr val="000000"/>
              </a:solidFill>
            </a:ln>
          </p:spPr>
          <p:txBody>
            <a:bodyPr wrap="square" lIns="0" tIns="0" rIns="0" bIns="0" rtlCol="0"/>
            <a:lstStyle/>
            <a:p>
              <a:endParaRPr/>
            </a:p>
          </p:txBody>
        </p:sp>
        <p:pic>
          <p:nvPicPr>
            <p:cNvPr id="126" name="object 78">
              <a:extLst>
                <a:ext uri="{FF2B5EF4-FFF2-40B4-BE49-F238E27FC236}">
                  <a16:creationId xmlns:a16="http://schemas.microsoft.com/office/drawing/2014/main" id="{AE84BCF6-D48D-7212-F131-8A5631740036}"/>
                </a:ext>
              </a:extLst>
            </p:cNvPr>
            <p:cNvPicPr/>
            <p:nvPr/>
          </p:nvPicPr>
          <p:blipFill>
            <a:blip r:embed="rId19" cstate="print"/>
            <a:stretch>
              <a:fillRect/>
            </a:stretch>
          </p:blipFill>
          <p:spPr>
            <a:xfrm>
              <a:off x="6929628" y="3051048"/>
              <a:ext cx="908303" cy="592835"/>
            </a:xfrm>
            <a:prstGeom prst="rect">
              <a:avLst/>
            </a:prstGeom>
          </p:spPr>
        </p:pic>
        <p:sp>
          <p:nvSpPr>
            <p:cNvPr id="127" name="object 79">
              <a:extLst>
                <a:ext uri="{FF2B5EF4-FFF2-40B4-BE49-F238E27FC236}">
                  <a16:creationId xmlns:a16="http://schemas.microsoft.com/office/drawing/2014/main" id="{359276C4-CC3E-52FF-9D69-884FFB1E967B}"/>
                </a:ext>
              </a:extLst>
            </p:cNvPr>
            <p:cNvSpPr/>
            <p:nvPr/>
          </p:nvSpPr>
          <p:spPr>
            <a:xfrm>
              <a:off x="6911340" y="3084576"/>
              <a:ext cx="893444" cy="577850"/>
            </a:xfrm>
            <a:custGeom>
              <a:avLst/>
              <a:gdLst/>
              <a:ahLst/>
              <a:cxnLst/>
              <a:rect l="l" t="t" r="r" b="b"/>
              <a:pathLst>
                <a:path w="893445" h="577850">
                  <a:moveTo>
                    <a:pt x="893063" y="0"/>
                  </a:moveTo>
                  <a:lnTo>
                    <a:pt x="0" y="0"/>
                  </a:lnTo>
                  <a:lnTo>
                    <a:pt x="0" y="546481"/>
                  </a:lnTo>
                  <a:lnTo>
                    <a:pt x="60849" y="559137"/>
                  </a:lnTo>
                  <a:lnTo>
                    <a:pt x="116201" y="568275"/>
                  </a:lnTo>
                  <a:lnTo>
                    <a:pt x="166635" y="574194"/>
                  </a:lnTo>
                  <a:lnTo>
                    <a:pt x="212730" y="577190"/>
                  </a:lnTo>
                  <a:lnTo>
                    <a:pt x="255064" y="577561"/>
                  </a:lnTo>
                  <a:lnTo>
                    <a:pt x="294216" y="575604"/>
                  </a:lnTo>
                  <a:lnTo>
                    <a:pt x="365287" y="565898"/>
                  </a:lnTo>
                  <a:lnTo>
                    <a:pt x="430572" y="550452"/>
                  </a:lnTo>
                  <a:lnTo>
                    <a:pt x="527776" y="521727"/>
                  </a:lnTo>
                  <a:lnTo>
                    <a:pt x="562299" y="511861"/>
                  </a:lnTo>
                  <a:lnTo>
                    <a:pt x="637999" y="493477"/>
                  </a:lnTo>
                  <a:lnTo>
                    <a:pt x="680333" y="485554"/>
                  </a:lnTo>
                  <a:lnTo>
                    <a:pt x="726428" y="478874"/>
                  </a:lnTo>
                  <a:lnTo>
                    <a:pt x="776862" y="473734"/>
                  </a:lnTo>
                  <a:lnTo>
                    <a:pt x="832214" y="470431"/>
                  </a:lnTo>
                  <a:lnTo>
                    <a:pt x="893063" y="469264"/>
                  </a:lnTo>
                  <a:lnTo>
                    <a:pt x="893063" y="0"/>
                  </a:lnTo>
                  <a:close/>
                </a:path>
              </a:pathLst>
            </a:custGeom>
            <a:solidFill>
              <a:srgbClr val="DDDDDD"/>
            </a:solidFill>
          </p:spPr>
          <p:txBody>
            <a:bodyPr wrap="square" lIns="0" tIns="0" rIns="0" bIns="0" rtlCol="0"/>
            <a:lstStyle/>
            <a:p>
              <a:endParaRPr/>
            </a:p>
          </p:txBody>
        </p:sp>
        <p:sp>
          <p:nvSpPr>
            <p:cNvPr id="128" name="object 80">
              <a:extLst>
                <a:ext uri="{FF2B5EF4-FFF2-40B4-BE49-F238E27FC236}">
                  <a16:creationId xmlns:a16="http://schemas.microsoft.com/office/drawing/2014/main" id="{9EF16FE3-C971-88D0-8368-1801CAC6F0DB}"/>
                </a:ext>
              </a:extLst>
            </p:cNvPr>
            <p:cNvSpPr/>
            <p:nvPr/>
          </p:nvSpPr>
          <p:spPr>
            <a:xfrm>
              <a:off x="6911340" y="3084576"/>
              <a:ext cx="893444" cy="577850"/>
            </a:xfrm>
            <a:custGeom>
              <a:avLst/>
              <a:gdLst/>
              <a:ahLst/>
              <a:cxnLst/>
              <a:rect l="l" t="t" r="r" b="b"/>
              <a:pathLst>
                <a:path w="893445" h="577850">
                  <a:moveTo>
                    <a:pt x="0" y="0"/>
                  </a:moveTo>
                  <a:lnTo>
                    <a:pt x="893063" y="0"/>
                  </a:lnTo>
                  <a:lnTo>
                    <a:pt x="893063" y="469264"/>
                  </a:lnTo>
                  <a:lnTo>
                    <a:pt x="832214" y="470431"/>
                  </a:lnTo>
                  <a:lnTo>
                    <a:pt x="776862" y="473734"/>
                  </a:lnTo>
                  <a:lnTo>
                    <a:pt x="726428" y="478874"/>
                  </a:lnTo>
                  <a:lnTo>
                    <a:pt x="680333" y="485554"/>
                  </a:lnTo>
                  <a:lnTo>
                    <a:pt x="637999" y="493477"/>
                  </a:lnTo>
                  <a:lnTo>
                    <a:pt x="598847" y="502345"/>
                  </a:lnTo>
                  <a:lnTo>
                    <a:pt x="527776" y="521727"/>
                  </a:lnTo>
                  <a:lnTo>
                    <a:pt x="462491" y="541320"/>
                  </a:lnTo>
                  <a:lnTo>
                    <a:pt x="430572" y="550452"/>
                  </a:lnTo>
                  <a:lnTo>
                    <a:pt x="365287" y="565898"/>
                  </a:lnTo>
                  <a:lnTo>
                    <a:pt x="294216" y="575604"/>
                  </a:lnTo>
                  <a:lnTo>
                    <a:pt x="255064" y="577561"/>
                  </a:lnTo>
                  <a:lnTo>
                    <a:pt x="212730" y="577190"/>
                  </a:lnTo>
                  <a:lnTo>
                    <a:pt x="166635" y="574194"/>
                  </a:lnTo>
                  <a:lnTo>
                    <a:pt x="116201" y="568275"/>
                  </a:lnTo>
                  <a:lnTo>
                    <a:pt x="60849" y="559137"/>
                  </a:lnTo>
                  <a:lnTo>
                    <a:pt x="0" y="546481"/>
                  </a:lnTo>
                  <a:lnTo>
                    <a:pt x="0" y="0"/>
                  </a:lnTo>
                  <a:close/>
                </a:path>
              </a:pathLst>
            </a:custGeom>
            <a:ln w="12192">
              <a:solidFill>
                <a:srgbClr val="000000"/>
              </a:solidFill>
            </a:ln>
          </p:spPr>
          <p:txBody>
            <a:bodyPr wrap="square" lIns="0" tIns="0" rIns="0" bIns="0" rtlCol="0"/>
            <a:lstStyle/>
            <a:p>
              <a:endParaRPr/>
            </a:p>
          </p:txBody>
        </p:sp>
        <p:pic>
          <p:nvPicPr>
            <p:cNvPr id="129" name="object 81">
              <a:extLst>
                <a:ext uri="{FF2B5EF4-FFF2-40B4-BE49-F238E27FC236}">
                  <a16:creationId xmlns:a16="http://schemas.microsoft.com/office/drawing/2014/main" id="{5A3711B0-B505-E2AC-89A5-4B438BD55EAC}"/>
                </a:ext>
              </a:extLst>
            </p:cNvPr>
            <p:cNvPicPr/>
            <p:nvPr/>
          </p:nvPicPr>
          <p:blipFill>
            <a:blip r:embed="rId20" cstate="print"/>
            <a:stretch>
              <a:fillRect/>
            </a:stretch>
          </p:blipFill>
          <p:spPr>
            <a:xfrm>
              <a:off x="6798564" y="3168396"/>
              <a:ext cx="908303" cy="594359"/>
            </a:xfrm>
            <a:prstGeom prst="rect">
              <a:avLst/>
            </a:prstGeom>
          </p:spPr>
        </p:pic>
        <p:sp>
          <p:nvSpPr>
            <p:cNvPr id="130" name="object 82">
              <a:extLst>
                <a:ext uri="{FF2B5EF4-FFF2-40B4-BE49-F238E27FC236}">
                  <a16:creationId xmlns:a16="http://schemas.microsoft.com/office/drawing/2014/main" id="{8B237270-C0A5-61E6-EDA1-15A8B3B2F682}"/>
                </a:ext>
              </a:extLst>
            </p:cNvPr>
            <p:cNvSpPr/>
            <p:nvPr/>
          </p:nvSpPr>
          <p:spPr>
            <a:xfrm>
              <a:off x="6780276" y="3201924"/>
              <a:ext cx="893444" cy="579755"/>
            </a:xfrm>
            <a:custGeom>
              <a:avLst/>
              <a:gdLst/>
              <a:ahLst/>
              <a:cxnLst/>
              <a:rect l="l" t="t" r="r" b="b"/>
              <a:pathLst>
                <a:path w="893445" h="579754">
                  <a:moveTo>
                    <a:pt x="893064" y="0"/>
                  </a:moveTo>
                  <a:lnTo>
                    <a:pt x="0" y="0"/>
                  </a:lnTo>
                  <a:lnTo>
                    <a:pt x="0" y="548005"/>
                  </a:lnTo>
                  <a:lnTo>
                    <a:pt x="60849" y="560692"/>
                  </a:lnTo>
                  <a:lnTo>
                    <a:pt x="116201" y="569852"/>
                  </a:lnTo>
                  <a:lnTo>
                    <a:pt x="166635" y="575784"/>
                  </a:lnTo>
                  <a:lnTo>
                    <a:pt x="212730" y="578785"/>
                  </a:lnTo>
                  <a:lnTo>
                    <a:pt x="255064" y="579154"/>
                  </a:lnTo>
                  <a:lnTo>
                    <a:pt x="294216" y="577189"/>
                  </a:lnTo>
                  <a:lnTo>
                    <a:pt x="365287" y="567451"/>
                  </a:lnTo>
                  <a:lnTo>
                    <a:pt x="430572" y="551958"/>
                  </a:lnTo>
                  <a:lnTo>
                    <a:pt x="527776" y="523148"/>
                  </a:lnTo>
                  <a:lnTo>
                    <a:pt x="562299" y="513254"/>
                  </a:lnTo>
                  <a:lnTo>
                    <a:pt x="637999" y="494816"/>
                  </a:lnTo>
                  <a:lnTo>
                    <a:pt x="680333" y="486870"/>
                  </a:lnTo>
                  <a:lnTo>
                    <a:pt x="726428" y="480171"/>
                  </a:lnTo>
                  <a:lnTo>
                    <a:pt x="776862" y="475016"/>
                  </a:lnTo>
                  <a:lnTo>
                    <a:pt x="832214" y="471705"/>
                  </a:lnTo>
                  <a:lnTo>
                    <a:pt x="893064" y="470534"/>
                  </a:lnTo>
                  <a:lnTo>
                    <a:pt x="893064" y="0"/>
                  </a:lnTo>
                  <a:close/>
                </a:path>
              </a:pathLst>
            </a:custGeom>
            <a:solidFill>
              <a:srgbClr val="EAEAEA"/>
            </a:solidFill>
          </p:spPr>
          <p:txBody>
            <a:bodyPr wrap="square" lIns="0" tIns="0" rIns="0" bIns="0" rtlCol="0"/>
            <a:lstStyle/>
            <a:p>
              <a:endParaRPr/>
            </a:p>
          </p:txBody>
        </p:sp>
        <p:sp>
          <p:nvSpPr>
            <p:cNvPr id="131" name="object 83">
              <a:extLst>
                <a:ext uri="{FF2B5EF4-FFF2-40B4-BE49-F238E27FC236}">
                  <a16:creationId xmlns:a16="http://schemas.microsoft.com/office/drawing/2014/main" id="{0137DEF8-1FA9-8D76-81BD-A319B47ECF5F}"/>
                </a:ext>
              </a:extLst>
            </p:cNvPr>
            <p:cNvSpPr/>
            <p:nvPr/>
          </p:nvSpPr>
          <p:spPr>
            <a:xfrm>
              <a:off x="6780276" y="3201924"/>
              <a:ext cx="893444" cy="579755"/>
            </a:xfrm>
            <a:custGeom>
              <a:avLst/>
              <a:gdLst/>
              <a:ahLst/>
              <a:cxnLst/>
              <a:rect l="l" t="t" r="r" b="b"/>
              <a:pathLst>
                <a:path w="893445" h="579754">
                  <a:moveTo>
                    <a:pt x="0" y="0"/>
                  </a:moveTo>
                  <a:lnTo>
                    <a:pt x="893064" y="0"/>
                  </a:lnTo>
                  <a:lnTo>
                    <a:pt x="893064" y="470534"/>
                  </a:lnTo>
                  <a:lnTo>
                    <a:pt x="832214" y="471705"/>
                  </a:lnTo>
                  <a:lnTo>
                    <a:pt x="776862" y="475016"/>
                  </a:lnTo>
                  <a:lnTo>
                    <a:pt x="726428" y="480171"/>
                  </a:lnTo>
                  <a:lnTo>
                    <a:pt x="680333" y="486870"/>
                  </a:lnTo>
                  <a:lnTo>
                    <a:pt x="637999" y="494816"/>
                  </a:lnTo>
                  <a:lnTo>
                    <a:pt x="598847" y="503710"/>
                  </a:lnTo>
                  <a:lnTo>
                    <a:pt x="527776" y="523148"/>
                  </a:lnTo>
                  <a:lnTo>
                    <a:pt x="462491" y="542799"/>
                  </a:lnTo>
                  <a:lnTo>
                    <a:pt x="430572" y="551958"/>
                  </a:lnTo>
                  <a:lnTo>
                    <a:pt x="365287" y="567451"/>
                  </a:lnTo>
                  <a:lnTo>
                    <a:pt x="294216" y="577189"/>
                  </a:lnTo>
                  <a:lnTo>
                    <a:pt x="255064" y="579154"/>
                  </a:lnTo>
                  <a:lnTo>
                    <a:pt x="212730" y="578785"/>
                  </a:lnTo>
                  <a:lnTo>
                    <a:pt x="166635" y="575784"/>
                  </a:lnTo>
                  <a:lnTo>
                    <a:pt x="116201" y="569852"/>
                  </a:lnTo>
                  <a:lnTo>
                    <a:pt x="60849" y="560692"/>
                  </a:lnTo>
                  <a:lnTo>
                    <a:pt x="0" y="548005"/>
                  </a:lnTo>
                  <a:lnTo>
                    <a:pt x="0" y="0"/>
                  </a:lnTo>
                  <a:close/>
                </a:path>
              </a:pathLst>
            </a:custGeom>
            <a:ln w="12192">
              <a:solidFill>
                <a:srgbClr val="000000"/>
              </a:solidFill>
            </a:ln>
          </p:spPr>
          <p:txBody>
            <a:bodyPr wrap="square" lIns="0" tIns="0" rIns="0" bIns="0" rtlCol="0"/>
            <a:lstStyle/>
            <a:p>
              <a:endParaRPr/>
            </a:p>
          </p:txBody>
        </p:sp>
        <p:sp>
          <p:nvSpPr>
            <p:cNvPr id="132" name="object 84">
              <a:extLst>
                <a:ext uri="{FF2B5EF4-FFF2-40B4-BE49-F238E27FC236}">
                  <a16:creationId xmlns:a16="http://schemas.microsoft.com/office/drawing/2014/main" id="{9004A5DA-B571-B6E1-4763-711EA10DC84E}"/>
                </a:ext>
              </a:extLst>
            </p:cNvPr>
            <p:cNvSpPr/>
            <p:nvPr/>
          </p:nvSpPr>
          <p:spPr>
            <a:xfrm>
              <a:off x="8250936" y="2967228"/>
              <a:ext cx="893444" cy="576580"/>
            </a:xfrm>
            <a:custGeom>
              <a:avLst/>
              <a:gdLst/>
              <a:ahLst/>
              <a:cxnLst/>
              <a:rect l="l" t="t" r="r" b="b"/>
              <a:pathLst>
                <a:path w="893445" h="576579">
                  <a:moveTo>
                    <a:pt x="893064" y="0"/>
                  </a:moveTo>
                  <a:lnTo>
                    <a:pt x="0" y="0"/>
                  </a:lnTo>
                  <a:lnTo>
                    <a:pt x="0" y="545084"/>
                  </a:lnTo>
                  <a:lnTo>
                    <a:pt x="60849" y="557709"/>
                  </a:lnTo>
                  <a:lnTo>
                    <a:pt x="116201" y="566825"/>
                  </a:lnTo>
                  <a:lnTo>
                    <a:pt x="166635" y="572731"/>
                  </a:lnTo>
                  <a:lnTo>
                    <a:pt x="212730" y="575722"/>
                  </a:lnTo>
                  <a:lnTo>
                    <a:pt x="255064" y="576095"/>
                  </a:lnTo>
                  <a:lnTo>
                    <a:pt x="294216" y="574146"/>
                  </a:lnTo>
                  <a:lnTo>
                    <a:pt x="365287" y="564472"/>
                  </a:lnTo>
                  <a:lnTo>
                    <a:pt x="430572" y="549073"/>
                  </a:lnTo>
                  <a:lnTo>
                    <a:pt x="527776" y="520433"/>
                  </a:lnTo>
                  <a:lnTo>
                    <a:pt x="562299" y="510596"/>
                  </a:lnTo>
                  <a:lnTo>
                    <a:pt x="637999" y="492265"/>
                  </a:lnTo>
                  <a:lnTo>
                    <a:pt x="680333" y="484364"/>
                  </a:lnTo>
                  <a:lnTo>
                    <a:pt x="726428" y="477703"/>
                  </a:lnTo>
                  <a:lnTo>
                    <a:pt x="776862" y="472578"/>
                  </a:lnTo>
                  <a:lnTo>
                    <a:pt x="832214" y="469285"/>
                  </a:lnTo>
                  <a:lnTo>
                    <a:pt x="893064" y="468122"/>
                  </a:lnTo>
                  <a:lnTo>
                    <a:pt x="893064" y="0"/>
                  </a:lnTo>
                  <a:close/>
                </a:path>
              </a:pathLst>
            </a:custGeom>
            <a:solidFill>
              <a:srgbClr val="C0C0C0"/>
            </a:solidFill>
          </p:spPr>
          <p:txBody>
            <a:bodyPr wrap="square" lIns="0" tIns="0" rIns="0" bIns="0" rtlCol="0"/>
            <a:lstStyle/>
            <a:p>
              <a:endParaRPr/>
            </a:p>
          </p:txBody>
        </p:sp>
        <p:sp>
          <p:nvSpPr>
            <p:cNvPr id="133" name="object 85">
              <a:extLst>
                <a:ext uri="{FF2B5EF4-FFF2-40B4-BE49-F238E27FC236}">
                  <a16:creationId xmlns:a16="http://schemas.microsoft.com/office/drawing/2014/main" id="{23F9242C-CC25-B794-C745-FADAB31FCDC2}"/>
                </a:ext>
              </a:extLst>
            </p:cNvPr>
            <p:cNvSpPr/>
            <p:nvPr/>
          </p:nvSpPr>
          <p:spPr>
            <a:xfrm>
              <a:off x="8250936" y="2967228"/>
              <a:ext cx="893444" cy="576580"/>
            </a:xfrm>
            <a:custGeom>
              <a:avLst/>
              <a:gdLst/>
              <a:ahLst/>
              <a:cxnLst/>
              <a:rect l="l" t="t" r="r" b="b"/>
              <a:pathLst>
                <a:path w="893445" h="576579">
                  <a:moveTo>
                    <a:pt x="0" y="0"/>
                  </a:moveTo>
                  <a:lnTo>
                    <a:pt x="893064" y="0"/>
                  </a:lnTo>
                  <a:lnTo>
                    <a:pt x="893064" y="468122"/>
                  </a:lnTo>
                  <a:lnTo>
                    <a:pt x="832214" y="469285"/>
                  </a:lnTo>
                  <a:lnTo>
                    <a:pt x="776862" y="472578"/>
                  </a:lnTo>
                  <a:lnTo>
                    <a:pt x="726428" y="477703"/>
                  </a:lnTo>
                  <a:lnTo>
                    <a:pt x="680333" y="484364"/>
                  </a:lnTo>
                  <a:lnTo>
                    <a:pt x="637999" y="492265"/>
                  </a:lnTo>
                  <a:lnTo>
                    <a:pt x="598847" y="501107"/>
                  </a:lnTo>
                  <a:lnTo>
                    <a:pt x="527776" y="520433"/>
                  </a:lnTo>
                  <a:lnTo>
                    <a:pt x="462491" y="539969"/>
                  </a:lnTo>
                  <a:lnTo>
                    <a:pt x="430572" y="549073"/>
                  </a:lnTo>
                  <a:lnTo>
                    <a:pt x="365287" y="564472"/>
                  </a:lnTo>
                  <a:lnTo>
                    <a:pt x="294216" y="574146"/>
                  </a:lnTo>
                  <a:lnTo>
                    <a:pt x="255064" y="576095"/>
                  </a:lnTo>
                  <a:lnTo>
                    <a:pt x="212730" y="575722"/>
                  </a:lnTo>
                  <a:lnTo>
                    <a:pt x="166635" y="572731"/>
                  </a:lnTo>
                  <a:lnTo>
                    <a:pt x="116201" y="566825"/>
                  </a:lnTo>
                  <a:lnTo>
                    <a:pt x="60849" y="557709"/>
                  </a:lnTo>
                  <a:lnTo>
                    <a:pt x="0" y="545084"/>
                  </a:lnTo>
                  <a:lnTo>
                    <a:pt x="0" y="0"/>
                  </a:lnTo>
                  <a:close/>
                </a:path>
              </a:pathLst>
            </a:custGeom>
            <a:ln w="12192">
              <a:solidFill>
                <a:srgbClr val="000000"/>
              </a:solidFill>
            </a:ln>
          </p:spPr>
          <p:txBody>
            <a:bodyPr wrap="square" lIns="0" tIns="0" rIns="0" bIns="0" rtlCol="0"/>
            <a:lstStyle/>
            <a:p>
              <a:endParaRPr/>
            </a:p>
          </p:txBody>
        </p:sp>
        <p:pic>
          <p:nvPicPr>
            <p:cNvPr id="134" name="object 86">
              <a:extLst>
                <a:ext uri="{FF2B5EF4-FFF2-40B4-BE49-F238E27FC236}">
                  <a16:creationId xmlns:a16="http://schemas.microsoft.com/office/drawing/2014/main" id="{B22F5F9F-8ACA-6107-AF5C-09D2D3673C5C}"/>
                </a:ext>
              </a:extLst>
            </p:cNvPr>
            <p:cNvPicPr/>
            <p:nvPr/>
          </p:nvPicPr>
          <p:blipFill>
            <a:blip r:embed="rId19" cstate="print"/>
            <a:stretch>
              <a:fillRect/>
            </a:stretch>
          </p:blipFill>
          <p:spPr>
            <a:xfrm>
              <a:off x="8141208" y="3051048"/>
              <a:ext cx="908303" cy="592835"/>
            </a:xfrm>
            <a:prstGeom prst="rect">
              <a:avLst/>
            </a:prstGeom>
          </p:spPr>
        </p:pic>
        <p:sp>
          <p:nvSpPr>
            <p:cNvPr id="135" name="object 87">
              <a:extLst>
                <a:ext uri="{FF2B5EF4-FFF2-40B4-BE49-F238E27FC236}">
                  <a16:creationId xmlns:a16="http://schemas.microsoft.com/office/drawing/2014/main" id="{B45EA8A6-FC17-9AF4-10E4-E4C831C0BDA2}"/>
                </a:ext>
              </a:extLst>
            </p:cNvPr>
            <p:cNvSpPr/>
            <p:nvPr/>
          </p:nvSpPr>
          <p:spPr>
            <a:xfrm>
              <a:off x="8122920" y="3084576"/>
              <a:ext cx="893444" cy="577850"/>
            </a:xfrm>
            <a:custGeom>
              <a:avLst/>
              <a:gdLst/>
              <a:ahLst/>
              <a:cxnLst/>
              <a:rect l="l" t="t" r="r" b="b"/>
              <a:pathLst>
                <a:path w="893445" h="577850">
                  <a:moveTo>
                    <a:pt x="893063" y="0"/>
                  </a:moveTo>
                  <a:lnTo>
                    <a:pt x="0" y="0"/>
                  </a:lnTo>
                  <a:lnTo>
                    <a:pt x="0" y="546481"/>
                  </a:lnTo>
                  <a:lnTo>
                    <a:pt x="60849" y="559137"/>
                  </a:lnTo>
                  <a:lnTo>
                    <a:pt x="116201" y="568275"/>
                  </a:lnTo>
                  <a:lnTo>
                    <a:pt x="166635" y="574194"/>
                  </a:lnTo>
                  <a:lnTo>
                    <a:pt x="212730" y="577190"/>
                  </a:lnTo>
                  <a:lnTo>
                    <a:pt x="255064" y="577561"/>
                  </a:lnTo>
                  <a:lnTo>
                    <a:pt x="294216" y="575604"/>
                  </a:lnTo>
                  <a:lnTo>
                    <a:pt x="365287" y="565898"/>
                  </a:lnTo>
                  <a:lnTo>
                    <a:pt x="430572" y="550452"/>
                  </a:lnTo>
                  <a:lnTo>
                    <a:pt x="527776" y="521727"/>
                  </a:lnTo>
                  <a:lnTo>
                    <a:pt x="562299" y="511861"/>
                  </a:lnTo>
                  <a:lnTo>
                    <a:pt x="637999" y="493477"/>
                  </a:lnTo>
                  <a:lnTo>
                    <a:pt x="680333" y="485554"/>
                  </a:lnTo>
                  <a:lnTo>
                    <a:pt x="726428" y="478874"/>
                  </a:lnTo>
                  <a:lnTo>
                    <a:pt x="776862" y="473734"/>
                  </a:lnTo>
                  <a:lnTo>
                    <a:pt x="832214" y="470431"/>
                  </a:lnTo>
                  <a:lnTo>
                    <a:pt x="893063" y="469264"/>
                  </a:lnTo>
                  <a:lnTo>
                    <a:pt x="893063" y="0"/>
                  </a:lnTo>
                  <a:close/>
                </a:path>
              </a:pathLst>
            </a:custGeom>
            <a:solidFill>
              <a:srgbClr val="DDDDDD"/>
            </a:solidFill>
          </p:spPr>
          <p:txBody>
            <a:bodyPr wrap="square" lIns="0" tIns="0" rIns="0" bIns="0" rtlCol="0"/>
            <a:lstStyle/>
            <a:p>
              <a:endParaRPr/>
            </a:p>
          </p:txBody>
        </p:sp>
        <p:sp>
          <p:nvSpPr>
            <p:cNvPr id="136" name="object 88">
              <a:extLst>
                <a:ext uri="{FF2B5EF4-FFF2-40B4-BE49-F238E27FC236}">
                  <a16:creationId xmlns:a16="http://schemas.microsoft.com/office/drawing/2014/main" id="{15E56C20-D818-0EA0-AE9D-5AFF1B01576A}"/>
                </a:ext>
              </a:extLst>
            </p:cNvPr>
            <p:cNvSpPr/>
            <p:nvPr/>
          </p:nvSpPr>
          <p:spPr>
            <a:xfrm>
              <a:off x="8122920" y="3084576"/>
              <a:ext cx="893444" cy="577850"/>
            </a:xfrm>
            <a:custGeom>
              <a:avLst/>
              <a:gdLst/>
              <a:ahLst/>
              <a:cxnLst/>
              <a:rect l="l" t="t" r="r" b="b"/>
              <a:pathLst>
                <a:path w="893445" h="577850">
                  <a:moveTo>
                    <a:pt x="0" y="0"/>
                  </a:moveTo>
                  <a:lnTo>
                    <a:pt x="893063" y="0"/>
                  </a:lnTo>
                  <a:lnTo>
                    <a:pt x="893063" y="469264"/>
                  </a:lnTo>
                  <a:lnTo>
                    <a:pt x="832214" y="470431"/>
                  </a:lnTo>
                  <a:lnTo>
                    <a:pt x="776862" y="473734"/>
                  </a:lnTo>
                  <a:lnTo>
                    <a:pt x="726428" y="478874"/>
                  </a:lnTo>
                  <a:lnTo>
                    <a:pt x="680333" y="485554"/>
                  </a:lnTo>
                  <a:lnTo>
                    <a:pt x="637999" y="493477"/>
                  </a:lnTo>
                  <a:lnTo>
                    <a:pt x="598847" y="502345"/>
                  </a:lnTo>
                  <a:lnTo>
                    <a:pt x="527776" y="521727"/>
                  </a:lnTo>
                  <a:lnTo>
                    <a:pt x="462491" y="541320"/>
                  </a:lnTo>
                  <a:lnTo>
                    <a:pt x="430572" y="550452"/>
                  </a:lnTo>
                  <a:lnTo>
                    <a:pt x="365287" y="565898"/>
                  </a:lnTo>
                  <a:lnTo>
                    <a:pt x="294216" y="575604"/>
                  </a:lnTo>
                  <a:lnTo>
                    <a:pt x="255064" y="577561"/>
                  </a:lnTo>
                  <a:lnTo>
                    <a:pt x="212730" y="577190"/>
                  </a:lnTo>
                  <a:lnTo>
                    <a:pt x="166635" y="574194"/>
                  </a:lnTo>
                  <a:lnTo>
                    <a:pt x="116201" y="568275"/>
                  </a:lnTo>
                  <a:lnTo>
                    <a:pt x="60849" y="559137"/>
                  </a:lnTo>
                  <a:lnTo>
                    <a:pt x="0" y="546481"/>
                  </a:lnTo>
                  <a:lnTo>
                    <a:pt x="0" y="0"/>
                  </a:lnTo>
                  <a:close/>
                </a:path>
              </a:pathLst>
            </a:custGeom>
            <a:ln w="12192">
              <a:solidFill>
                <a:srgbClr val="000000"/>
              </a:solidFill>
            </a:ln>
          </p:spPr>
          <p:txBody>
            <a:bodyPr wrap="square" lIns="0" tIns="0" rIns="0" bIns="0" rtlCol="0"/>
            <a:lstStyle/>
            <a:p>
              <a:endParaRPr/>
            </a:p>
          </p:txBody>
        </p:sp>
        <p:pic>
          <p:nvPicPr>
            <p:cNvPr id="137" name="object 89">
              <a:extLst>
                <a:ext uri="{FF2B5EF4-FFF2-40B4-BE49-F238E27FC236}">
                  <a16:creationId xmlns:a16="http://schemas.microsoft.com/office/drawing/2014/main" id="{96DBB962-7873-AE3A-4B1C-36F41B6D572F}"/>
                </a:ext>
              </a:extLst>
            </p:cNvPr>
            <p:cNvPicPr/>
            <p:nvPr/>
          </p:nvPicPr>
          <p:blipFill>
            <a:blip r:embed="rId20" cstate="print"/>
            <a:stretch>
              <a:fillRect/>
            </a:stretch>
          </p:blipFill>
          <p:spPr>
            <a:xfrm>
              <a:off x="8010144" y="3168396"/>
              <a:ext cx="906779" cy="594359"/>
            </a:xfrm>
            <a:prstGeom prst="rect">
              <a:avLst/>
            </a:prstGeom>
          </p:spPr>
        </p:pic>
        <p:sp>
          <p:nvSpPr>
            <p:cNvPr id="138" name="object 90">
              <a:extLst>
                <a:ext uri="{FF2B5EF4-FFF2-40B4-BE49-F238E27FC236}">
                  <a16:creationId xmlns:a16="http://schemas.microsoft.com/office/drawing/2014/main" id="{46DB1ADC-0C74-9348-8107-882D1F787F7B}"/>
                </a:ext>
              </a:extLst>
            </p:cNvPr>
            <p:cNvSpPr/>
            <p:nvPr/>
          </p:nvSpPr>
          <p:spPr>
            <a:xfrm>
              <a:off x="7991856" y="3201924"/>
              <a:ext cx="891540" cy="579755"/>
            </a:xfrm>
            <a:custGeom>
              <a:avLst/>
              <a:gdLst/>
              <a:ahLst/>
              <a:cxnLst/>
              <a:rect l="l" t="t" r="r" b="b"/>
              <a:pathLst>
                <a:path w="891540" h="579754">
                  <a:moveTo>
                    <a:pt x="891540" y="0"/>
                  </a:moveTo>
                  <a:lnTo>
                    <a:pt x="0" y="0"/>
                  </a:lnTo>
                  <a:lnTo>
                    <a:pt x="0" y="548005"/>
                  </a:lnTo>
                  <a:lnTo>
                    <a:pt x="60745" y="560692"/>
                  </a:lnTo>
                  <a:lnTo>
                    <a:pt x="116003" y="569852"/>
                  </a:lnTo>
                  <a:lnTo>
                    <a:pt x="166351" y="575784"/>
                  </a:lnTo>
                  <a:lnTo>
                    <a:pt x="212367" y="578785"/>
                  </a:lnTo>
                  <a:lnTo>
                    <a:pt x="254629" y="579154"/>
                  </a:lnTo>
                  <a:lnTo>
                    <a:pt x="293714" y="577189"/>
                  </a:lnTo>
                  <a:lnTo>
                    <a:pt x="364664" y="567451"/>
                  </a:lnTo>
                  <a:lnTo>
                    <a:pt x="429837" y="551958"/>
                  </a:lnTo>
                  <a:lnTo>
                    <a:pt x="526875" y="523148"/>
                  </a:lnTo>
                  <a:lnTo>
                    <a:pt x="561340" y="513254"/>
                  </a:lnTo>
                  <a:lnTo>
                    <a:pt x="636910" y="494816"/>
                  </a:lnTo>
                  <a:lnTo>
                    <a:pt x="679172" y="486870"/>
                  </a:lnTo>
                  <a:lnTo>
                    <a:pt x="725188" y="480171"/>
                  </a:lnTo>
                  <a:lnTo>
                    <a:pt x="775536" y="475016"/>
                  </a:lnTo>
                  <a:lnTo>
                    <a:pt x="830794" y="471705"/>
                  </a:lnTo>
                  <a:lnTo>
                    <a:pt x="891540" y="470534"/>
                  </a:lnTo>
                  <a:lnTo>
                    <a:pt x="891540" y="0"/>
                  </a:lnTo>
                  <a:close/>
                </a:path>
              </a:pathLst>
            </a:custGeom>
            <a:solidFill>
              <a:srgbClr val="EAEAEA"/>
            </a:solidFill>
          </p:spPr>
          <p:txBody>
            <a:bodyPr wrap="square" lIns="0" tIns="0" rIns="0" bIns="0" rtlCol="0"/>
            <a:lstStyle/>
            <a:p>
              <a:endParaRPr/>
            </a:p>
          </p:txBody>
        </p:sp>
        <p:sp>
          <p:nvSpPr>
            <p:cNvPr id="139" name="object 91">
              <a:extLst>
                <a:ext uri="{FF2B5EF4-FFF2-40B4-BE49-F238E27FC236}">
                  <a16:creationId xmlns:a16="http://schemas.microsoft.com/office/drawing/2014/main" id="{52B99313-DE77-0157-6BCA-E2499EDBBF2E}"/>
                </a:ext>
              </a:extLst>
            </p:cNvPr>
            <p:cNvSpPr/>
            <p:nvPr/>
          </p:nvSpPr>
          <p:spPr>
            <a:xfrm>
              <a:off x="7991856" y="3201924"/>
              <a:ext cx="891540" cy="579755"/>
            </a:xfrm>
            <a:custGeom>
              <a:avLst/>
              <a:gdLst/>
              <a:ahLst/>
              <a:cxnLst/>
              <a:rect l="l" t="t" r="r" b="b"/>
              <a:pathLst>
                <a:path w="891540" h="579754">
                  <a:moveTo>
                    <a:pt x="0" y="0"/>
                  </a:moveTo>
                  <a:lnTo>
                    <a:pt x="891540" y="0"/>
                  </a:lnTo>
                  <a:lnTo>
                    <a:pt x="891540" y="470534"/>
                  </a:lnTo>
                  <a:lnTo>
                    <a:pt x="830794" y="471705"/>
                  </a:lnTo>
                  <a:lnTo>
                    <a:pt x="775536" y="475016"/>
                  </a:lnTo>
                  <a:lnTo>
                    <a:pt x="725188" y="480171"/>
                  </a:lnTo>
                  <a:lnTo>
                    <a:pt x="679172" y="486870"/>
                  </a:lnTo>
                  <a:lnTo>
                    <a:pt x="636910" y="494816"/>
                  </a:lnTo>
                  <a:lnTo>
                    <a:pt x="597825" y="503710"/>
                  </a:lnTo>
                  <a:lnTo>
                    <a:pt x="526875" y="523148"/>
                  </a:lnTo>
                  <a:lnTo>
                    <a:pt x="461702" y="542799"/>
                  </a:lnTo>
                  <a:lnTo>
                    <a:pt x="429837" y="551958"/>
                  </a:lnTo>
                  <a:lnTo>
                    <a:pt x="364664" y="567451"/>
                  </a:lnTo>
                  <a:lnTo>
                    <a:pt x="293714" y="577189"/>
                  </a:lnTo>
                  <a:lnTo>
                    <a:pt x="254629" y="579154"/>
                  </a:lnTo>
                  <a:lnTo>
                    <a:pt x="212367" y="578785"/>
                  </a:lnTo>
                  <a:lnTo>
                    <a:pt x="166351" y="575784"/>
                  </a:lnTo>
                  <a:lnTo>
                    <a:pt x="116003" y="569852"/>
                  </a:lnTo>
                  <a:lnTo>
                    <a:pt x="60745" y="560692"/>
                  </a:lnTo>
                  <a:lnTo>
                    <a:pt x="0" y="548005"/>
                  </a:lnTo>
                  <a:lnTo>
                    <a:pt x="0" y="0"/>
                  </a:lnTo>
                  <a:close/>
                </a:path>
              </a:pathLst>
            </a:custGeom>
            <a:ln w="12192">
              <a:solidFill>
                <a:srgbClr val="000000"/>
              </a:solidFill>
            </a:ln>
          </p:spPr>
          <p:txBody>
            <a:bodyPr wrap="square" lIns="0" tIns="0" rIns="0" bIns="0" rtlCol="0"/>
            <a:lstStyle/>
            <a:p>
              <a:endParaRPr/>
            </a:p>
          </p:txBody>
        </p:sp>
        <p:pic>
          <p:nvPicPr>
            <p:cNvPr id="140" name="object 92">
              <a:extLst>
                <a:ext uri="{FF2B5EF4-FFF2-40B4-BE49-F238E27FC236}">
                  <a16:creationId xmlns:a16="http://schemas.microsoft.com/office/drawing/2014/main" id="{D8CFC511-7DDC-36B0-DAE0-2C95EC5C952D}"/>
                </a:ext>
              </a:extLst>
            </p:cNvPr>
            <p:cNvPicPr/>
            <p:nvPr/>
          </p:nvPicPr>
          <p:blipFill>
            <a:blip r:embed="rId21" cstate="print"/>
            <a:stretch>
              <a:fillRect/>
            </a:stretch>
          </p:blipFill>
          <p:spPr>
            <a:xfrm>
              <a:off x="7627620" y="2488692"/>
              <a:ext cx="888492" cy="513588"/>
            </a:xfrm>
            <a:prstGeom prst="rect">
              <a:avLst/>
            </a:prstGeom>
          </p:spPr>
        </p:pic>
        <p:pic>
          <p:nvPicPr>
            <p:cNvPr id="141" name="object 93">
              <a:extLst>
                <a:ext uri="{FF2B5EF4-FFF2-40B4-BE49-F238E27FC236}">
                  <a16:creationId xmlns:a16="http://schemas.microsoft.com/office/drawing/2014/main" id="{04B7AAF5-DAB2-7920-09D3-D4FED11A2906}"/>
                </a:ext>
              </a:extLst>
            </p:cNvPr>
            <p:cNvPicPr/>
            <p:nvPr/>
          </p:nvPicPr>
          <p:blipFill>
            <a:blip r:embed="rId22" cstate="print"/>
            <a:stretch>
              <a:fillRect/>
            </a:stretch>
          </p:blipFill>
          <p:spPr>
            <a:xfrm>
              <a:off x="7853172" y="2735580"/>
              <a:ext cx="438912" cy="513588"/>
            </a:xfrm>
            <a:prstGeom prst="rect">
              <a:avLst/>
            </a:prstGeom>
          </p:spPr>
        </p:pic>
      </p:grpSp>
      <p:sp>
        <p:nvSpPr>
          <p:cNvPr id="142" name="object 94">
            <a:extLst>
              <a:ext uri="{FF2B5EF4-FFF2-40B4-BE49-F238E27FC236}">
                <a16:creationId xmlns:a16="http://schemas.microsoft.com/office/drawing/2014/main" id="{C7A058CE-92EF-B847-EC37-ECE632A5807F}"/>
              </a:ext>
            </a:extLst>
          </p:cNvPr>
          <p:cNvSpPr txBox="1"/>
          <p:nvPr/>
        </p:nvSpPr>
        <p:spPr>
          <a:xfrm>
            <a:off x="7258123" y="5086733"/>
            <a:ext cx="1036955" cy="285750"/>
          </a:xfrm>
          <a:prstGeom prst="rect">
            <a:avLst/>
          </a:prstGeom>
        </p:spPr>
        <p:txBody>
          <a:bodyPr vert="horz" wrap="square" lIns="0" tIns="13335" rIns="0" bIns="0" rtlCol="0">
            <a:spAutoFit/>
          </a:bodyPr>
          <a:lstStyle/>
          <a:p>
            <a:pPr marL="12700">
              <a:lnSpc>
                <a:spcPct val="100000"/>
              </a:lnSpc>
              <a:spcBef>
                <a:spcPts val="105"/>
              </a:spcBef>
            </a:pPr>
            <a:r>
              <a:rPr sz="1700" spc="-5" dirty="0">
                <a:solidFill>
                  <a:srgbClr val="000099"/>
                </a:solidFill>
                <a:latin typeface="Tahoma"/>
                <a:cs typeface="Tahoma"/>
              </a:rPr>
              <a:t>Production</a:t>
            </a:r>
            <a:endParaRPr sz="1700" dirty="0">
              <a:latin typeface="Tahoma"/>
              <a:cs typeface="Tahoma"/>
            </a:endParaRPr>
          </a:p>
        </p:txBody>
      </p:sp>
      <p:sp>
        <p:nvSpPr>
          <p:cNvPr id="143" name="object 95">
            <a:extLst>
              <a:ext uri="{FF2B5EF4-FFF2-40B4-BE49-F238E27FC236}">
                <a16:creationId xmlns:a16="http://schemas.microsoft.com/office/drawing/2014/main" id="{C9B3CD2B-C036-A46E-F6AD-2584346ABA1E}"/>
              </a:ext>
            </a:extLst>
          </p:cNvPr>
          <p:cNvSpPr txBox="1"/>
          <p:nvPr/>
        </p:nvSpPr>
        <p:spPr>
          <a:xfrm>
            <a:off x="7548954" y="2382826"/>
            <a:ext cx="906779" cy="287899"/>
          </a:xfrm>
          <a:prstGeom prst="rect">
            <a:avLst/>
          </a:prstGeom>
        </p:spPr>
        <p:txBody>
          <a:bodyPr vert="horz" wrap="square" lIns="0" tIns="43815" rIns="0" bIns="0" rtlCol="0">
            <a:spAutoFit/>
          </a:bodyPr>
          <a:lstStyle/>
          <a:p>
            <a:pPr marL="238125" marR="5080" indent="-226060">
              <a:lnSpc>
                <a:spcPts val="1939"/>
              </a:lnSpc>
              <a:spcBef>
                <a:spcPts val="345"/>
              </a:spcBef>
            </a:pPr>
            <a:r>
              <a:rPr sz="1800" b="1" spc="-5" dirty="0">
                <a:latin typeface="Tahoma"/>
                <a:cs typeface="Tahoma"/>
              </a:rPr>
              <a:t>Fr</a:t>
            </a:r>
            <a:r>
              <a:rPr sz="1800" b="1" spc="-10" dirty="0">
                <a:latin typeface="Tahoma"/>
                <a:cs typeface="Tahoma"/>
              </a:rPr>
              <a:t>i</a:t>
            </a:r>
            <a:r>
              <a:rPr sz="1800" b="1" spc="-5" dirty="0">
                <a:latin typeface="Tahoma"/>
                <a:cs typeface="Tahoma"/>
              </a:rPr>
              <a:t>da</a:t>
            </a:r>
            <a:r>
              <a:rPr sz="1800" b="1" dirty="0">
                <a:latin typeface="Tahoma"/>
                <a:cs typeface="Tahoma"/>
              </a:rPr>
              <a:t>y</a:t>
            </a:r>
            <a:endParaRPr sz="1800" dirty="0">
              <a:latin typeface="Tahoma"/>
              <a:cs typeface="Tahoma"/>
            </a:endParaRPr>
          </a:p>
        </p:txBody>
      </p:sp>
      <p:grpSp>
        <p:nvGrpSpPr>
          <p:cNvPr id="144" name="object 96">
            <a:extLst>
              <a:ext uri="{FF2B5EF4-FFF2-40B4-BE49-F238E27FC236}">
                <a16:creationId xmlns:a16="http://schemas.microsoft.com/office/drawing/2014/main" id="{D6F3062B-1468-28A5-EF3B-8997EF15C396}"/>
              </a:ext>
            </a:extLst>
          </p:cNvPr>
          <p:cNvGrpSpPr/>
          <p:nvPr/>
        </p:nvGrpSpPr>
        <p:grpSpPr>
          <a:xfrm>
            <a:off x="5732854" y="4786048"/>
            <a:ext cx="1412875" cy="337185"/>
            <a:chOff x="5943600" y="4953000"/>
            <a:chExt cx="1412875" cy="337185"/>
          </a:xfrm>
        </p:grpSpPr>
        <p:sp>
          <p:nvSpPr>
            <p:cNvPr id="145" name="object 97">
              <a:extLst>
                <a:ext uri="{FF2B5EF4-FFF2-40B4-BE49-F238E27FC236}">
                  <a16:creationId xmlns:a16="http://schemas.microsoft.com/office/drawing/2014/main" id="{0861C4DC-73A2-D1DE-A3DC-179C3A022E5F}"/>
                </a:ext>
              </a:extLst>
            </p:cNvPr>
            <p:cNvSpPr/>
            <p:nvPr/>
          </p:nvSpPr>
          <p:spPr>
            <a:xfrm>
              <a:off x="5943600" y="4953000"/>
              <a:ext cx="52069" cy="320040"/>
            </a:xfrm>
            <a:custGeom>
              <a:avLst/>
              <a:gdLst/>
              <a:ahLst/>
              <a:cxnLst/>
              <a:rect l="l" t="t" r="r" b="b"/>
              <a:pathLst>
                <a:path w="52070" h="320039">
                  <a:moveTo>
                    <a:pt x="51815" y="0"/>
                  </a:moveTo>
                  <a:lnTo>
                    <a:pt x="0" y="0"/>
                  </a:lnTo>
                  <a:lnTo>
                    <a:pt x="0" y="320040"/>
                  </a:lnTo>
                  <a:lnTo>
                    <a:pt x="51815" y="320040"/>
                  </a:lnTo>
                  <a:lnTo>
                    <a:pt x="51815" y="0"/>
                  </a:lnTo>
                  <a:close/>
                </a:path>
              </a:pathLst>
            </a:custGeom>
            <a:solidFill>
              <a:srgbClr val="33CCCC"/>
            </a:solidFill>
          </p:spPr>
          <p:txBody>
            <a:bodyPr wrap="square" lIns="0" tIns="0" rIns="0" bIns="0" rtlCol="0"/>
            <a:lstStyle/>
            <a:p>
              <a:endParaRPr/>
            </a:p>
          </p:txBody>
        </p:sp>
        <p:pic>
          <p:nvPicPr>
            <p:cNvPr id="146" name="object 98">
              <a:extLst>
                <a:ext uri="{FF2B5EF4-FFF2-40B4-BE49-F238E27FC236}">
                  <a16:creationId xmlns:a16="http://schemas.microsoft.com/office/drawing/2014/main" id="{F48B05FA-FAF9-A623-39AF-297E26823A63}"/>
                </a:ext>
              </a:extLst>
            </p:cNvPr>
            <p:cNvPicPr/>
            <p:nvPr/>
          </p:nvPicPr>
          <p:blipFill>
            <a:blip r:embed="rId23" cstate="print"/>
            <a:stretch>
              <a:fillRect/>
            </a:stretch>
          </p:blipFill>
          <p:spPr>
            <a:xfrm>
              <a:off x="5948172" y="5218175"/>
              <a:ext cx="1408176" cy="71628"/>
            </a:xfrm>
            <a:prstGeom prst="rect">
              <a:avLst/>
            </a:prstGeom>
          </p:spPr>
        </p:pic>
      </p:grpSp>
      <p:sp>
        <p:nvSpPr>
          <p:cNvPr id="147" name="文本框 146">
            <a:extLst>
              <a:ext uri="{FF2B5EF4-FFF2-40B4-BE49-F238E27FC236}">
                <a16:creationId xmlns:a16="http://schemas.microsoft.com/office/drawing/2014/main" id="{4370CD0B-C849-9C79-16BB-3B52F0E7267F}"/>
              </a:ext>
            </a:extLst>
          </p:cNvPr>
          <p:cNvSpPr txBox="1"/>
          <p:nvPr/>
        </p:nvSpPr>
        <p:spPr>
          <a:xfrm>
            <a:off x="161208" y="4203297"/>
            <a:ext cx="1273490" cy="369332"/>
          </a:xfrm>
          <a:prstGeom prst="rect">
            <a:avLst/>
          </a:prstGeom>
          <a:noFill/>
        </p:spPr>
        <p:txBody>
          <a:bodyPr wrap="none" rtlCol="0">
            <a:spAutoFit/>
          </a:bodyPr>
          <a:lstStyle/>
          <a:p>
            <a:r>
              <a:rPr kumimoji="1" lang="en-US" altLang="zh-CN" b="1" dirty="0">
                <a:solidFill>
                  <a:schemeClr val="bg1"/>
                </a:solidFill>
              </a:rPr>
              <a:t>Full</a:t>
            </a:r>
            <a:r>
              <a:rPr kumimoji="1" lang="zh-CN" altLang="en-US" b="1" dirty="0">
                <a:solidFill>
                  <a:schemeClr val="bg1"/>
                </a:solidFill>
              </a:rPr>
              <a:t> </a:t>
            </a:r>
            <a:r>
              <a:rPr kumimoji="1" lang="en-US" altLang="zh-CN" b="1" dirty="0">
                <a:solidFill>
                  <a:schemeClr val="bg1"/>
                </a:solidFill>
              </a:rPr>
              <a:t>Backup</a:t>
            </a:r>
            <a:endParaRPr kumimoji="1" lang="zh-CN" altLang="en-US" b="1" dirty="0">
              <a:solidFill>
                <a:schemeClr val="bg1"/>
              </a:solidFill>
            </a:endParaRPr>
          </a:p>
        </p:txBody>
      </p:sp>
      <p:sp>
        <p:nvSpPr>
          <p:cNvPr id="148" name="文本框 147">
            <a:extLst>
              <a:ext uri="{FF2B5EF4-FFF2-40B4-BE49-F238E27FC236}">
                <a16:creationId xmlns:a16="http://schemas.microsoft.com/office/drawing/2014/main" id="{61FC2E6A-AFF1-CDB8-FA6B-6D5AF588ECAF}"/>
              </a:ext>
            </a:extLst>
          </p:cNvPr>
          <p:cNvSpPr txBox="1"/>
          <p:nvPr/>
        </p:nvSpPr>
        <p:spPr>
          <a:xfrm>
            <a:off x="1848147" y="4318400"/>
            <a:ext cx="1267270" cy="369332"/>
          </a:xfrm>
          <a:prstGeom prst="rect">
            <a:avLst/>
          </a:prstGeom>
          <a:noFill/>
        </p:spPr>
        <p:txBody>
          <a:bodyPr wrap="none" rtlCol="0">
            <a:spAutoFit/>
          </a:bodyPr>
          <a:lstStyle/>
          <a:p>
            <a:r>
              <a:rPr kumimoji="1" lang="en-US" altLang="zh-CN" b="1" dirty="0">
                <a:solidFill>
                  <a:schemeClr val="bg1"/>
                </a:solidFill>
              </a:rPr>
              <a:t>Cumulative</a:t>
            </a:r>
            <a:endParaRPr kumimoji="1" lang="zh-CN" altLang="en-US" b="1" dirty="0">
              <a:solidFill>
                <a:schemeClr val="bg1"/>
              </a:solidFill>
            </a:endParaRPr>
          </a:p>
        </p:txBody>
      </p:sp>
      <p:pic>
        <p:nvPicPr>
          <p:cNvPr id="149" name="object 23">
            <a:extLst>
              <a:ext uri="{FF2B5EF4-FFF2-40B4-BE49-F238E27FC236}">
                <a16:creationId xmlns:a16="http://schemas.microsoft.com/office/drawing/2014/main" id="{3A4139FA-5A8A-476F-DF93-FAA4E24E4556}"/>
              </a:ext>
            </a:extLst>
          </p:cNvPr>
          <p:cNvPicPr/>
          <p:nvPr/>
        </p:nvPicPr>
        <p:blipFill>
          <a:blip r:embed="rId7" cstate="print"/>
          <a:stretch>
            <a:fillRect/>
          </a:stretch>
        </p:blipFill>
        <p:spPr>
          <a:xfrm>
            <a:off x="3396414" y="4110226"/>
            <a:ext cx="1337310" cy="595884"/>
          </a:xfrm>
          <a:prstGeom prst="rect">
            <a:avLst/>
          </a:prstGeom>
        </p:spPr>
      </p:pic>
      <p:sp>
        <p:nvSpPr>
          <p:cNvPr id="150" name="文本框 149">
            <a:extLst>
              <a:ext uri="{FF2B5EF4-FFF2-40B4-BE49-F238E27FC236}">
                <a16:creationId xmlns:a16="http://schemas.microsoft.com/office/drawing/2014/main" id="{D6640487-98DE-4A75-E6C3-2DEB2356F783}"/>
              </a:ext>
            </a:extLst>
          </p:cNvPr>
          <p:cNvSpPr txBox="1"/>
          <p:nvPr/>
        </p:nvSpPr>
        <p:spPr>
          <a:xfrm>
            <a:off x="3453839" y="4338158"/>
            <a:ext cx="1267270" cy="369332"/>
          </a:xfrm>
          <a:prstGeom prst="rect">
            <a:avLst/>
          </a:prstGeom>
          <a:noFill/>
        </p:spPr>
        <p:txBody>
          <a:bodyPr wrap="none" rtlCol="0">
            <a:spAutoFit/>
          </a:bodyPr>
          <a:lstStyle/>
          <a:p>
            <a:r>
              <a:rPr kumimoji="1" lang="en-US" altLang="zh-CN" b="1" dirty="0">
                <a:solidFill>
                  <a:schemeClr val="bg1"/>
                </a:solidFill>
              </a:rPr>
              <a:t>Cumulative</a:t>
            </a:r>
            <a:endParaRPr kumimoji="1" lang="zh-CN" altLang="en-US" b="1" dirty="0">
              <a:solidFill>
                <a:schemeClr val="bg1"/>
              </a:solidFill>
            </a:endParaRPr>
          </a:p>
        </p:txBody>
      </p:sp>
      <p:pic>
        <p:nvPicPr>
          <p:cNvPr id="151" name="object 23">
            <a:extLst>
              <a:ext uri="{FF2B5EF4-FFF2-40B4-BE49-F238E27FC236}">
                <a16:creationId xmlns:a16="http://schemas.microsoft.com/office/drawing/2014/main" id="{83418382-48D0-37AA-38FB-003E7A5B1902}"/>
              </a:ext>
            </a:extLst>
          </p:cNvPr>
          <p:cNvPicPr/>
          <p:nvPr/>
        </p:nvPicPr>
        <p:blipFill>
          <a:blip r:embed="rId7" cstate="print"/>
          <a:stretch>
            <a:fillRect/>
          </a:stretch>
        </p:blipFill>
        <p:spPr>
          <a:xfrm>
            <a:off x="5011091" y="4128753"/>
            <a:ext cx="1337310" cy="595884"/>
          </a:xfrm>
          <a:prstGeom prst="rect">
            <a:avLst/>
          </a:prstGeom>
        </p:spPr>
      </p:pic>
      <p:sp>
        <p:nvSpPr>
          <p:cNvPr id="152" name="文本框 151">
            <a:extLst>
              <a:ext uri="{FF2B5EF4-FFF2-40B4-BE49-F238E27FC236}">
                <a16:creationId xmlns:a16="http://schemas.microsoft.com/office/drawing/2014/main" id="{0911F4B4-DEC4-72A8-1124-DFA5982E58FD}"/>
              </a:ext>
            </a:extLst>
          </p:cNvPr>
          <p:cNvSpPr txBox="1"/>
          <p:nvPr/>
        </p:nvSpPr>
        <p:spPr>
          <a:xfrm>
            <a:off x="5068516" y="4356685"/>
            <a:ext cx="1267270" cy="369332"/>
          </a:xfrm>
          <a:prstGeom prst="rect">
            <a:avLst/>
          </a:prstGeom>
          <a:noFill/>
        </p:spPr>
        <p:txBody>
          <a:bodyPr wrap="none" rtlCol="0">
            <a:spAutoFit/>
          </a:bodyPr>
          <a:lstStyle/>
          <a:p>
            <a:r>
              <a:rPr kumimoji="1" lang="en-US" altLang="zh-CN" b="1" dirty="0">
                <a:solidFill>
                  <a:schemeClr val="bg1"/>
                </a:solidFill>
              </a:rPr>
              <a:t>Cumulative</a:t>
            </a:r>
            <a:endParaRPr kumimoji="1" lang="zh-CN" altLang="en-US" b="1" dirty="0">
              <a:solidFill>
                <a:schemeClr val="bg1"/>
              </a:solidFill>
            </a:endParaRPr>
          </a:p>
        </p:txBody>
      </p:sp>
    </p:spTree>
    <p:extLst>
      <p:ext uri="{BB962C8B-B14F-4D97-AF65-F5344CB8AC3E}">
        <p14:creationId xmlns:p14="http://schemas.microsoft.com/office/powerpoint/2010/main" val="29714763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Differential</a:t>
            </a:r>
            <a:r>
              <a:rPr lang="zh-CN" altLang="en-US" dirty="0"/>
              <a:t> </a:t>
            </a:r>
            <a:r>
              <a:rPr lang="en-US" altLang="zh-CN" dirty="0"/>
              <a:t>Backups</a:t>
            </a:r>
            <a:endParaRPr lang="zh-CN" altLang="en-US"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pPr marL="0" indent="0">
              <a:buNone/>
            </a:pPr>
            <a:r>
              <a:rPr kumimoji="1" lang="en-US" altLang="zh-CN" dirty="0"/>
              <a:t>Differential</a:t>
            </a:r>
            <a:r>
              <a:rPr kumimoji="1" lang="zh-CN" altLang="en-US" dirty="0"/>
              <a:t> </a:t>
            </a:r>
            <a:r>
              <a:rPr kumimoji="1" lang="en-US" altLang="zh-CN" dirty="0"/>
              <a:t>Backups</a:t>
            </a:r>
            <a:r>
              <a:rPr kumimoji="1" lang="zh-CN" altLang="en-US" dirty="0"/>
              <a:t> 与 </a:t>
            </a:r>
            <a:r>
              <a:rPr kumimoji="1" lang="en-US" altLang="zh-CN" dirty="0"/>
              <a:t>Full</a:t>
            </a:r>
            <a:r>
              <a:rPr kumimoji="1" lang="zh-CN" altLang="en-US" dirty="0"/>
              <a:t> </a:t>
            </a:r>
            <a:r>
              <a:rPr kumimoji="1" lang="en-US" altLang="zh-CN" dirty="0"/>
              <a:t>backups</a:t>
            </a:r>
            <a:r>
              <a:rPr kumimoji="1" lang="zh-CN" altLang="en-US" dirty="0"/>
              <a:t> 相比</a:t>
            </a:r>
            <a:endParaRPr kumimoji="1" lang="en-US" altLang="zh-CN" dirty="0"/>
          </a:p>
          <a:p>
            <a:r>
              <a:rPr kumimoji="1" lang="zh-CN" altLang="en-US" dirty="0"/>
              <a:t>额外存储了修改（增加）的文件</a:t>
            </a:r>
            <a:endParaRPr kumimoji="1" lang="en-US" altLang="zh-CN" dirty="0"/>
          </a:p>
          <a:p>
            <a:pPr lvl="1"/>
            <a:r>
              <a:rPr kumimoji="1" lang="zh-CN" altLang="en-US" dirty="0"/>
              <a:t>更高的时间开销</a:t>
            </a:r>
            <a:endParaRPr kumimoji="1" lang="en-US" altLang="zh-CN" dirty="0"/>
          </a:p>
          <a:p>
            <a:pPr lvl="1"/>
            <a:r>
              <a:rPr kumimoji="1" lang="zh-CN" altLang="en-US" dirty="0"/>
              <a:t>更多的空间占用</a:t>
            </a:r>
            <a:endParaRPr kumimoji="1" lang="en-US" altLang="zh-CN" dirty="0"/>
          </a:p>
          <a:p>
            <a:r>
              <a:rPr kumimoji="1" lang="zh-CN" altLang="en-US" dirty="0"/>
              <a:t>更精细的恢复粒度</a:t>
            </a:r>
            <a:endParaRPr kumimoji="1" lang="en-US" altLang="zh-CN" dirty="0"/>
          </a:p>
          <a:p>
            <a:pPr marL="397800" lvl="1" indent="0">
              <a:buNone/>
            </a:pPr>
            <a:endParaRPr kumimoji="1" lang="en-US" altLang="zh-CN" dirty="0"/>
          </a:p>
          <a:p>
            <a:pPr lvl="1"/>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46</a:t>
            </a:fld>
            <a:endParaRPr lang="en-US" dirty="0"/>
          </a:p>
        </p:txBody>
      </p:sp>
    </p:spTree>
    <p:extLst>
      <p:ext uri="{BB962C8B-B14F-4D97-AF65-F5344CB8AC3E}">
        <p14:creationId xmlns:p14="http://schemas.microsoft.com/office/powerpoint/2010/main" val="682683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Incremental</a:t>
            </a:r>
            <a:r>
              <a:rPr lang="zh-CN" altLang="en-US" dirty="0"/>
              <a:t> </a:t>
            </a:r>
            <a:r>
              <a:rPr lang="en-US" altLang="zh-CN" dirty="0"/>
              <a:t>Backups</a:t>
            </a:r>
            <a:endParaRPr lang="zh-CN" altLang="en-US"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r>
              <a:rPr kumimoji="1" lang="zh-CN" altLang="en-US" dirty="0"/>
              <a:t>只存储当天被修改（增加）的文件</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47</a:t>
            </a:fld>
            <a:endParaRPr lang="en-US" dirty="0"/>
          </a:p>
        </p:txBody>
      </p:sp>
      <p:grpSp>
        <p:nvGrpSpPr>
          <p:cNvPr id="3" name="object 9">
            <a:extLst>
              <a:ext uri="{FF2B5EF4-FFF2-40B4-BE49-F238E27FC236}">
                <a16:creationId xmlns:a16="http://schemas.microsoft.com/office/drawing/2014/main" id="{C6632EAF-030D-0FA8-77F7-2DDBAEDF8779}"/>
              </a:ext>
            </a:extLst>
          </p:cNvPr>
          <p:cNvGrpSpPr/>
          <p:nvPr/>
        </p:nvGrpSpPr>
        <p:grpSpPr>
          <a:xfrm>
            <a:off x="279700" y="3281680"/>
            <a:ext cx="8486775" cy="1533525"/>
            <a:chOff x="304800" y="3474720"/>
            <a:chExt cx="8486775" cy="1533525"/>
          </a:xfrm>
        </p:grpSpPr>
        <p:sp>
          <p:nvSpPr>
            <p:cNvPr id="5" name="object 10">
              <a:extLst>
                <a:ext uri="{FF2B5EF4-FFF2-40B4-BE49-F238E27FC236}">
                  <a16:creationId xmlns:a16="http://schemas.microsoft.com/office/drawing/2014/main" id="{199508D7-392F-956D-0D44-1B14429E54C2}"/>
                </a:ext>
              </a:extLst>
            </p:cNvPr>
            <p:cNvSpPr/>
            <p:nvPr/>
          </p:nvSpPr>
          <p:spPr>
            <a:xfrm>
              <a:off x="629412" y="3474719"/>
              <a:ext cx="1796414" cy="1494790"/>
            </a:xfrm>
            <a:custGeom>
              <a:avLst/>
              <a:gdLst/>
              <a:ahLst/>
              <a:cxnLst/>
              <a:rect l="l" t="t" r="r" b="b"/>
              <a:pathLst>
                <a:path w="1796414" h="1494789">
                  <a:moveTo>
                    <a:pt x="1796034" y="679450"/>
                  </a:moveTo>
                  <a:lnTo>
                    <a:pt x="1793748" y="679450"/>
                  </a:lnTo>
                  <a:lnTo>
                    <a:pt x="1793748" y="606552"/>
                  </a:lnTo>
                  <a:lnTo>
                    <a:pt x="1793748" y="406400"/>
                  </a:lnTo>
                  <a:lnTo>
                    <a:pt x="1793748" y="387096"/>
                  </a:lnTo>
                  <a:lnTo>
                    <a:pt x="1793748" y="190500"/>
                  </a:lnTo>
                  <a:lnTo>
                    <a:pt x="1793748" y="3048"/>
                  </a:lnTo>
                  <a:lnTo>
                    <a:pt x="1793748" y="0"/>
                  </a:lnTo>
                  <a:lnTo>
                    <a:pt x="0" y="0"/>
                  </a:lnTo>
                  <a:lnTo>
                    <a:pt x="0" y="1494790"/>
                  </a:lnTo>
                  <a:lnTo>
                    <a:pt x="71628" y="1494790"/>
                  </a:lnTo>
                  <a:lnTo>
                    <a:pt x="71628" y="1472184"/>
                  </a:lnTo>
                  <a:lnTo>
                    <a:pt x="71628" y="1079500"/>
                  </a:lnTo>
                  <a:lnTo>
                    <a:pt x="71628" y="679450"/>
                  </a:lnTo>
                  <a:lnTo>
                    <a:pt x="71628" y="406400"/>
                  </a:lnTo>
                  <a:lnTo>
                    <a:pt x="288036" y="406400"/>
                  </a:lnTo>
                  <a:lnTo>
                    <a:pt x="288036" y="1079500"/>
                  </a:lnTo>
                  <a:lnTo>
                    <a:pt x="288874" y="1079500"/>
                  </a:lnTo>
                  <a:lnTo>
                    <a:pt x="288874" y="1095756"/>
                  </a:lnTo>
                  <a:lnTo>
                    <a:pt x="288874" y="1494790"/>
                  </a:lnTo>
                  <a:lnTo>
                    <a:pt x="365760" y="1494790"/>
                  </a:lnTo>
                  <a:lnTo>
                    <a:pt x="365760" y="1095756"/>
                  </a:lnTo>
                  <a:lnTo>
                    <a:pt x="365760" y="1079500"/>
                  </a:lnTo>
                  <a:lnTo>
                    <a:pt x="595884" y="1079500"/>
                  </a:lnTo>
                  <a:lnTo>
                    <a:pt x="595884" y="1494790"/>
                  </a:lnTo>
                  <a:lnTo>
                    <a:pt x="656209" y="1494790"/>
                  </a:lnTo>
                  <a:lnTo>
                    <a:pt x="656209" y="1079500"/>
                  </a:lnTo>
                  <a:lnTo>
                    <a:pt x="865632" y="1079500"/>
                  </a:lnTo>
                  <a:lnTo>
                    <a:pt x="865632" y="1095756"/>
                  </a:lnTo>
                  <a:lnTo>
                    <a:pt x="865632" y="1494790"/>
                  </a:lnTo>
                  <a:lnTo>
                    <a:pt x="943356" y="1494790"/>
                  </a:lnTo>
                  <a:lnTo>
                    <a:pt x="943356" y="679450"/>
                  </a:lnTo>
                  <a:lnTo>
                    <a:pt x="1153668" y="679450"/>
                  </a:lnTo>
                  <a:lnTo>
                    <a:pt x="1153668" y="1079500"/>
                  </a:lnTo>
                  <a:lnTo>
                    <a:pt x="1154557" y="1079500"/>
                  </a:lnTo>
                  <a:lnTo>
                    <a:pt x="1154557" y="1211580"/>
                  </a:lnTo>
                  <a:lnTo>
                    <a:pt x="1154557" y="1494790"/>
                  </a:lnTo>
                  <a:lnTo>
                    <a:pt x="1510284" y="1494790"/>
                  </a:lnTo>
                  <a:lnTo>
                    <a:pt x="1510284" y="1211580"/>
                  </a:lnTo>
                  <a:lnTo>
                    <a:pt x="1716011" y="1211580"/>
                  </a:lnTo>
                  <a:lnTo>
                    <a:pt x="1716011" y="1494790"/>
                  </a:lnTo>
                  <a:lnTo>
                    <a:pt x="1796034" y="1494790"/>
                  </a:lnTo>
                  <a:lnTo>
                    <a:pt x="1796034" y="1211580"/>
                  </a:lnTo>
                  <a:lnTo>
                    <a:pt x="1796034" y="1079500"/>
                  </a:lnTo>
                  <a:lnTo>
                    <a:pt x="1796034" y="679450"/>
                  </a:lnTo>
                  <a:close/>
                </a:path>
              </a:pathLst>
            </a:custGeom>
            <a:solidFill>
              <a:srgbClr val="CCCCCC"/>
            </a:solidFill>
          </p:spPr>
          <p:txBody>
            <a:bodyPr wrap="square" lIns="0" tIns="0" rIns="0" bIns="0" rtlCol="0"/>
            <a:lstStyle/>
            <a:p>
              <a:endParaRPr/>
            </a:p>
          </p:txBody>
        </p:sp>
        <p:pic>
          <p:nvPicPr>
            <p:cNvPr id="6" name="object 11">
              <a:extLst>
                <a:ext uri="{FF2B5EF4-FFF2-40B4-BE49-F238E27FC236}">
                  <a16:creationId xmlns:a16="http://schemas.microsoft.com/office/drawing/2014/main" id="{2EC4E6F0-89B8-958A-2EC0-7B8CF62201E6}"/>
                </a:ext>
              </a:extLst>
            </p:cNvPr>
            <p:cNvPicPr/>
            <p:nvPr/>
          </p:nvPicPr>
          <p:blipFill>
            <a:blip r:embed="rId3" cstate="print"/>
            <a:stretch>
              <a:fillRect/>
            </a:stretch>
          </p:blipFill>
          <p:spPr>
            <a:xfrm>
              <a:off x="416052" y="3474720"/>
              <a:ext cx="214884" cy="1472183"/>
            </a:xfrm>
            <a:prstGeom prst="rect">
              <a:avLst/>
            </a:prstGeom>
          </p:spPr>
        </p:pic>
        <p:sp>
          <p:nvSpPr>
            <p:cNvPr id="7" name="object 12">
              <a:extLst>
                <a:ext uri="{FF2B5EF4-FFF2-40B4-BE49-F238E27FC236}">
                  <a16:creationId xmlns:a16="http://schemas.microsoft.com/office/drawing/2014/main" id="{2088E2A2-1658-F3CA-7822-867E14C7E0FE}"/>
                </a:ext>
              </a:extLst>
            </p:cNvPr>
            <p:cNvSpPr/>
            <p:nvPr/>
          </p:nvSpPr>
          <p:spPr>
            <a:xfrm>
              <a:off x="2635758" y="3474719"/>
              <a:ext cx="5795010" cy="1494790"/>
            </a:xfrm>
            <a:custGeom>
              <a:avLst/>
              <a:gdLst/>
              <a:ahLst/>
              <a:cxnLst/>
              <a:rect l="l" t="t" r="r" b="b"/>
              <a:pathLst>
                <a:path w="5795009" h="1494789">
                  <a:moveTo>
                    <a:pt x="5795010" y="190500"/>
                  </a:moveTo>
                  <a:lnTo>
                    <a:pt x="5794997" y="7620"/>
                  </a:lnTo>
                  <a:lnTo>
                    <a:pt x="5794997" y="3048"/>
                  </a:lnTo>
                  <a:lnTo>
                    <a:pt x="5794997" y="0"/>
                  </a:lnTo>
                  <a:lnTo>
                    <a:pt x="6858" y="0"/>
                  </a:lnTo>
                  <a:lnTo>
                    <a:pt x="6858" y="3048"/>
                  </a:lnTo>
                  <a:lnTo>
                    <a:pt x="6858" y="7620"/>
                  </a:lnTo>
                  <a:lnTo>
                    <a:pt x="6858" y="679450"/>
                  </a:lnTo>
                  <a:lnTo>
                    <a:pt x="0" y="679450"/>
                  </a:lnTo>
                  <a:lnTo>
                    <a:pt x="0" y="1079500"/>
                  </a:lnTo>
                  <a:lnTo>
                    <a:pt x="0" y="1494790"/>
                  </a:lnTo>
                  <a:lnTo>
                    <a:pt x="70866" y="1494790"/>
                  </a:lnTo>
                  <a:lnTo>
                    <a:pt x="70866" y="1079500"/>
                  </a:lnTo>
                  <a:lnTo>
                    <a:pt x="70866" y="679450"/>
                  </a:lnTo>
                  <a:lnTo>
                    <a:pt x="70866" y="406400"/>
                  </a:lnTo>
                  <a:lnTo>
                    <a:pt x="261366" y="406400"/>
                  </a:lnTo>
                  <a:lnTo>
                    <a:pt x="261366" y="1494790"/>
                  </a:lnTo>
                  <a:lnTo>
                    <a:pt x="364998" y="1494790"/>
                  </a:lnTo>
                  <a:lnTo>
                    <a:pt x="364998" y="1079500"/>
                  </a:lnTo>
                  <a:lnTo>
                    <a:pt x="555498" y="1079500"/>
                  </a:lnTo>
                  <a:lnTo>
                    <a:pt x="555498" y="1494790"/>
                  </a:lnTo>
                  <a:lnTo>
                    <a:pt x="665226" y="1494790"/>
                  </a:lnTo>
                  <a:lnTo>
                    <a:pt x="665226" y="1079500"/>
                  </a:lnTo>
                  <a:lnTo>
                    <a:pt x="665226" y="1004316"/>
                  </a:lnTo>
                  <a:lnTo>
                    <a:pt x="665226" y="679450"/>
                  </a:lnTo>
                  <a:lnTo>
                    <a:pt x="866394" y="679450"/>
                  </a:lnTo>
                  <a:lnTo>
                    <a:pt x="866394" y="1079500"/>
                  </a:lnTo>
                  <a:lnTo>
                    <a:pt x="866394" y="1494790"/>
                  </a:lnTo>
                  <a:lnTo>
                    <a:pt x="942594" y="1494790"/>
                  </a:lnTo>
                  <a:lnTo>
                    <a:pt x="942594" y="1079500"/>
                  </a:lnTo>
                  <a:lnTo>
                    <a:pt x="942594" y="679450"/>
                  </a:lnTo>
                  <a:lnTo>
                    <a:pt x="942594" y="606552"/>
                  </a:lnTo>
                  <a:lnTo>
                    <a:pt x="942594" y="406400"/>
                  </a:lnTo>
                  <a:lnTo>
                    <a:pt x="1133094" y="406400"/>
                  </a:lnTo>
                  <a:lnTo>
                    <a:pt x="1133094" y="1494790"/>
                  </a:lnTo>
                  <a:lnTo>
                    <a:pt x="1514094" y="1494790"/>
                  </a:lnTo>
                  <a:lnTo>
                    <a:pt x="1514094" y="1211580"/>
                  </a:lnTo>
                  <a:lnTo>
                    <a:pt x="1514094" y="1079500"/>
                  </a:lnTo>
                  <a:lnTo>
                    <a:pt x="1715249" y="1079500"/>
                  </a:lnTo>
                  <a:lnTo>
                    <a:pt x="1715249" y="1211580"/>
                  </a:lnTo>
                  <a:lnTo>
                    <a:pt x="1715249" y="1494790"/>
                  </a:lnTo>
                  <a:lnTo>
                    <a:pt x="1796034" y="1494790"/>
                  </a:lnTo>
                  <a:lnTo>
                    <a:pt x="1796034" y="406400"/>
                  </a:lnTo>
                  <a:lnTo>
                    <a:pt x="1794510" y="406400"/>
                  </a:lnTo>
                  <a:lnTo>
                    <a:pt x="1794510" y="387096"/>
                  </a:lnTo>
                  <a:lnTo>
                    <a:pt x="1794510" y="286524"/>
                  </a:lnTo>
                  <a:lnTo>
                    <a:pt x="1794510" y="190500"/>
                  </a:lnTo>
                  <a:lnTo>
                    <a:pt x="2006346" y="190500"/>
                  </a:lnTo>
                  <a:lnTo>
                    <a:pt x="2006346" y="387096"/>
                  </a:lnTo>
                  <a:lnTo>
                    <a:pt x="2006346" y="406400"/>
                  </a:lnTo>
                  <a:lnTo>
                    <a:pt x="2006473" y="406400"/>
                  </a:lnTo>
                  <a:lnTo>
                    <a:pt x="2006473" y="679450"/>
                  </a:lnTo>
                  <a:lnTo>
                    <a:pt x="2006473" y="1079500"/>
                  </a:lnTo>
                  <a:lnTo>
                    <a:pt x="2006473" y="1494790"/>
                  </a:lnTo>
                  <a:lnTo>
                    <a:pt x="2087118" y="1494790"/>
                  </a:lnTo>
                  <a:lnTo>
                    <a:pt x="2087118" y="1079500"/>
                  </a:lnTo>
                  <a:lnTo>
                    <a:pt x="2087118" y="679450"/>
                  </a:lnTo>
                  <a:lnTo>
                    <a:pt x="2087118" y="406400"/>
                  </a:lnTo>
                  <a:lnTo>
                    <a:pt x="2271522" y="406400"/>
                  </a:lnTo>
                  <a:lnTo>
                    <a:pt x="2271522" y="1494790"/>
                  </a:lnTo>
                  <a:lnTo>
                    <a:pt x="2381250" y="1494790"/>
                  </a:lnTo>
                  <a:lnTo>
                    <a:pt x="2381250" y="1079500"/>
                  </a:lnTo>
                  <a:lnTo>
                    <a:pt x="2565654" y="1079500"/>
                  </a:lnTo>
                  <a:lnTo>
                    <a:pt x="2565654" y="1494790"/>
                  </a:lnTo>
                  <a:lnTo>
                    <a:pt x="2681478" y="1494790"/>
                  </a:lnTo>
                  <a:lnTo>
                    <a:pt x="2681478" y="1079500"/>
                  </a:lnTo>
                  <a:lnTo>
                    <a:pt x="2681478" y="1004316"/>
                  </a:lnTo>
                  <a:lnTo>
                    <a:pt x="2681478" y="679450"/>
                  </a:lnTo>
                  <a:lnTo>
                    <a:pt x="2876550" y="679450"/>
                  </a:lnTo>
                  <a:lnTo>
                    <a:pt x="2876550" y="760488"/>
                  </a:lnTo>
                  <a:lnTo>
                    <a:pt x="2876550" y="1079500"/>
                  </a:lnTo>
                  <a:lnTo>
                    <a:pt x="2876550" y="1211580"/>
                  </a:lnTo>
                  <a:lnTo>
                    <a:pt x="2876550" y="1494790"/>
                  </a:lnTo>
                  <a:lnTo>
                    <a:pt x="2958846" y="1494790"/>
                  </a:lnTo>
                  <a:lnTo>
                    <a:pt x="2958846" y="1211580"/>
                  </a:lnTo>
                  <a:lnTo>
                    <a:pt x="2958846" y="1079500"/>
                  </a:lnTo>
                  <a:lnTo>
                    <a:pt x="3143237" y="1079500"/>
                  </a:lnTo>
                  <a:lnTo>
                    <a:pt x="3143237" y="1211580"/>
                  </a:lnTo>
                  <a:lnTo>
                    <a:pt x="3143237" y="1494790"/>
                  </a:lnTo>
                  <a:lnTo>
                    <a:pt x="3525774" y="1494790"/>
                  </a:lnTo>
                  <a:lnTo>
                    <a:pt x="3525774" y="1211580"/>
                  </a:lnTo>
                  <a:lnTo>
                    <a:pt x="3525774" y="1079500"/>
                  </a:lnTo>
                  <a:lnTo>
                    <a:pt x="3525774" y="760488"/>
                  </a:lnTo>
                  <a:lnTo>
                    <a:pt x="3710178" y="760488"/>
                  </a:lnTo>
                  <a:lnTo>
                    <a:pt x="3710178" y="1079500"/>
                  </a:lnTo>
                  <a:lnTo>
                    <a:pt x="3710178" y="1211580"/>
                  </a:lnTo>
                  <a:lnTo>
                    <a:pt x="3710178" y="1494790"/>
                  </a:lnTo>
                  <a:lnTo>
                    <a:pt x="3802507" y="1494790"/>
                  </a:lnTo>
                  <a:lnTo>
                    <a:pt x="3802507" y="190500"/>
                  </a:lnTo>
                  <a:lnTo>
                    <a:pt x="4012819" y="190500"/>
                  </a:lnTo>
                  <a:lnTo>
                    <a:pt x="4012819" y="1494790"/>
                  </a:lnTo>
                  <a:lnTo>
                    <a:pt x="4379214" y="1494790"/>
                  </a:lnTo>
                  <a:lnTo>
                    <a:pt x="4379214" y="1079500"/>
                  </a:lnTo>
                  <a:lnTo>
                    <a:pt x="4571238" y="1079500"/>
                  </a:lnTo>
                  <a:lnTo>
                    <a:pt x="4571238" y="1494790"/>
                  </a:lnTo>
                  <a:lnTo>
                    <a:pt x="4679442" y="1494790"/>
                  </a:lnTo>
                  <a:lnTo>
                    <a:pt x="4679442" y="1079500"/>
                  </a:lnTo>
                  <a:lnTo>
                    <a:pt x="4679442" y="1004316"/>
                  </a:lnTo>
                  <a:lnTo>
                    <a:pt x="4679442" y="679450"/>
                  </a:lnTo>
                  <a:lnTo>
                    <a:pt x="4860798" y="679450"/>
                  </a:lnTo>
                  <a:lnTo>
                    <a:pt x="4860798" y="760488"/>
                  </a:lnTo>
                  <a:lnTo>
                    <a:pt x="4860798" y="1079500"/>
                  </a:lnTo>
                  <a:lnTo>
                    <a:pt x="4860798" y="1211580"/>
                  </a:lnTo>
                  <a:lnTo>
                    <a:pt x="4860798" y="1494790"/>
                  </a:lnTo>
                  <a:lnTo>
                    <a:pt x="4962906" y="1494790"/>
                  </a:lnTo>
                  <a:lnTo>
                    <a:pt x="4962906" y="406400"/>
                  </a:lnTo>
                  <a:lnTo>
                    <a:pt x="5144262" y="406400"/>
                  </a:lnTo>
                  <a:lnTo>
                    <a:pt x="5144262" y="1494790"/>
                  </a:lnTo>
                  <a:lnTo>
                    <a:pt x="5522214" y="1494790"/>
                  </a:lnTo>
                  <a:lnTo>
                    <a:pt x="5522214" y="1211580"/>
                  </a:lnTo>
                  <a:lnTo>
                    <a:pt x="5522214" y="1079500"/>
                  </a:lnTo>
                  <a:lnTo>
                    <a:pt x="5723382" y="1079500"/>
                  </a:lnTo>
                  <a:lnTo>
                    <a:pt x="5723382" y="1211580"/>
                  </a:lnTo>
                  <a:lnTo>
                    <a:pt x="5723382" y="1494790"/>
                  </a:lnTo>
                  <a:lnTo>
                    <a:pt x="5795010" y="1494790"/>
                  </a:lnTo>
                  <a:lnTo>
                    <a:pt x="5795010" y="387096"/>
                  </a:lnTo>
                  <a:lnTo>
                    <a:pt x="5795010" y="190500"/>
                  </a:lnTo>
                  <a:close/>
                </a:path>
              </a:pathLst>
            </a:custGeom>
            <a:solidFill>
              <a:srgbClr val="CCCCCC"/>
            </a:solidFill>
          </p:spPr>
          <p:txBody>
            <a:bodyPr wrap="square" lIns="0" tIns="0" rIns="0" bIns="0" rtlCol="0"/>
            <a:lstStyle/>
            <a:p>
              <a:endParaRPr/>
            </a:p>
          </p:txBody>
        </p:sp>
        <p:pic>
          <p:nvPicPr>
            <p:cNvPr id="8" name="object 13">
              <a:extLst>
                <a:ext uri="{FF2B5EF4-FFF2-40B4-BE49-F238E27FC236}">
                  <a16:creationId xmlns:a16="http://schemas.microsoft.com/office/drawing/2014/main" id="{43F790C5-59BB-4460-7655-FAAAA47BF799}"/>
                </a:ext>
              </a:extLst>
            </p:cNvPr>
            <p:cNvPicPr/>
            <p:nvPr/>
          </p:nvPicPr>
          <p:blipFill>
            <a:blip r:embed="rId4" cstate="print"/>
            <a:stretch>
              <a:fillRect/>
            </a:stretch>
          </p:blipFill>
          <p:spPr>
            <a:xfrm>
              <a:off x="6438900" y="3477768"/>
              <a:ext cx="210311" cy="1472184"/>
            </a:xfrm>
            <a:prstGeom prst="rect">
              <a:avLst/>
            </a:prstGeom>
          </p:spPr>
        </p:pic>
        <p:pic>
          <p:nvPicPr>
            <p:cNvPr id="9" name="object 14">
              <a:extLst>
                <a:ext uri="{FF2B5EF4-FFF2-40B4-BE49-F238E27FC236}">
                  <a16:creationId xmlns:a16="http://schemas.microsoft.com/office/drawing/2014/main" id="{1F9BEB94-82E2-222A-F400-44CAD2C8C852}"/>
                </a:ext>
              </a:extLst>
            </p:cNvPr>
            <p:cNvPicPr/>
            <p:nvPr/>
          </p:nvPicPr>
          <p:blipFill>
            <a:blip r:embed="rId5" cstate="print"/>
            <a:stretch>
              <a:fillRect/>
            </a:stretch>
          </p:blipFill>
          <p:spPr>
            <a:xfrm>
              <a:off x="8420100" y="3485388"/>
              <a:ext cx="224027" cy="1472184"/>
            </a:xfrm>
            <a:prstGeom prst="rect">
              <a:avLst/>
            </a:prstGeom>
          </p:spPr>
        </p:pic>
        <p:pic>
          <p:nvPicPr>
            <p:cNvPr id="10" name="object 15">
              <a:extLst>
                <a:ext uri="{FF2B5EF4-FFF2-40B4-BE49-F238E27FC236}">
                  <a16:creationId xmlns:a16="http://schemas.microsoft.com/office/drawing/2014/main" id="{C7046D0C-A1B8-BE0E-FCB7-B8766B8A2FF4}"/>
                </a:ext>
              </a:extLst>
            </p:cNvPr>
            <p:cNvPicPr/>
            <p:nvPr/>
          </p:nvPicPr>
          <p:blipFill>
            <a:blip r:embed="rId6" cstate="print"/>
            <a:stretch>
              <a:fillRect/>
            </a:stretch>
          </p:blipFill>
          <p:spPr>
            <a:xfrm>
              <a:off x="2423160" y="3474720"/>
              <a:ext cx="219456" cy="1472183"/>
            </a:xfrm>
            <a:prstGeom prst="rect">
              <a:avLst/>
            </a:prstGeom>
          </p:spPr>
        </p:pic>
        <p:pic>
          <p:nvPicPr>
            <p:cNvPr id="11" name="object 16">
              <a:extLst>
                <a:ext uri="{FF2B5EF4-FFF2-40B4-BE49-F238E27FC236}">
                  <a16:creationId xmlns:a16="http://schemas.microsoft.com/office/drawing/2014/main" id="{4AEE394E-CBEA-0CC0-8F7A-7B7C8C3BCD75}"/>
                </a:ext>
              </a:extLst>
            </p:cNvPr>
            <p:cNvPicPr/>
            <p:nvPr/>
          </p:nvPicPr>
          <p:blipFill>
            <a:blip r:embed="rId7" cstate="print"/>
            <a:stretch>
              <a:fillRect/>
            </a:stretch>
          </p:blipFill>
          <p:spPr>
            <a:xfrm>
              <a:off x="4430267" y="3482340"/>
              <a:ext cx="211836" cy="1472184"/>
            </a:xfrm>
            <a:prstGeom prst="rect">
              <a:avLst/>
            </a:prstGeom>
          </p:spPr>
        </p:pic>
        <p:sp>
          <p:nvSpPr>
            <p:cNvPr id="12" name="object 17">
              <a:extLst>
                <a:ext uri="{FF2B5EF4-FFF2-40B4-BE49-F238E27FC236}">
                  <a16:creationId xmlns:a16="http://schemas.microsoft.com/office/drawing/2014/main" id="{E58CB5BB-7368-1067-B0F1-68A79633B8D1}"/>
                </a:ext>
              </a:extLst>
            </p:cNvPr>
            <p:cNvSpPr/>
            <p:nvPr/>
          </p:nvSpPr>
          <p:spPr>
            <a:xfrm>
              <a:off x="995172" y="4975860"/>
              <a:ext cx="212090" cy="12700"/>
            </a:xfrm>
            <a:custGeom>
              <a:avLst/>
              <a:gdLst/>
              <a:ahLst/>
              <a:cxnLst/>
              <a:rect l="l" t="t" r="r" b="b"/>
              <a:pathLst>
                <a:path w="212090" h="12700">
                  <a:moveTo>
                    <a:pt x="0" y="12191"/>
                  </a:moveTo>
                  <a:lnTo>
                    <a:pt x="211835" y="12191"/>
                  </a:lnTo>
                  <a:lnTo>
                    <a:pt x="211835" y="0"/>
                  </a:lnTo>
                  <a:lnTo>
                    <a:pt x="0" y="0"/>
                  </a:lnTo>
                  <a:lnTo>
                    <a:pt x="0" y="12191"/>
                  </a:lnTo>
                  <a:close/>
                </a:path>
              </a:pathLst>
            </a:custGeom>
            <a:solidFill>
              <a:srgbClr val="F7F7F7"/>
            </a:solidFill>
          </p:spPr>
          <p:txBody>
            <a:bodyPr wrap="square" lIns="0" tIns="0" rIns="0" bIns="0" rtlCol="0"/>
            <a:lstStyle/>
            <a:p>
              <a:endParaRPr/>
            </a:p>
          </p:txBody>
        </p:sp>
        <p:sp>
          <p:nvSpPr>
            <p:cNvPr id="13" name="object 18">
              <a:extLst>
                <a:ext uri="{FF2B5EF4-FFF2-40B4-BE49-F238E27FC236}">
                  <a16:creationId xmlns:a16="http://schemas.microsoft.com/office/drawing/2014/main" id="{C1651FDD-2BC2-B527-CFE1-7E8CC1FCB10E}"/>
                </a:ext>
              </a:extLst>
            </p:cNvPr>
            <p:cNvSpPr/>
            <p:nvPr/>
          </p:nvSpPr>
          <p:spPr>
            <a:xfrm>
              <a:off x="304800" y="3493007"/>
              <a:ext cx="8486140" cy="1495425"/>
            </a:xfrm>
            <a:custGeom>
              <a:avLst/>
              <a:gdLst/>
              <a:ahLst/>
              <a:cxnLst/>
              <a:rect l="l" t="t" r="r" b="b"/>
              <a:pathLst>
                <a:path w="8486140" h="1495425">
                  <a:moveTo>
                    <a:pt x="114300" y="0"/>
                  </a:moveTo>
                  <a:lnTo>
                    <a:pt x="0" y="0"/>
                  </a:lnTo>
                  <a:lnTo>
                    <a:pt x="0" y="1495044"/>
                  </a:lnTo>
                  <a:lnTo>
                    <a:pt x="114300" y="1495044"/>
                  </a:lnTo>
                  <a:lnTo>
                    <a:pt x="114300" y="0"/>
                  </a:lnTo>
                  <a:close/>
                </a:path>
                <a:path w="8486140" h="1495425">
                  <a:moveTo>
                    <a:pt x="8485632" y="0"/>
                  </a:moveTo>
                  <a:lnTo>
                    <a:pt x="8337804" y="0"/>
                  </a:lnTo>
                  <a:lnTo>
                    <a:pt x="8337804" y="1495044"/>
                  </a:lnTo>
                  <a:lnTo>
                    <a:pt x="8485632" y="1495044"/>
                  </a:lnTo>
                  <a:lnTo>
                    <a:pt x="8485632" y="0"/>
                  </a:lnTo>
                  <a:close/>
                </a:path>
              </a:pathLst>
            </a:custGeom>
            <a:solidFill>
              <a:srgbClr val="CCCCCC"/>
            </a:solidFill>
          </p:spPr>
          <p:txBody>
            <a:bodyPr wrap="square" lIns="0" tIns="0" rIns="0" bIns="0" rtlCol="0"/>
            <a:lstStyle/>
            <a:p>
              <a:endParaRPr/>
            </a:p>
          </p:txBody>
        </p:sp>
        <p:pic>
          <p:nvPicPr>
            <p:cNvPr id="14" name="object 19">
              <a:extLst>
                <a:ext uri="{FF2B5EF4-FFF2-40B4-BE49-F238E27FC236}">
                  <a16:creationId xmlns:a16="http://schemas.microsoft.com/office/drawing/2014/main" id="{867DCE4F-DED0-6508-5B06-36A0968DD4D3}"/>
                </a:ext>
              </a:extLst>
            </p:cNvPr>
            <p:cNvPicPr/>
            <p:nvPr/>
          </p:nvPicPr>
          <p:blipFill>
            <a:blip r:embed="rId8" cstate="print"/>
            <a:stretch>
              <a:fillRect/>
            </a:stretch>
          </p:blipFill>
          <p:spPr>
            <a:xfrm>
              <a:off x="7315200" y="4081272"/>
              <a:ext cx="181355" cy="894588"/>
            </a:xfrm>
            <a:prstGeom prst="rect">
              <a:avLst/>
            </a:prstGeom>
          </p:spPr>
        </p:pic>
        <p:pic>
          <p:nvPicPr>
            <p:cNvPr id="15" name="object 20">
              <a:extLst>
                <a:ext uri="{FF2B5EF4-FFF2-40B4-BE49-F238E27FC236}">
                  <a16:creationId xmlns:a16="http://schemas.microsoft.com/office/drawing/2014/main" id="{BA592B67-42CA-046F-FB4B-AC400FE01EF6}"/>
                </a:ext>
              </a:extLst>
            </p:cNvPr>
            <p:cNvPicPr/>
            <p:nvPr/>
          </p:nvPicPr>
          <p:blipFill>
            <a:blip r:embed="rId9" cstate="print"/>
            <a:stretch>
              <a:fillRect/>
            </a:stretch>
          </p:blipFill>
          <p:spPr>
            <a:xfrm>
              <a:off x="7014971" y="4479036"/>
              <a:ext cx="192024" cy="496824"/>
            </a:xfrm>
            <a:prstGeom prst="rect">
              <a:avLst/>
            </a:prstGeom>
          </p:spPr>
        </p:pic>
        <p:pic>
          <p:nvPicPr>
            <p:cNvPr id="16" name="object 21">
              <a:extLst>
                <a:ext uri="{FF2B5EF4-FFF2-40B4-BE49-F238E27FC236}">
                  <a16:creationId xmlns:a16="http://schemas.microsoft.com/office/drawing/2014/main" id="{F3FB61EC-FA3E-0935-74A7-8EF4E23FA179}"/>
                </a:ext>
              </a:extLst>
            </p:cNvPr>
            <p:cNvPicPr/>
            <p:nvPr/>
          </p:nvPicPr>
          <p:blipFill>
            <a:blip r:embed="rId10" cstate="print"/>
            <a:stretch>
              <a:fillRect/>
            </a:stretch>
          </p:blipFill>
          <p:spPr>
            <a:xfrm>
              <a:off x="7882128" y="4686300"/>
              <a:ext cx="181355" cy="289560"/>
            </a:xfrm>
            <a:prstGeom prst="rect">
              <a:avLst/>
            </a:prstGeom>
          </p:spPr>
        </p:pic>
        <p:pic>
          <p:nvPicPr>
            <p:cNvPr id="17" name="object 22">
              <a:extLst>
                <a:ext uri="{FF2B5EF4-FFF2-40B4-BE49-F238E27FC236}">
                  <a16:creationId xmlns:a16="http://schemas.microsoft.com/office/drawing/2014/main" id="{76901B4C-06DA-0D0C-65D6-39887C328CD1}"/>
                </a:ext>
              </a:extLst>
            </p:cNvPr>
            <p:cNvPicPr/>
            <p:nvPr/>
          </p:nvPicPr>
          <p:blipFill>
            <a:blip r:embed="rId11" cstate="print"/>
            <a:stretch>
              <a:fillRect/>
            </a:stretch>
          </p:blipFill>
          <p:spPr>
            <a:xfrm>
              <a:off x="6726935" y="4235196"/>
              <a:ext cx="192024" cy="740663"/>
            </a:xfrm>
            <a:prstGeom prst="rect">
              <a:avLst/>
            </a:prstGeom>
          </p:spPr>
        </p:pic>
        <p:pic>
          <p:nvPicPr>
            <p:cNvPr id="18" name="object 23">
              <a:extLst>
                <a:ext uri="{FF2B5EF4-FFF2-40B4-BE49-F238E27FC236}">
                  <a16:creationId xmlns:a16="http://schemas.microsoft.com/office/drawing/2014/main" id="{955055E4-3DD1-63AD-4143-E9D4ACCDF56C}"/>
                </a:ext>
              </a:extLst>
            </p:cNvPr>
            <p:cNvPicPr/>
            <p:nvPr/>
          </p:nvPicPr>
          <p:blipFill>
            <a:blip r:embed="rId12" cstate="print"/>
            <a:stretch>
              <a:fillRect/>
            </a:stretch>
          </p:blipFill>
          <p:spPr>
            <a:xfrm>
              <a:off x="8157971" y="4235196"/>
              <a:ext cx="201168" cy="740663"/>
            </a:xfrm>
            <a:prstGeom prst="rect">
              <a:avLst/>
            </a:prstGeom>
          </p:spPr>
        </p:pic>
        <p:pic>
          <p:nvPicPr>
            <p:cNvPr id="19" name="object 24">
              <a:extLst>
                <a:ext uri="{FF2B5EF4-FFF2-40B4-BE49-F238E27FC236}">
                  <a16:creationId xmlns:a16="http://schemas.microsoft.com/office/drawing/2014/main" id="{626E1BD7-BDC5-C3F1-BA74-C7DB46B7F23C}"/>
                </a:ext>
              </a:extLst>
            </p:cNvPr>
            <p:cNvPicPr/>
            <p:nvPr/>
          </p:nvPicPr>
          <p:blipFill>
            <a:blip r:embed="rId13" cstate="print"/>
            <a:stretch>
              <a:fillRect/>
            </a:stretch>
          </p:blipFill>
          <p:spPr>
            <a:xfrm>
              <a:off x="7598664" y="3861816"/>
              <a:ext cx="181355" cy="1114044"/>
            </a:xfrm>
            <a:prstGeom prst="rect">
              <a:avLst/>
            </a:prstGeom>
          </p:spPr>
        </p:pic>
        <p:pic>
          <p:nvPicPr>
            <p:cNvPr id="20" name="object 25">
              <a:extLst>
                <a:ext uri="{FF2B5EF4-FFF2-40B4-BE49-F238E27FC236}">
                  <a16:creationId xmlns:a16="http://schemas.microsoft.com/office/drawing/2014/main" id="{3D758563-BB4F-3B1E-04B4-5E4E143D07AF}"/>
                </a:ext>
              </a:extLst>
            </p:cNvPr>
            <p:cNvPicPr/>
            <p:nvPr/>
          </p:nvPicPr>
          <p:blipFill>
            <a:blip r:embed="rId14" cstate="print"/>
            <a:stretch>
              <a:fillRect/>
            </a:stretch>
          </p:blipFill>
          <p:spPr>
            <a:xfrm>
              <a:off x="4722876" y="3861816"/>
              <a:ext cx="184403" cy="1114044"/>
            </a:xfrm>
            <a:prstGeom prst="rect">
              <a:avLst/>
            </a:prstGeom>
          </p:spPr>
        </p:pic>
        <p:pic>
          <p:nvPicPr>
            <p:cNvPr id="21" name="object 26">
              <a:extLst>
                <a:ext uri="{FF2B5EF4-FFF2-40B4-BE49-F238E27FC236}">
                  <a16:creationId xmlns:a16="http://schemas.microsoft.com/office/drawing/2014/main" id="{66B92A7B-7612-7F9F-FA09-22838B54A0C1}"/>
                </a:ext>
              </a:extLst>
            </p:cNvPr>
            <p:cNvPicPr/>
            <p:nvPr/>
          </p:nvPicPr>
          <p:blipFill>
            <a:blip r:embed="rId15" cstate="print"/>
            <a:stretch>
              <a:fillRect/>
            </a:stretch>
          </p:blipFill>
          <p:spPr>
            <a:xfrm>
              <a:off x="5317235" y="4081272"/>
              <a:ext cx="195072" cy="894588"/>
            </a:xfrm>
            <a:prstGeom prst="rect">
              <a:avLst/>
            </a:prstGeom>
          </p:spPr>
        </p:pic>
        <p:pic>
          <p:nvPicPr>
            <p:cNvPr id="23" name="object 27">
              <a:extLst>
                <a:ext uri="{FF2B5EF4-FFF2-40B4-BE49-F238E27FC236}">
                  <a16:creationId xmlns:a16="http://schemas.microsoft.com/office/drawing/2014/main" id="{E556CFA9-2F07-3318-7864-FEAFE0CCAFEE}"/>
                </a:ext>
              </a:extLst>
            </p:cNvPr>
            <p:cNvPicPr/>
            <p:nvPr/>
          </p:nvPicPr>
          <p:blipFill>
            <a:blip r:embed="rId16" cstate="print"/>
            <a:stretch>
              <a:fillRect/>
            </a:stretch>
          </p:blipFill>
          <p:spPr>
            <a:xfrm>
              <a:off x="5017008" y="4479036"/>
              <a:ext cx="184403" cy="496824"/>
            </a:xfrm>
            <a:prstGeom prst="rect">
              <a:avLst/>
            </a:prstGeom>
          </p:spPr>
        </p:pic>
        <p:pic>
          <p:nvPicPr>
            <p:cNvPr id="24" name="object 28">
              <a:extLst>
                <a:ext uri="{FF2B5EF4-FFF2-40B4-BE49-F238E27FC236}">
                  <a16:creationId xmlns:a16="http://schemas.microsoft.com/office/drawing/2014/main" id="{AC289A18-3151-2238-2C28-A9E21C790360}"/>
                </a:ext>
              </a:extLst>
            </p:cNvPr>
            <p:cNvPicPr/>
            <p:nvPr/>
          </p:nvPicPr>
          <p:blipFill>
            <a:blip r:embed="rId17" cstate="print"/>
            <a:stretch>
              <a:fillRect/>
            </a:stretch>
          </p:blipFill>
          <p:spPr>
            <a:xfrm>
              <a:off x="5594603" y="4235196"/>
              <a:ext cx="184403" cy="740663"/>
            </a:xfrm>
            <a:prstGeom prst="rect">
              <a:avLst/>
            </a:prstGeom>
          </p:spPr>
        </p:pic>
        <p:pic>
          <p:nvPicPr>
            <p:cNvPr id="25" name="object 29">
              <a:extLst>
                <a:ext uri="{FF2B5EF4-FFF2-40B4-BE49-F238E27FC236}">
                  <a16:creationId xmlns:a16="http://schemas.microsoft.com/office/drawing/2014/main" id="{1FBD209B-A15A-B14A-C799-605CAB1F958D}"/>
                </a:ext>
              </a:extLst>
            </p:cNvPr>
            <p:cNvPicPr/>
            <p:nvPr/>
          </p:nvPicPr>
          <p:blipFill>
            <a:blip r:embed="rId18" cstate="print"/>
            <a:stretch>
              <a:fillRect/>
            </a:stretch>
          </p:blipFill>
          <p:spPr>
            <a:xfrm>
              <a:off x="5881115" y="4686300"/>
              <a:ext cx="196596" cy="289560"/>
            </a:xfrm>
            <a:prstGeom prst="rect">
              <a:avLst/>
            </a:prstGeom>
          </p:spPr>
        </p:pic>
        <p:pic>
          <p:nvPicPr>
            <p:cNvPr id="26" name="object 30">
              <a:extLst>
                <a:ext uri="{FF2B5EF4-FFF2-40B4-BE49-F238E27FC236}">
                  <a16:creationId xmlns:a16="http://schemas.microsoft.com/office/drawing/2014/main" id="{15AAD9E6-C382-B180-22CD-2FB21AA84CD2}"/>
                </a:ext>
              </a:extLst>
            </p:cNvPr>
            <p:cNvPicPr/>
            <p:nvPr/>
          </p:nvPicPr>
          <p:blipFill>
            <a:blip r:embed="rId19" cstate="print"/>
            <a:stretch>
              <a:fillRect/>
            </a:stretch>
          </p:blipFill>
          <p:spPr>
            <a:xfrm>
              <a:off x="6161532" y="4235196"/>
              <a:ext cx="184403" cy="740663"/>
            </a:xfrm>
            <a:prstGeom prst="rect">
              <a:avLst/>
            </a:prstGeom>
          </p:spPr>
        </p:pic>
        <p:pic>
          <p:nvPicPr>
            <p:cNvPr id="27" name="object 31">
              <a:extLst>
                <a:ext uri="{FF2B5EF4-FFF2-40B4-BE49-F238E27FC236}">
                  <a16:creationId xmlns:a16="http://schemas.microsoft.com/office/drawing/2014/main" id="{69F6E0CB-4ED5-51AA-44C5-2DC4770F9C35}"/>
                </a:ext>
              </a:extLst>
            </p:cNvPr>
            <p:cNvPicPr/>
            <p:nvPr/>
          </p:nvPicPr>
          <p:blipFill>
            <a:blip r:embed="rId20" cstate="print"/>
            <a:stretch>
              <a:fillRect/>
            </a:stretch>
          </p:blipFill>
          <p:spPr>
            <a:xfrm>
              <a:off x="3578352" y="3761232"/>
              <a:ext cx="190500" cy="1214627"/>
            </a:xfrm>
            <a:prstGeom prst="rect">
              <a:avLst/>
            </a:prstGeom>
          </p:spPr>
        </p:pic>
        <p:pic>
          <p:nvPicPr>
            <p:cNvPr id="28" name="object 32">
              <a:extLst>
                <a:ext uri="{FF2B5EF4-FFF2-40B4-BE49-F238E27FC236}">
                  <a16:creationId xmlns:a16="http://schemas.microsoft.com/office/drawing/2014/main" id="{D702C1C3-C5CD-65C6-4683-0E6CE0A0986E}"/>
                </a:ext>
              </a:extLst>
            </p:cNvPr>
            <p:cNvPicPr/>
            <p:nvPr/>
          </p:nvPicPr>
          <p:blipFill>
            <a:blip r:embed="rId21" cstate="print"/>
            <a:stretch>
              <a:fillRect/>
            </a:stretch>
          </p:blipFill>
          <p:spPr>
            <a:xfrm>
              <a:off x="2706623" y="3861816"/>
              <a:ext cx="190500" cy="1114044"/>
            </a:xfrm>
            <a:prstGeom prst="rect">
              <a:avLst/>
            </a:prstGeom>
          </p:spPr>
        </p:pic>
        <p:pic>
          <p:nvPicPr>
            <p:cNvPr id="29" name="object 33">
              <a:extLst>
                <a:ext uri="{FF2B5EF4-FFF2-40B4-BE49-F238E27FC236}">
                  <a16:creationId xmlns:a16="http://schemas.microsoft.com/office/drawing/2014/main" id="{E60FE665-625D-5E69-EA2B-03C7A501B54D}"/>
                </a:ext>
              </a:extLst>
            </p:cNvPr>
            <p:cNvPicPr/>
            <p:nvPr/>
          </p:nvPicPr>
          <p:blipFill>
            <a:blip r:embed="rId22" cstate="print"/>
            <a:stretch>
              <a:fillRect/>
            </a:stretch>
          </p:blipFill>
          <p:spPr>
            <a:xfrm>
              <a:off x="3300983" y="4081272"/>
              <a:ext cx="201167" cy="894588"/>
            </a:xfrm>
            <a:prstGeom prst="rect">
              <a:avLst/>
            </a:prstGeom>
          </p:spPr>
        </p:pic>
        <p:pic>
          <p:nvPicPr>
            <p:cNvPr id="30" name="object 34">
              <a:extLst>
                <a:ext uri="{FF2B5EF4-FFF2-40B4-BE49-F238E27FC236}">
                  <a16:creationId xmlns:a16="http://schemas.microsoft.com/office/drawing/2014/main" id="{9B7E1A45-8232-C83B-63E2-FEADAD5E1195}"/>
                </a:ext>
              </a:extLst>
            </p:cNvPr>
            <p:cNvPicPr/>
            <p:nvPr/>
          </p:nvPicPr>
          <p:blipFill>
            <a:blip r:embed="rId23" cstate="print"/>
            <a:stretch>
              <a:fillRect/>
            </a:stretch>
          </p:blipFill>
          <p:spPr>
            <a:xfrm>
              <a:off x="3000755" y="4479036"/>
              <a:ext cx="190500" cy="496824"/>
            </a:xfrm>
            <a:prstGeom prst="rect">
              <a:avLst/>
            </a:prstGeom>
          </p:spPr>
        </p:pic>
        <p:pic>
          <p:nvPicPr>
            <p:cNvPr id="31" name="object 35">
              <a:extLst>
                <a:ext uri="{FF2B5EF4-FFF2-40B4-BE49-F238E27FC236}">
                  <a16:creationId xmlns:a16="http://schemas.microsoft.com/office/drawing/2014/main" id="{097E1E56-96A2-0A35-D6FC-AEC3D48BA659}"/>
                </a:ext>
              </a:extLst>
            </p:cNvPr>
            <p:cNvPicPr/>
            <p:nvPr/>
          </p:nvPicPr>
          <p:blipFill>
            <a:blip r:embed="rId24" cstate="print"/>
            <a:stretch>
              <a:fillRect/>
            </a:stretch>
          </p:blipFill>
          <p:spPr>
            <a:xfrm>
              <a:off x="3864864" y="4686300"/>
              <a:ext cx="213360" cy="289560"/>
            </a:xfrm>
            <a:prstGeom prst="rect">
              <a:avLst/>
            </a:prstGeom>
          </p:spPr>
        </p:pic>
        <p:pic>
          <p:nvPicPr>
            <p:cNvPr id="32" name="object 36">
              <a:extLst>
                <a:ext uri="{FF2B5EF4-FFF2-40B4-BE49-F238E27FC236}">
                  <a16:creationId xmlns:a16="http://schemas.microsoft.com/office/drawing/2014/main" id="{39BA2307-DA1A-E4D1-4DBB-E336E2BCA5A3}"/>
                </a:ext>
              </a:extLst>
            </p:cNvPr>
            <p:cNvPicPr/>
            <p:nvPr/>
          </p:nvPicPr>
          <p:blipFill>
            <a:blip r:embed="rId25" cstate="print"/>
            <a:stretch>
              <a:fillRect/>
            </a:stretch>
          </p:blipFill>
          <p:spPr>
            <a:xfrm>
              <a:off x="4149852" y="4235196"/>
              <a:ext cx="201167" cy="740663"/>
            </a:xfrm>
            <a:prstGeom prst="rect">
              <a:avLst/>
            </a:prstGeom>
          </p:spPr>
        </p:pic>
        <p:pic>
          <p:nvPicPr>
            <p:cNvPr id="33" name="object 37">
              <a:extLst>
                <a:ext uri="{FF2B5EF4-FFF2-40B4-BE49-F238E27FC236}">
                  <a16:creationId xmlns:a16="http://schemas.microsoft.com/office/drawing/2014/main" id="{331421F3-35C9-414D-B42F-BA3482A96B19}"/>
                </a:ext>
              </a:extLst>
            </p:cNvPr>
            <p:cNvPicPr/>
            <p:nvPr/>
          </p:nvPicPr>
          <p:blipFill>
            <a:blip r:embed="rId26" cstate="print"/>
            <a:stretch>
              <a:fillRect/>
            </a:stretch>
          </p:blipFill>
          <p:spPr>
            <a:xfrm>
              <a:off x="701040" y="3861816"/>
              <a:ext cx="216408" cy="1114044"/>
            </a:xfrm>
            <a:prstGeom prst="rect">
              <a:avLst/>
            </a:prstGeom>
          </p:spPr>
        </p:pic>
        <p:pic>
          <p:nvPicPr>
            <p:cNvPr id="34" name="object 38">
              <a:extLst>
                <a:ext uri="{FF2B5EF4-FFF2-40B4-BE49-F238E27FC236}">
                  <a16:creationId xmlns:a16="http://schemas.microsoft.com/office/drawing/2014/main" id="{BFC83C09-132F-1CF9-28C5-F1C2DB8BD21D}"/>
                </a:ext>
              </a:extLst>
            </p:cNvPr>
            <p:cNvPicPr/>
            <p:nvPr/>
          </p:nvPicPr>
          <p:blipFill>
            <a:blip r:embed="rId27" cstate="print"/>
            <a:stretch>
              <a:fillRect/>
            </a:stretch>
          </p:blipFill>
          <p:spPr>
            <a:xfrm>
              <a:off x="1572767" y="4081272"/>
              <a:ext cx="211836" cy="906779"/>
            </a:xfrm>
            <a:prstGeom prst="rect">
              <a:avLst/>
            </a:prstGeom>
          </p:spPr>
        </p:pic>
        <p:pic>
          <p:nvPicPr>
            <p:cNvPr id="35" name="object 39">
              <a:extLst>
                <a:ext uri="{FF2B5EF4-FFF2-40B4-BE49-F238E27FC236}">
                  <a16:creationId xmlns:a16="http://schemas.microsoft.com/office/drawing/2014/main" id="{4C1A6043-E3AF-D051-53E4-7ECD5E64D583}"/>
                </a:ext>
              </a:extLst>
            </p:cNvPr>
            <p:cNvPicPr/>
            <p:nvPr/>
          </p:nvPicPr>
          <p:blipFill>
            <a:blip r:embed="rId28" cstate="print"/>
            <a:stretch>
              <a:fillRect/>
            </a:stretch>
          </p:blipFill>
          <p:spPr>
            <a:xfrm>
              <a:off x="1286255" y="4235196"/>
              <a:ext cx="208787" cy="752855"/>
            </a:xfrm>
            <a:prstGeom prst="rect">
              <a:avLst/>
            </a:prstGeom>
          </p:spPr>
        </p:pic>
        <p:pic>
          <p:nvPicPr>
            <p:cNvPr id="36" name="object 40">
              <a:extLst>
                <a:ext uri="{FF2B5EF4-FFF2-40B4-BE49-F238E27FC236}">
                  <a16:creationId xmlns:a16="http://schemas.microsoft.com/office/drawing/2014/main" id="{24CB4716-0489-3AA6-B73A-3137F0E45C8D}"/>
                </a:ext>
              </a:extLst>
            </p:cNvPr>
            <p:cNvPicPr/>
            <p:nvPr/>
          </p:nvPicPr>
          <p:blipFill>
            <a:blip r:embed="rId29" cstate="print"/>
            <a:stretch>
              <a:fillRect/>
            </a:stretch>
          </p:blipFill>
          <p:spPr>
            <a:xfrm>
              <a:off x="995172" y="4479036"/>
              <a:ext cx="230124" cy="496824"/>
            </a:xfrm>
            <a:prstGeom prst="rect">
              <a:avLst/>
            </a:prstGeom>
          </p:spPr>
        </p:pic>
        <p:pic>
          <p:nvPicPr>
            <p:cNvPr id="37" name="object 41">
              <a:extLst>
                <a:ext uri="{FF2B5EF4-FFF2-40B4-BE49-F238E27FC236}">
                  <a16:creationId xmlns:a16="http://schemas.microsoft.com/office/drawing/2014/main" id="{BEBCD986-1508-B8AD-7B7B-B8B58D491AB2}"/>
                </a:ext>
              </a:extLst>
            </p:cNvPr>
            <p:cNvPicPr/>
            <p:nvPr/>
          </p:nvPicPr>
          <p:blipFill>
            <a:blip r:embed="rId30" cstate="print"/>
            <a:stretch>
              <a:fillRect/>
            </a:stretch>
          </p:blipFill>
          <p:spPr>
            <a:xfrm>
              <a:off x="1863852" y="4686300"/>
              <a:ext cx="204215" cy="289560"/>
            </a:xfrm>
            <a:prstGeom prst="rect">
              <a:avLst/>
            </a:prstGeom>
          </p:spPr>
        </p:pic>
        <p:pic>
          <p:nvPicPr>
            <p:cNvPr id="38" name="object 42">
              <a:extLst>
                <a:ext uri="{FF2B5EF4-FFF2-40B4-BE49-F238E27FC236}">
                  <a16:creationId xmlns:a16="http://schemas.microsoft.com/office/drawing/2014/main" id="{74E2B8D3-34C6-6DE6-9FFE-DABC49EC7277}"/>
                </a:ext>
              </a:extLst>
            </p:cNvPr>
            <p:cNvPicPr/>
            <p:nvPr/>
          </p:nvPicPr>
          <p:blipFill>
            <a:blip r:embed="rId31" cstate="print"/>
            <a:stretch>
              <a:fillRect/>
            </a:stretch>
          </p:blipFill>
          <p:spPr>
            <a:xfrm>
              <a:off x="2139695" y="4686300"/>
              <a:ext cx="205739" cy="289560"/>
            </a:xfrm>
            <a:prstGeom prst="rect">
              <a:avLst/>
            </a:prstGeom>
          </p:spPr>
        </p:pic>
        <p:sp>
          <p:nvSpPr>
            <p:cNvPr id="39" name="object 43">
              <a:extLst>
                <a:ext uri="{FF2B5EF4-FFF2-40B4-BE49-F238E27FC236}">
                  <a16:creationId xmlns:a16="http://schemas.microsoft.com/office/drawing/2014/main" id="{71EBACE2-1D2D-6DC0-7809-AA809CE14EAC}"/>
                </a:ext>
              </a:extLst>
            </p:cNvPr>
            <p:cNvSpPr/>
            <p:nvPr/>
          </p:nvSpPr>
          <p:spPr>
            <a:xfrm>
              <a:off x="305561" y="3493770"/>
              <a:ext cx="8486140" cy="1495425"/>
            </a:xfrm>
            <a:custGeom>
              <a:avLst/>
              <a:gdLst/>
              <a:ahLst/>
              <a:cxnLst/>
              <a:rect l="l" t="t" r="r" b="b"/>
              <a:pathLst>
                <a:path w="8486140" h="1495425">
                  <a:moveTo>
                    <a:pt x="8485632" y="0"/>
                  </a:moveTo>
                  <a:lnTo>
                    <a:pt x="0" y="0"/>
                  </a:lnTo>
                </a:path>
                <a:path w="8486140" h="1495425">
                  <a:moveTo>
                    <a:pt x="0" y="1495043"/>
                  </a:moveTo>
                  <a:lnTo>
                    <a:pt x="8485632" y="1495043"/>
                  </a:lnTo>
                </a:path>
              </a:pathLst>
            </a:custGeom>
            <a:ln w="38100">
              <a:solidFill>
                <a:srgbClr val="000000"/>
              </a:solidFill>
            </a:ln>
          </p:spPr>
          <p:txBody>
            <a:bodyPr wrap="square" lIns="0" tIns="0" rIns="0" bIns="0" rtlCol="0"/>
            <a:lstStyle/>
            <a:p>
              <a:endParaRPr/>
            </a:p>
          </p:txBody>
        </p:sp>
      </p:grpSp>
      <p:sp>
        <p:nvSpPr>
          <p:cNvPr id="40" name="object 44">
            <a:extLst>
              <a:ext uri="{FF2B5EF4-FFF2-40B4-BE49-F238E27FC236}">
                <a16:creationId xmlns:a16="http://schemas.microsoft.com/office/drawing/2014/main" id="{573CEED9-C2AF-A55D-5520-26A5B052EE8E}"/>
              </a:ext>
            </a:extLst>
          </p:cNvPr>
          <p:cNvSpPr txBox="1"/>
          <p:nvPr/>
        </p:nvSpPr>
        <p:spPr>
          <a:xfrm>
            <a:off x="419400" y="477621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41" name="object 45">
            <a:extLst>
              <a:ext uri="{FF2B5EF4-FFF2-40B4-BE49-F238E27FC236}">
                <a16:creationId xmlns:a16="http://schemas.microsoft.com/office/drawing/2014/main" id="{1E1CA4B2-B537-C31B-DF56-4BEB95401703}"/>
              </a:ext>
            </a:extLst>
          </p:cNvPr>
          <p:cNvSpPr txBox="1"/>
          <p:nvPr/>
        </p:nvSpPr>
        <p:spPr>
          <a:xfrm>
            <a:off x="2418633" y="477621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42" name="object 46">
            <a:extLst>
              <a:ext uri="{FF2B5EF4-FFF2-40B4-BE49-F238E27FC236}">
                <a16:creationId xmlns:a16="http://schemas.microsoft.com/office/drawing/2014/main" id="{F2A121CF-E91E-028A-C994-28A7463EDB34}"/>
              </a:ext>
            </a:extLst>
          </p:cNvPr>
          <p:cNvSpPr txBox="1"/>
          <p:nvPr/>
        </p:nvSpPr>
        <p:spPr>
          <a:xfrm>
            <a:off x="4428409" y="4780152"/>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43" name="object 47">
            <a:extLst>
              <a:ext uri="{FF2B5EF4-FFF2-40B4-BE49-F238E27FC236}">
                <a16:creationId xmlns:a16="http://schemas.microsoft.com/office/drawing/2014/main" id="{663967FB-B52E-ADD4-EC0A-B86FB8A9BBA4}"/>
              </a:ext>
            </a:extLst>
          </p:cNvPr>
          <p:cNvSpPr txBox="1"/>
          <p:nvPr/>
        </p:nvSpPr>
        <p:spPr>
          <a:xfrm>
            <a:off x="8438942" y="4776215"/>
            <a:ext cx="242570" cy="208279"/>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Verdana"/>
                <a:cs typeface="Verdana"/>
              </a:rPr>
              <a:t>Su</a:t>
            </a:r>
            <a:endParaRPr sz="1200">
              <a:latin typeface="Verdana"/>
              <a:cs typeface="Verdana"/>
            </a:endParaRPr>
          </a:p>
        </p:txBody>
      </p:sp>
      <p:sp>
        <p:nvSpPr>
          <p:cNvPr id="44" name="object 48">
            <a:extLst>
              <a:ext uri="{FF2B5EF4-FFF2-40B4-BE49-F238E27FC236}">
                <a16:creationId xmlns:a16="http://schemas.microsoft.com/office/drawing/2014/main" id="{6C311A33-ED60-FEE8-64BC-5945F25A46F3}"/>
              </a:ext>
            </a:extLst>
          </p:cNvPr>
          <p:cNvSpPr txBox="1"/>
          <p:nvPr/>
        </p:nvSpPr>
        <p:spPr>
          <a:xfrm>
            <a:off x="743402" y="4798821"/>
            <a:ext cx="1586865" cy="208279"/>
          </a:xfrm>
          <a:prstGeom prst="rect">
            <a:avLst/>
          </a:prstGeom>
        </p:spPr>
        <p:txBody>
          <a:bodyPr vert="horz" wrap="square" lIns="0" tIns="12700" rIns="0" bIns="0" rtlCol="0">
            <a:spAutoFit/>
          </a:bodyPr>
          <a:lstStyle/>
          <a:p>
            <a:pPr marL="12700">
              <a:lnSpc>
                <a:spcPct val="100000"/>
              </a:lnSpc>
              <a:spcBef>
                <a:spcPts val="100"/>
              </a:spcBef>
              <a:tabLst>
                <a:tab pos="321945" algn="l"/>
                <a:tab pos="571500" algn="l"/>
                <a:tab pos="899794" algn="l"/>
                <a:tab pos="1176020" algn="l"/>
                <a:tab pos="1464945" algn="l"/>
              </a:tabLst>
            </a:pPr>
            <a:r>
              <a:rPr sz="1200" b="1" dirty="0">
                <a:latin typeface="Verdana"/>
                <a:cs typeface="Verdana"/>
              </a:rPr>
              <a:t>M	T	W	T	F	S</a:t>
            </a:r>
            <a:endParaRPr sz="1200">
              <a:latin typeface="Verdana"/>
              <a:cs typeface="Verdana"/>
            </a:endParaRPr>
          </a:p>
        </p:txBody>
      </p:sp>
      <p:sp>
        <p:nvSpPr>
          <p:cNvPr id="45" name="object 49">
            <a:extLst>
              <a:ext uri="{FF2B5EF4-FFF2-40B4-BE49-F238E27FC236}">
                <a16:creationId xmlns:a16="http://schemas.microsoft.com/office/drawing/2014/main" id="{FE4D812B-0560-CCCB-DA6A-EC40F290DFD8}"/>
              </a:ext>
            </a:extLst>
          </p:cNvPr>
          <p:cNvSpPr txBox="1"/>
          <p:nvPr/>
        </p:nvSpPr>
        <p:spPr>
          <a:xfrm>
            <a:off x="2755057" y="4798821"/>
            <a:ext cx="1584960" cy="208279"/>
          </a:xfrm>
          <a:prstGeom prst="rect">
            <a:avLst/>
          </a:prstGeom>
        </p:spPr>
        <p:txBody>
          <a:bodyPr vert="horz" wrap="square" lIns="0" tIns="12700" rIns="0" bIns="0" rtlCol="0">
            <a:spAutoFit/>
          </a:bodyPr>
          <a:lstStyle/>
          <a:p>
            <a:pPr marL="12700">
              <a:lnSpc>
                <a:spcPct val="100000"/>
              </a:lnSpc>
              <a:spcBef>
                <a:spcPts val="100"/>
              </a:spcBef>
              <a:tabLst>
                <a:tab pos="320040" algn="l"/>
                <a:tab pos="582295" algn="l"/>
                <a:tab pos="896619" algn="l"/>
                <a:tab pos="1176020" algn="l"/>
                <a:tab pos="1463675" algn="l"/>
              </a:tabLst>
            </a:pPr>
            <a:r>
              <a:rPr sz="1200" b="1" dirty="0">
                <a:latin typeface="Verdana"/>
                <a:cs typeface="Verdana"/>
              </a:rPr>
              <a:t>M	T	W	T	F	S</a:t>
            </a:r>
            <a:endParaRPr sz="1200">
              <a:latin typeface="Verdana"/>
              <a:cs typeface="Verdana"/>
            </a:endParaRPr>
          </a:p>
        </p:txBody>
      </p:sp>
      <p:sp>
        <p:nvSpPr>
          <p:cNvPr id="46" name="object 50">
            <a:extLst>
              <a:ext uri="{FF2B5EF4-FFF2-40B4-BE49-F238E27FC236}">
                <a16:creationId xmlns:a16="http://schemas.microsoft.com/office/drawing/2014/main" id="{9D57E672-4228-015C-B11E-6228E5A7178F}"/>
              </a:ext>
            </a:extLst>
          </p:cNvPr>
          <p:cNvSpPr txBox="1"/>
          <p:nvPr/>
        </p:nvSpPr>
        <p:spPr>
          <a:xfrm>
            <a:off x="4765213" y="4798821"/>
            <a:ext cx="1586865" cy="208279"/>
          </a:xfrm>
          <a:prstGeom prst="rect">
            <a:avLst/>
          </a:prstGeom>
        </p:spPr>
        <p:txBody>
          <a:bodyPr vert="horz" wrap="square" lIns="0" tIns="12700" rIns="0" bIns="0" rtlCol="0">
            <a:spAutoFit/>
          </a:bodyPr>
          <a:lstStyle/>
          <a:p>
            <a:pPr marL="12700">
              <a:lnSpc>
                <a:spcPct val="100000"/>
              </a:lnSpc>
              <a:spcBef>
                <a:spcPts val="100"/>
              </a:spcBef>
              <a:tabLst>
                <a:tab pos="318770" algn="l"/>
                <a:tab pos="585470" algn="l"/>
                <a:tab pos="896619" algn="l"/>
                <a:tab pos="1176020" algn="l"/>
                <a:tab pos="1464945" algn="l"/>
              </a:tabLst>
            </a:pPr>
            <a:r>
              <a:rPr sz="1200" b="1" dirty="0">
                <a:latin typeface="Verdana"/>
                <a:cs typeface="Verdana"/>
              </a:rPr>
              <a:t>M	T	W	T	F	S</a:t>
            </a:r>
            <a:endParaRPr sz="1200">
              <a:latin typeface="Verdana"/>
              <a:cs typeface="Verdana"/>
            </a:endParaRPr>
          </a:p>
        </p:txBody>
      </p:sp>
      <p:sp>
        <p:nvSpPr>
          <p:cNvPr id="47" name="object 51">
            <a:extLst>
              <a:ext uri="{FF2B5EF4-FFF2-40B4-BE49-F238E27FC236}">
                <a16:creationId xmlns:a16="http://schemas.microsoft.com/office/drawing/2014/main" id="{4A6D84B1-FF35-06D1-DD61-675A1D6131EA}"/>
              </a:ext>
            </a:extLst>
          </p:cNvPr>
          <p:cNvSpPr txBox="1"/>
          <p:nvPr/>
        </p:nvSpPr>
        <p:spPr>
          <a:xfrm>
            <a:off x="6424214" y="4776215"/>
            <a:ext cx="535305" cy="208279"/>
          </a:xfrm>
          <a:prstGeom prst="rect">
            <a:avLst/>
          </a:prstGeom>
        </p:spPr>
        <p:txBody>
          <a:bodyPr vert="horz" wrap="square" lIns="0" tIns="12700" rIns="0" bIns="0" rtlCol="0">
            <a:spAutoFit/>
          </a:bodyPr>
          <a:lstStyle/>
          <a:p>
            <a:pPr marL="38100">
              <a:lnSpc>
                <a:spcPct val="100000"/>
              </a:lnSpc>
              <a:spcBef>
                <a:spcPts val="100"/>
              </a:spcBef>
            </a:pPr>
            <a:r>
              <a:rPr sz="1200" b="1" spc="-5" dirty="0">
                <a:latin typeface="Verdana"/>
                <a:cs typeface="Verdana"/>
              </a:rPr>
              <a:t>Su</a:t>
            </a:r>
            <a:r>
              <a:rPr sz="1200" b="1" spc="285" dirty="0">
                <a:latin typeface="Verdana"/>
                <a:cs typeface="Verdana"/>
              </a:rPr>
              <a:t> </a:t>
            </a:r>
            <a:r>
              <a:rPr sz="1800" b="1" baseline="-9259" dirty="0">
                <a:latin typeface="Verdana"/>
                <a:cs typeface="Verdana"/>
              </a:rPr>
              <a:t>M</a:t>
            </a:r>
            <a:endParaRPr sz="1800" baseline="-9259">
              <a:latin typeface="Verdana"/>
              <a:cs typeface="Verdana"/>
            </a:endParaRPr>
          </a:p>
        </p:txBody>
      </p:sp>
      <p:sp>
        <p:nvSpPr>
          <p:cNvPr id="48" name="object 52">
            <a:extLst>
              <a:ext uri="{FF2B5EF4-FFF2-40B4-BE49-F238E27FC236}">
                <a16:creationId xmlns:a16="http://schemas.microsoft.com/office/drawing/2014/main" id="{9AC4EF74-6225-FE65-E8B6-0C9448995549}"/>
              </a:ext>
            </a:extLst>
          </p:cNvPr>
          <p:cNvSpPr txBox="1"/>
          <p:nvPr/>
        </p:nvSpPr>
        <p:spPr>
          <a:xfrm>
            <a:off x="7071914" y="4798821"/>
            <a:ext cx="1278890" cy="208279"/>
          </a:xfrm>
          <a:prstGeom prst="rect">
            <a:avLst/>
          </a:prstGeom>
        </p:spPr>
        <p:txBody>
          <a:bodyPr vert="horz" wrap="square" lIns="0" tIns="12700" rIns="0" bIns="0" rtlCol="0">
            <a:spAutoFit/>
          </a:bodyPr>
          <a:lstStyle/>
          <a:p>
            <a:pPr marL="12700">
              <a:lnSpc>
                <a:spcPct val="100000"/>
              </a:lnSpc>
              <a:spcBef>
                <a:spcPts val="100"/>
              </a:spcBef>
              <a:tabLst>
                <a:tab pos="285750" algn="l"/>
                <a:tab pos="590550" algn="l"/>
                <a:tab pos="866775" algn="l"/>
                <a:tab pos="1156970" algn="l"/>
              </a:tabLst>
            </a:pPr>
            <a:r>
              <a:rPr sz="1200" b="1" dirty="0">
                <a:latin typeface="Verdana"/>
                <a:cs typeface="Verdana"/>
              </a:rPr>
              <a:t>T	W	T	F	S</a:t>
            </a:r>
            <a:endParaRPr sz="1200">
              <a:latin typeface="Verdana"/>
              <a:cs typeface="Verdana"/>
            </a:endParaRPr>
          </a:p>
        </p:txBody>
      </p:sp>
    </p:spTree>
    <p:extLst>
      <p:ext uri="{BB962C8B-B14F-4D97-AF65-F5344CB8AC3E}">
        <p14:creationId xmlns:p14="http://schemas.microsoft.com/office/powerpoint/2010/main" val="1882584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Incremental</a:t>
            </a:r>
            <a:r>
              <a:rPr lang="zh-CN" altLang="en-US" dirty="0"/>
              <a:t> </a:t>
            </a:r>
            <a:r>
              <a:rPr lang="en-US" altLang="zh-CN" dirty="0"/>
              <a:t>Backups</a:t>
            </a:r>
            <a:r>
              <a:rPr lang="zh-CN" altLang="en-US" dirty="0"/>
              <a:t> </a:t>
            </a:r>
            <a:r>
              <a:rPr lang="en-US" altLang="zh-CN" dirty="0"/>
              <a:t>-</a:t>
            </a:r>
            <a:r>
              <a:rPr lang="zh-CN" altLang="en-US" dirty="0"/>
              <a:t> </a:t>
            </a:r>
            <a:r>
              <a:rPr lang="en-US" altLang="zh-CN" dirty="0"/>
              <a:t>Restore</a:t>
            </a:r>
            <a:endParaRPr lang="zh-CN" altLang="en-US"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r>
              <a:rPr kumimoji="1" lang="zh-CN" altLang="en-US" dirty="0"/>
              <a:t>恢复时：</a:t>
            </a:r>
            <a:r>
              <a:rPr kumimoji="1" lang="en-US" altLang="zh-CN" dirty="0"/>
              <a:t>Last</a:t>
            </a:r>
            <a:r>
              <a:rPr kumimoji="1" lang="zh-CN" altLang="en-US" dirty="0"/>
              <a:t> </a:t>
            </a:r>
            <a:r>
              <a:rPr kumimoji="1" lang="en-US" altLang="zh-CN" dirty="0"/>
              <a:t>full</a:t>
            </a:r>
            <a:r>
              <a:rPr kumimoji="1" lang="zh-CN" altLang="en-US" dirty="0"/>
              <a:t> </a:t>
            </a:r>
            <a:r>
              <a:rPr kumimoji="1" lang="en-US" altLang="zh-CN" dirty="0"/>
              <a:t>backup</a:t>
            </a:r>
            <a:r>
              <a:rPr kumimoji="1" lang="zh-CN" altLang="en-US" dirty="0"/>
              <a:t> </a:t>
            </a:r>
            <a:r>
              <a:rPr kumimoji="1" lang="en-US" altLang="zh-CN" dirty="0"/>
              <a:t>+</a:t>
            </a:r>
            <a:r>
              <a:rPr kumimoji="1" lang="zh-CN" altLang="en-US" dirty="0"/>
              <a:t> </a:t>
            </a:r>
            <a:r>
              <a:rPr kumimoji="1" lang="en-US" altLang="zh-CN" dirty="0"/>
              <a:t>all</a:t>
            </a:r>
            <a:r>
              <a:rPr kumimoji="1" lang="zh-CN" altLang="en-US" dirty="0"/>
              <a:t> </a:t>
            </a:r>
            <a:r>
              <a:rPr kumimoji="1" lang="en-US" altLang="zh-CN" dirty="0"/>
              <a:t>incremental</a:t>
            </a:r>
            <a:r>
              <a:rPr kumimoji="1" lang="zh-CN" altLang="en-US" dirty="0"/>
              <a:t> </a:t>
            </a:r>
            <a:r>
              <a:rPr kumimoji="1" lang="en-US" altLang="zh-CN" dirty="0"/>
              <a:t>backups</a:t>
            </a:r>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48</a:t>
            </a:fld>
            <a:endParaRPr lang="en-US" dirty="0"/>
          </a:p>
        </p:txBody>
      </p:sp>
      <p:pic>
        <p:nvPicPr>
          <p:cNvPr id="49" name="object 4">
            <a:extLst>
              <a:ext uri="{FF2B5EF4-FFF2-40B4-BE49-F238E27FC236}">
                <a16:creationId xmlns:a16="http://schemas.microsoft.com/office/drawing/2014/main" id="{956F825D-73D0-3667-F92C-AE35B049FDA6}"/>
              </a:ext>
            </a:extLst>
          </p:cNvPr>
          <p:cNvPicPr/>
          <p:nvPr/>
        </p:nvPicPr>
        <p:blipFill>
          <a:blip r:embed="rId3" cstate="print"/>
          <a:stretch>
            <a:fillRect/>
          </a:stretch>
        </p:blipFill>
        <p:spPr>
          <a:xfrm>
            <a:off x="71120" y="3552952"/>
            <a:ext cx="1309116" cy="486156"/>
          </a:xfrm>
          <a:prstGeom prst="rect">
            <a:avLst/>
          </a:prstGeom>
        </p:spPr>
      </p:pic>
      <p:sp>
        <p:nvSpPr>
          <p:cNvPr id="50" name="object 5">
            <a:extLst>
              <a:ext uri="{FF2B5EF4-FFF2-40B4-BE49-F238E27FC236}">
                <a16:creationId xmlns:a16="http://schemas.microsoft.com/office/drawing/2014/main" id="{550BAEF9-0B1E-E20D-E43F-5E5AAACCAD75}"/>
              </a:ext>
            </a:extLst>
          </p:cNvPr>
          <p:cNvSpPr txBox="1"/>
          <p:nvPr/>
        </p:nvSpPr>
        <p:spPr>
          <a:xfrm>
            <a:off x="100787" y="3610610"/>
            <a:ext cx="1134745" cy="285115"/>
          </a:xfrm>
          <a:prstGeom prst="rect">
            <a:avLst/>
          </a:prstGeom>
        </p:spPr>
        <p:txBody>
          <a:bodyPr vert="horz" wrap="square" lIns="0" tIns="13335" rIns="0" bIns="0" rtlCol="0">
            <a:spAutoFit/>
          </a:bodyPr>
          <a:lstStyle/>
          <a:p>
            <a:pPr marL="12700">
              <a:lnSpc>
                <a:spcPct val="100000"/>
              </a:lnSpc>
              <a:spcBef>
                <a:spcPts val="105"/>
              </a:spcBef>
            </a:pPr>
            <a:r>
              <a:rPr sz="1700" spc="-5" dirty="0">
                <a:latin typeface="Tahoma"/>
                <a:cs typeface="Tahoma"/>
              </a:rPr>
              <a:t>Files</a:t>
            </a:r>
            <a:r>
              <a:rPr sz="1700" spc="-15" dirty="0">
                <a:latin typeface="Tahoma"/>
                <a:cs typeface="Tahoma"/>
              </a:rPr>
              <a:t> </a:t>
            </a:r>
            <a:r>
              <a:rPr sz="1700" dirty="0">
                <a:latin typeface="Tahoma"/>
                <a:cs typeface="Tahoma"/>
              </a:rPr>
              <a:t>1,</a:t>
            </a:r>
            <a:r>
              <a:rPr sz="1700" spc="-35" dirty="0">
                <a:latin typeface="Tahoma"/>
                <a:cs typeface="Tahoma"/>
              </a:rPr>
              <a:t> </a:t>
            </a:r>
            <a:r>
              <a:rPr sz="1700" dirty="0">
                <a:latin typeface="Tahoma"/>
                <a:cs typeface="Tahoma"/>
              </a:rPr>
              <a:t>2,</a:t>
            </a:r>
            <a:r>
              <a:rPr sz="1700" spc="-40" dirty="0">
                <a:latin typeface="Tahoma"/>
                <a:cs typeface="Tahoma"/>
              </a:rPr>
              <a:t> </a:t>
            </a:r>
            <a:r>
              <a:rPr sz="1700" dirty="0">
                <a:latin typeface="Tahoma"/>
                <a:cs typeface="Tahoma"/>
              </a:rPr>
              <a:t>3</a:t>
            </a:r>
            <a:endParaRPr sz="1700">
              <a:latin typeface="Tahoma"/>
              <a:cs typeface="Tahoma"/>
            </a:endParaRPr>
          </a:p>
        </p:txBody>
      </p:sp>
      <p:grpSp>
        <p:nvGrpSpPr>
          <p:cNvPr id="51" name="object 6">
            <a:extLst>
              <a:ext uri="{FF2B5EF4-FFF2-40B4-BE49-F238E27FC236}">
                <a16:creationId xmlns:a16="http://schemas.microsoft.com/office/drawing/2014/main" id="{6452DB8F-FFA2-8A24-66FB-4B8653A3D7D0}"/>
              </a:ext>
            </a:extLst>
          </p:cNvPr>
          <p:cNvGrpSpPr/>
          <p:nvPr/>
        </p:nvGrpSpPr>
        <p:grpSpPr>
          <a:xfrm>
            <a:off x="121158" y="2356612"/>
            <a:ext cx="1436370" cy="1250315"/>
            <a:chOff x="50038" y="2183892"/>
            <a:chExt cx="1436370" cy="1250315"/>
          </a:xfrm>
        </p:grpSpPr>
        <p:sp>
          <p:nvSpPr>
            <p:cNvPr id="52" name="object 7">
              <a:extLst>
                <a:ext uri="{FF2B5EF4-FFF2-40B4-BE49-F238E27FC236}">
                  <a16:creationId xmlns:a16="http://schemas.microsoft.com/office/drawing/2014/main" id="{1A9A3771-B1A4-3AC7-EEA8-A3D8A0A26CED}"/>
                </a:ext>
              </a:extLst>
            </p:cNvPr>
            <p:cNvSpPr/>
            <p:nvPr/>
          </p:nvSpPr>
          <p:spPr>
            <a:xfrm>
              <a:off x="376428" y="2647188"/>
              <a:ext cx="1103630" cy="553720"/>
            </a:xfrm>
            <a:custGeom>
              <a:avLst/>
              <a:gdLst/>
              <a:ahLst/>
              <a:cxnLst/>
              <a:rect l="l" t="t" r="r" b="b"/>
              <a:pathLst>
                <a:path w="1103630" h="553719">
                  <a:moveTo>
                    <a:pt x="1103376" y="0"/>
                  </a:moveTo>
                  <a:lnTo>
                    <a:pt x="0" y="0"/>
                  </a:lnTo>
                  <a:lnTo>
                    <a:pt x="0" y="523748"/>
                  </a:lnTo>
                  <a:lnTo>
                    <a:pt x="63625" y="534174"/>
                  </a:lnTo>
                  <a:lnTo>
                    <a:pt x="122377" y="542189"/>
                  </a:lnTo>
                  <a:lnTo>
                    <a:pt x="176681" y="547961"/>
                  </a:lnTo>
                  <a:lnTo>
                    <a:pt x="226960" y="551659"/>
                  </a:lnTo>
                  <a:lnTo>
                    <a:pt x="273637" y="553452"/>
                  </a:lnTo>
                  <a:lnTo>
                    <a:pt x="317136" y="553510"/>
                  </a:lnTo>
                  <a:lnTo>
                    <a:pt x="357882" y="552001"/>
                  </a:lnTo>
                  <a:lnTo>
                    <a:pt x="396297" y="549095"/>
                  </a:lnTo>
                  <a:lnTo>
                    <a:pt x="467831" y="539766"/>
                  </a:lnTo>
                  <a:lnTo>
                    <a:pt x="535128" y="526876"/>
                  </a:lnTo>
                  <a:lnTo>
                    <a:pt x="670570" y="495823"/>
                  </a:lnTo>
                  <a:lnTo>
                    <a:pt x="707078" y="487948"/>
                  </a:lnTo>
                  <a:lnTo>
                    <a:pt x="745493" y="480366"/>
                  </a:lnTo>
                  <a:lnTo>
                    <a:pt x="786239" y="473246"/>
                  </a:lnTo>
                  <a:lnTo>
                    <a:pt x="829738" y="466758"/>
                  </a:lnTo>
                  <a:lnTo>
                    <a:pt x="876415" y="461070"/>
                  </a:lnTo>
                  <a:lnTo>
                    <a:pt x="926694" y="456352"/>
                  </a:lnTo>
                  <a:lnTo>
                    <a:pt x="980998" y="452773"/>
                  </a:lnTo>
                  <a:lnTo>
                    <a:pt x="1039750" y="450501"/>
                  </a:lnTo>
                  <a:lnTo>
                    <a:pt x="1103376" y="449707"/>
                  </a:lnTo>
                  <a:lnTo>
                    <a:pt x="1103376" y="0"/>
                  </a:lnTo>
                  <a:close/>
                </a:path>
              </a:pathLst>
            </a:custGeom>
            <a:solidFill>
              <a:srgbClr val="C0C0C0"/>
            </a:solidFill>
          </p:spPr>
          <p:txBody>
            <a:bodyPr wrap="square" lIns="0" tIns="0" rIns="0" bIns="0" rtlCol="0"/>
            <a:lstStyle/>
            <a:p>
              <a:endParaRPr/>
            </a:p>
          </p:txBody>
        </p:sp>
        <p:sp>
          <p:nvSpPr>
            <p:cNvPr id="53" name="object 8">
              <a:extLst>
                <a:ext uri="{FF2B5EF4-FFF2-40B4-BE49-F238E27FC236}">
                  <a16:creationId xmlns:a16="http://schemas.microsoft.com/office/drawing/2014/main" id="{B878E391-BC35-57F1-CCF0-7C45D3015E03}"/>
                </a:ext>
              </a:extLst>
            </p:cNvPr>
            <p:cNvSpPr/>
            <p:nvPr/>
          </p:nvSpPr>
          <p:spPr>
            <a:xfrm>
              <a:off x="376428" y="2647188"/>
              <a:ext cx="1103630" cy="553720"/>
            </a:xfrm>
            <a:custGeom>
              <a:avLst/>
              <a:gdLst/>
              <a:ahLst/>
              <a:cxnLst/>
              <a:rect l="l" t="t" r="r" b="b"/>
              <a:pathLst>
                <a:path w="1103630" h="553719">
                  <a:moveTo>
                    <a:pt x="0" y="0"/>
                  </a:moveTo>
                  <a:lnTo>
                    <a:pt x="1103376" y="0"/>
                  </a:lnTo>
                  <a:lnTo>
                    <a:pt x="1103376" y="449707"/>
                  </a:lnTo>
                  <a:lnTo>
                    <a:pt x="1039750" y="450501"/>
                  </a:lnTo>
                  <a:lnTo>
                    <a:pt x="980998" y="452773"/>
                  </a:lnTo>
                  <a:lnTo>
                    <a:pt x="926694" y="456352"/>
                  </a:lnTo>
                  <a:lnTo>
                    <a:pt x="876415" y="461070"/>
                  </a:lnTo>
                  <a:lnTo>
                    <a:pt x="829738" y="466758"/>
                  </a:lnTo>
                  <a:lnTo>
                    <a:pt x="786239" y="473246"/>
                  </a:lnTo>
                  <a:lnTo>
                    <a:pt x="745493" y="480366"/>
                  </a:lnTo>
                  <a:lnTo>
                    <a:pt x="707078" y="487948"/>
                  </a:lnTo>
                  <a:lnTo>
                    <a:pt x="635544" y="503823"/>
                  </a:lnTo>
                  <a:lnTo>
                    <a:pt x="601578" y="511777"/>
                  </a:lnTo>
                  <a:lnTo>
                    <a:pt x="568247" y="519518"/>
                  </a:lnTo>
                  <a:lnTo>
                    <a:pt x="501797" y="533681"/>
                  </a:lnTo>
                  <a:lnTo>
                    <a:pt x="432805" y="544960"/>
                  </a:lnTo>
                  <a:lnTo>
                    <a:pt x="357882" y="552001"/>
                  </a:lnTo>
                  <a:lnTo>
                    <a:pt x="317136" y="553510"/>
                  </a:lnTo>
                  <a:lnTo>
                    <a:pt x="273637" y="553452"/>
                  </a:lnTo>
                  <a:lnTo>
                    <a:pt x="226960" y="551659"/>
                  </a:lnTo>
                  <a:lnTo>
                    <a:pt x="176681" y="547961"/>
                  </a:lnTo>
                  <a:lnTo>
                    <a:pt x="122377" y="542189"/>
                  </a:lnTo>
                  <a:lnTo>
                    <a:pt x="63625" y="534174"/>
                  </a:lnTo>
                  <a:lnTo>
                    <a:pt x="0" y="523748"/>
                  </a:lnTo>
                  <a:lnTo>
                    <a:pt x="0" y="0"/>
                  </a:lnTo>
                  <a:close/>
                </a:path>
              </a:pathLst>
            </a:custGeom>
            <a:ln w="12192">
              <a:solidFill>
                <a:srgbClr val="000000"/>
              </a:solidFill>
            </a:ln>
          </p:spPr>
          <p:txBody>
            <a:bodyPr wrap="square" lIns="0" tIns="0" rIns="0" bIns="0" rtlCol="0"/>
            <a:lstStyle/>
            <a:p>
              <a:endParaRPr/>
            </a:p>
          </p:txBody>
        </p:sp>
        <p:pic>
          <p:nvPicPr>
            <p:cNvPr id="54" name="object 9">
              <a:extLst>
                <a:ext uri="{FF2B5EF4-FFF2-40B4-BE49-F238E27FC236}">
                  <a16:creationId xmlns:a16="http://schemas.microsoft.com/office/drawing/2014/main" id="{A33F88EE-A3D0-36F3-60CF-03EA1D75D44B}"/>
                </a:ext>
              </a:extLst>
            </p:cNvPr>
            <p:cNvPicPr/>
            <p:nvPr/>
          </p:nvPicPr>
          <p:blipFill>
            <a:blip r:embed="rId4" cstate="print"/>
            <a:stretch>
              <a:fillRect/>
            </a:stretch>
          </p:blipFill>
          <p:spPr>
            <a:xfrm>
              <a:off x="236219" y="2726436"/>
              <a:ext cx="1118616" cy="568451"/>
            </a:xfrm>
            <a:prstGeom prst="rect">
              <a:avLst/>
            </a:prstGeom>
          </p:spPr>
        </p:pic>
        <p:sp>
          <p:nvSpPr>
            <p:cNvPr id="55" name="object 10">
              <a:extLst>
                <a:ext uri="{FF2B5EF4-FFF2-40B4-BE49-F238E27FC236}">
                  <a16:creationId xmlns:a16="http://schemas.microsoft.com/office/drawing/2014/main" id="{865CC420-BD54-FA6A-ACE5-E30CB85A6D58}"/>
                </a:ext>
              </a:extLst>
            </p:cNvPr>
            <p:cNvSpPr/>
            <p:nvPr/>
          </p:nvSpPr>
          <p:spPr>
            <a:xfrm>
              <a:off x="217932" y="2759964"/>
              <a:ext cx="1103630" cy="552450"/>
            </a:xfrm>
            <a:custGeom>
              <a:avLst/>
              <a:gdLst/>
              <a:ahLst/>
              <a:cxnLst/>
              <a:rect l="l" t="t" r="r" b="b"/>
              <a:pathLst>
                <a:path w="1103630" h="552450">
                  <a:moveTo>
                    <a:pt x="1103376" y="0"/>
                  </a:moveTo>
                  <a:lnTo>
                    <a:pt x="0" y="0"/>
                  </a:lnTo>
                  <a:lnTo>
                    <a:pt x="0" y="522350"/>
                  </a:lnTo>
                  <a:lnTo>
                    <a:pt x="63625" y="532736"/>
                  </a:lnTo>
                  <a:lnTo>
                    <a:pt x="122377" y="540719"/>
                  </a:lnTo>
                  <a:lnTo>
                    <a:pt x="176681" y="546468"/>
                  </a:lnTo>
                  <a:lnTo>
                    <a:pt x="226960" y="550150"/>
                  </a:lnTo>
                  <a:lnTo>
                    <a:pt x="273637" y="551935"/>
                  </a:lnTo>
                  <a:lnTo>
                    <a:pt x="317136" y="551991"/>
                  </a:lnTo>
                  <a:lnTo>
                    <a:pt x="357882" y="550487"/>
                  </a:lnTo>
                  <a:lnTo>
                    <a:pt x="396297" y="547590"/>
                  </a:lnTo>
                  <a:lnTo>
                    <a:pt x="467831" y="538294"/>
                  </a:lnTo>
                  <a:lnTo>
                    <a:pt x="535128" y="525450"/>
                  </a:lnTo>
                  <a:lnTo>
                    <a:pt x="670570" y="494510"/>
                  </a:lnTo>
                  <a:lnTo>
                    <a:pt x="707078" y="486664"/>
                  </a:lnTo>
                  <a:lnTo>
                    <a:pt x="745493" y="479110"/>
                  </a:lnTo>
                  <a:lnTo>
                    <a:pt x="786239" y="472016"/>
                  </a:lnTo>
                  <a:lnTo>
                    <a:pt x="829738" y="465552"/>
                  </a:lnTo>
                  <a:lnTo>
                    <a:pt x="876415" y="459885"/>
                  </a:lnTo>
                  <a:lnTo>
                    <a:pt x="926694" y="455185"/>
                  </a:lnTo>
                  <a:lnTo>
                    <a:pt x="980998" y="451619"/>
                  </a:lnTo>
                  <a:lnTo>
                    <a:pt x="1039750" y="449355"/>
                  </a:lnTo>
                  <a:lnTo>
                    <a:pt x="1103376" y="448563"/>
                  </a:lnTo>
                  <a:lnTo>
                    <a:pt x="1103376" y="0"/>
                  </a:lnTo>
                  <a:close/>
                </a:path>
              </a:pathLst>
            </a:custGeom>
            <a:solidFill>
              <a:srgbClr val="DDDDDD"/>
            </a:solidFill>
          </p:spPr>
          <p:txBody>
            <a:bodyPr wrap="square" lIns="0" tIns="0" rIns="0" bIns="0" rtlCol="0"/>
            <a:lstStyle/>
            <a:p>
              <a:endParaRPr/>
            </a:p>
          </p:txBody>
        </p:sp>
        <p:sp>
          <p:nvSpPr>
            <p:cNvPr id="56" name="object 11">
              <a:extLst>
                <a:ext uri="{FF2B5EF4-FFF2-40B4-BE49-F238E27FC236}">
                  <a16:creationId xmlns:a16="http://schemas.microsoft.com/office/drawing/2014/main" id="{7E4BEF09-6807-26EC-54B6-8E67438B4ED5}"/>
                </a:ext>
              </a:extLst>
            </p:cNvPr>
            <p:cNvSpPr/>
            <p:nvPr/>
          </p:nvSpPr>
          <p:spPr>
            <a:xfrm>
              <a:off x="217932" y="2759964"/>
              <a:ext cx="1103630" cy="552450"/>
            </a:xfrm>
            <a:custGeom>
              <a:avLst/>
              <a:gdLst/>
              <a:ahLst/>
              <a:cxnLst/>
              <a:rect l="l" t="t" r="r" b="b"/>
              <a:pathLst>
                <a:path w="1103630" h="552450">
                  <a:moveTo>
                    <a:pt x="0" y="0"/>
                  </a:moveTo>
                  <a:lnTo>
                    <a:pt x="1103376" y="0"/>
                  </a:lnTo>
                  <a:lnTo>
                    <a:pt x="1103376" y="448563"/>
                  </a:lnTo>
                  <a:lnTo>
                    <a:pt x="1039750" y="449355"/>
                  </a:lnTo>
                  <a:lnTo>
                    <a:pt x="980998" y="451619"/>
                  </a:lnTo>
                  <a:lnTo>
                    <a:pt x="926694" y="455185"/>
                  </a:lnTo>
                  <a:lnTo>
                    <a:pt x="876415" y="459885"/>
                  </a:lnTo>
                  <a:lnTo>
                    <a:pt x="829738" y="465552"/>
                  </a:lnTo>
                  <a:lnTo>
                    <a:pt x="786239" y="472016"/>
                  </a:lnTo>
                  <a:lnTo>
                    <a:pt x="745493" y="479110"/>
                  </a:lnTo>
                  <a:lnTo>
                    <a:pt x="707078" y="486664"/>
                  </a:lnTo>
                  <a:lnTo>
                    <a:pt x="635544" y="502481"/>
                  </a:lnTo>
                  <a:lnTo>
                    <a:pt x="601578" y="510406"/>
                  </a:lnTo>
                  <a:lnTo>
                    <a:pt x="568247" y="518119"/>
                  </a:lnTo>
                  <a:lnTo>
                    <a:pt x="501797" y="532231"/>
                  </a:lnTo>
                  <a:lnTo>
                    <a:pt x="432805" y="543469"/>
                  </a:lnTo>
                  <a:lnTo>
                    <a:pt x="357882" y="550487"/>
                  </a:lnTo>
                  <a:lnTo>
                    <a:pt x="317136" y="551991"/>
                  </a:lnTo>
                  <a:lnTo>
                    <a:pt x="273637" y="551935"/>
                  </a:lnTo>
                  <a:lnTo>
                    <a:pt x="226960" y="550150"/>
                  </a:lnTo>
                  <a:lnTo>
                    <a:pt x="176681" y="546468"/>
                  </a:lnTo>
                  <a:lnTo>
                    <a:pt x="122377" y="540719"/>
                  </a:lnTo>
                  <a:lnTo>
                    <a:pt x="63625" y="532736"/>
                  </a:lnTo>
                  <a:lnTo>
                    <a:pt x="0" y="522350"/>
                  </a:lnTo>
                  <a:lnTo>
                    <a:pt x="0" y="0"/>
                  </a:lnTo>
                  <a:close/>
                </a:path>
              </a:pathLst>
            </a:custGeom>
            <a:ln w="12192">
              <a:solidFill>
                <a:srgbClr val="000000"/>
              </a:solidFill>
            </a:ln>
          </p:spPr>
          <p:txBody>
            <a:bodyPr wrap="square" lIns="0" tIns="0" rIns="0" bIns="0" rtlCol="0"/>
            <a:lstStyle/>
            <a:p>
              <a:endParaRPr/>
            </a:p>
          </p:txBody>
        </p:sp>
        <p:pic>
          <p:nvPicPr>
            <p:cNvPr id="57" name="object 12">
              <a:extLst>
                <a:ext uri="{FF2B5EF4-FFF2-40B4-BE49-F238E27FC236}">
                  <a16:creationId xmlns:a16="http://schemas.microsoft.com/office/drawing/2014/main" id="{0E6EF238-4D44-83CC-2794-9D0093D76C08}"/>
                </a:ext>
              </a:extLst>
            </p:cNvPr>
            <p:cNvPicPr/>
            <p:nvPr/>
          </p:nvPicPr>
          <p:blipFill>
            <a:blip r:embed="rId4" cstate="print"/>
            <a:stretch>
              <a:fillRect/>
            </a:stretch>
          </p:blipFill>
          <p:spPr>
            <a:xfrm>
              <a:off x="74676" y="2840736"/>
              <a:ext cx="1118616" cy="569976"/>
            </a:xfrm>
            <a:prstGeom prst="rect">
              <a:avLst/>
            </a:prstGeom>
          </p:spPr>
        </p:pic>
        <p:sp>
          <p:nvSpPr>
            <p:cNvPr id="58" name="object 13">
              <a:extLst>
                <a:ext uri="{FF2B5EF4-FFF2-40B4-BE49-F238E27FC236}">
                  <a16:creationId xmlns:a16="http://schemas.microsoft.com/office/drawing/2014/main" id="{3D6939E1-B6A9-F403-2457-A0EE39C72CEC}"/>
                </a:ext>
              </a:extLst>
            </p:cNvPr>
            <p:cNvSpPr/>
            <p:nvPr/>
          </p:nvSpPr>
          <p:spPr>
            <a:xfrm>
              <a:off x="56388" y="2874264"/>
              <a:ext cx="1103630" cy="553720"/>
            </a:xfrm>
            <a:custGeom>
              <a:avLst/>
              <a:gdLst/>
              <a:ahLst/>
              <a:cxnLst/>
              <a:rect l="l" t="t" r="r" b="b"/>
              <a:pathLst>
                <a:path w="1103630" h="553720">
                  <a:moveTo>
                    <a:pt x="1103376" y="0"/>
                  </a:moveTo>
                  <a:lnTo>
                    <a:pt x="0" y="0"/>
                  </a:lnTo>
                  <a:lnTo>
                    <a:pt x="0" y="523748"/>
                  </a:lnTo>
                  <a:lnTo>
                    <a:pt x="63625" y="534174"/>
                  </a:lnTo>
                  <a:lnTo>
                    <a:pt x="122377" y="542189"/>
                  </a:lnTo>
                  <a:lnTo>
                    <a:pt x="176681" y="547961"/>
                  </a:lnTo>
                  <a:lnTo>
                    <a:pt x="226960" y="551659"/>
                  </a:lnTo>
                  <a:lnTo>
                    <a:pt x="273637" y="553452"/>
                  </a:lnTo>
                  <a:lnTo>
                    <a:pt x="317136" y="553510"/>
                  </a:lnTo>
                  <a:lnTo>
                    <a:pt x="357882" y="552001"/>
                  </a:lnTo>
                  <a:lnTo>
                    <a:pt x="396297" y="549095"/>
                  </a:lnTo>
                  <a:lnTo>
                    <a:pt x="467831" y="539766"/>
                  </a:lnTo>
                  <a:lnTo>
                    <a:pt x="535128" y="526876"/>
                  </a:lnTo>
                  <a:lnTo>
                    <a:pt x="670570" y="495823"/>
                  </a:lnTo>
                  <a:lnTo>
                    <a:pt x="707078" y="487948"/>
                  </a:lnTo>
                  <a:lnTo>
                    <a:pt x="745493" y="480366"/>
                  </a:lnTo>
                  <a:lnTo>
                    <a:pt x="786239" y="473246"/>
                  </a:lnTo>
                  <a:lnTo>
                    <a:pt x="829738" y="466758"/>
                  </a:lnTo>
                  <a:lnTo>
                    <a:pt x="876415" y="461070"/>
                  </a:lnTo>
                  <a:lnTo>
                    <a:pt x="926694" y="456352"/>
                  </a:lnTo>
                  <a:lnTo>
                    <a:pt x="980998" y="452773"/>
                  </a:lnTo>
                  <a:lnTo>
                    <a:pt x="1039750" y="450501"/>
                  </a:lnTo>
                  <a:lnTo>
                    <a:pt x="1103376" y="449707"/>
                  </a:lnTo>
                  <a:lnTo>
                    <a:pt x="1103376" y="0"/>
                  </a:lnTo>
                  <a:close/>
                </a:path>
              </a:pathLst>
            </a:custGeom>
            <a:solidFill>
              <a:srgbClr val="EAEAEA"/>
            </a:solidFill>
          </p:spPr>
          <p:txBody>
            <a:bodyPr wrap="square" lIns="0" tIns="0" rIns="0" bIns="0" rtlCol="0"/>
            <a:lstStyle/>
            <a:p>
              <a:endParaRPr/>
            </a:p>
          </p:txBody>
        </p:sp>
        <p:sp>
          <p:nvSpPr>
            <p:cNvPr id="59" name="object 14">
              <a:extLst>
                <a:ext uri="{FF2B5EF4-FFF2-40B4-BE49-F238E27FC236}">
                  <a16:creationId xmlns:a16="http://schemas.microsoft.com/office/drawing/2014/main" id="{638187B7-83C0-80F1-29D8-C92C94BA2B9A}"/>
                </a:ext>
              </a:extLst>
            </p:cNvPr>
            <p:cNvSpPr/>
            <p:nvPr/>
          </p:nvSpPr>
          <p:spPr>
            <a:xfrm>
              <a:off x="56388" y="2874264"/>
              <a:ext cx="1103630" cy="553720"/>
            </a:xfrm>
            <a:custGeom>
              <a:avLst/>
              <a:gdLst/>
              <a:ahLst/>
              <a:cxnLst/>
              <a:rect l="l" t="t" r="r" b="b"/>
              <a:pathLst>
                <a:path w="1103630" h="553720">
                  <a:moveTo>
                    <a:pt x="0" y="0"/>
                  </a:moveTo>
                  <a:lnTo>
                    <a:pt x="1103376" y="0"/>
                  </a:lnTo>
                  <a:lnTo>
                    <a:pt x="1103376" y="449707"/>
                  </a:lnTo>
                  <a:lnTo>
                    <a:pt x="1039750" y="450501"/>
                  </a:lnTo>
                  <a:lnTo>
                    <a:pt x="980998" y="452773"/>
                  </a:lnTo>
                  <a:lnTo>
                    <a:pt x="926694" y="456352"/>
                  </a:lnTo>
                  <a:lnTo>
                    <a:pt x="876415" y="461070"/>
                  </a:lnTo>
                  <a:lnTo>
                    <a:pt x="829738" y="466758"/>
                  </a:lnTo>
                  <a:lnTo>
                    <a:pt x="786239" y="473246"/>
                  </a:lnTo>
                  <a:lnTo>
                    <a:pt x="745493" y="480366"/>
                  </a:lnTo>
                  <a:lnTo>
                    <a:pt x="707078" y="487948"/>
                  </a:lnTo>
                  <a:lnTo>
                    <a:pt x="635544" y="503823"/>
                  </a:lnTo>
                  <a:lnTo>
                    <a:pt x="601578" y="511777"/>
                  </a:lnTo>
                  <a:lnTo>
                    <a:pt x="568247" y="519518"/>
                  </a:lnTo>
                  <a:lnTo>
                    <a:pt x="501797" y="533681"/>
                  </a:lnTo>
                  <a:lnTo>
                    <a:pt x="432805" y="544960"/>
                  </a:lnTo>
                  <a:lnTo>
                    <a:pt x="357882" y="552001"/>
                  </a:lnTo>
                  <a:lnTo>
                    <a:pt x="317136" y="553510"/>
                  </a:lnTo>
                  <a:lnTo>
                    <a:pt x="273637" y="553452"/>
                  </a:lnTo>
                  <a:lnTo>
                    <a:pt x="226960" y="551659"/>
                  </a:lnTo>
                  <a:lnTo>
                    <a:pt x="176681" y="547961"/>
                  </a:lnTo>
                  <a:lnTo>
                    <a:pt x="122377" y="542189"/>
                  </a:lnTo>
                  <a:lnTo>
                    <a:pt x="63625" y="534174"/>
                  </a:lnTo>
                  <a:lnTo>
                    <a:pt x="0" y="523748"/>
                  </a:lnTo>
                  <a:lnTo>
                    <a:pt x="0" y="0"/>
                  </a:lnTo>
                  <a:close/>
                </a:path>
              </a:pathLst>
            </a:custGeom>
            <a:ln w="12192">
              <a:solidFill>
                <a:srgbClr val="000000"/>
              </a:solidFill>
            </a:ln>
          </p:spPr>
          <p:txBody>
            <a:bodyPr wrap="square" lIns="0" tIns="0" rIns="0" bIns="0" rtlCol="0"/>
            <a:lstStyle/>
            <a:p>
              <a:endParaRPr/>
            </a:p>
          </p:txBody>
        </p:sp>
        <p:pic>
          <p:nvPicPr>
            <p:cNvPr id="60" name="object 15">
              <a:extLst>
                <a:ext uri="{FF2B5EF4-FFF2-40B4-BE49-F238E27FC236}">
                  <a16:creationId xmlns:a16="http://schemas.microsoft.com/office/drawing/2014/main" id="{65BC8368-8444-7A64-7F41-BDCEF5DED539}"/>
                </a:ext>
              </a:extLst>
            </p:cNvPr>
            <p:cNvPicPr/>
            <p:nvPr/>
          </p:nvPicPr>
          <p:blipFill>
            <a:blip r:embed="rId5" cstate="print"/>
            <a:stretch>
              <a:fillRect/>
            </a:stretch>
          </p:blipFill>
          <p:spPr>
            <a:xfrm>
              <a:off x="176783" y="2183892"/>
              <a:ext cx="1211580" cy="513588"/>
            </a:xfrm>
            <a:prstGeom prst="rect">
              <a:avLst/>
            </a:prstGeom>
          </p:spPr>
        </p:pic>
      </p:grpSp>
      <p:sp>
        <p:nvSpPr>
          <p:cNvPr id="61" name="object 16">
            <a:extLst>
              <a:ext uri="{FF2B5EF4-FFF2-40B4-BE49-F238E27FC236}">
                <a16:creationId xmlns:a16="http://schemas.microsoft.com/office/drawing/2014/main" id="{BAD376BE-923F-1C0B-E79E-909E6FAC67A4}"/>
              </a:ext>
            </a:extLst>
          </p:cNvPr>
          <p:cNvSpPr txBox="1"/>
          <p:nvPr/>
        </p:nvSpPr>
        <p:spPr>
          <a:xfrm>
            <a:off x="378460" y="2417698"/>
            <a:ext cx="92964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ahoma"/>
                <a:cs typeface="Tahoma"/>
              </a:rPr>
              <a:t>M</a:t>
            </a:r>
            <a:r>
              <a:rPr sz="1800" b="1" dirty="0">
                <a:latin typeface="Tahoma"/>
                <a:cs typeface="Tahoma"/>
              </a:rPr>
              <a:t>o</a:t>
            </a:r>
            <a:r>
              <a:rPr sz="1800" b="1" spc="-5" dirty="0">
                <a:latin typeface="Tahoma"/>
                <a:cs typeface="Tahoma"/>
              </a:rPr>
              <a:t>nday</a:t>
            </a:r>
            <a:endParaRPr sz="1800">
              <a:latin typeface="Tahoma"/>
              <a:cs typeface="Tahoma"/>
            </a:endParaRPr>
          </a:p>
        </p:txBody>
      </p:sp>
      <p:pic>
        <p:nvPicPr>
          <p:cNvPr id="62" name="object 17">
            <a:extLst>
              <a:ext uri="{FF2B5EF4-FFF2-40B4-BE49-F238E27FC236}">
                <a16:creationId xmlns:a16="http://schemas.microsoft.com/office/drawing/2014/main" id="{F9D0B85C-8BA7-A8F1-F9FD-F1824D788C82}"/>
              </a:ext>
            </a:extLst>
          </p:cNvPr>
          <p:cNvPicPr/>
          <p:nvPr/>
        </p:nvPicPr>
        <p:blipFill>
          <a:blip r:embed="rId6" cstate="print"/>
          <a:stretch>
            <a:fillRect/>
          </a:stretch>
        </p:blipFill>
        <p:spPr>
          <a:xfrm>
            <a:off x="110743" y="3969004"/>
            <a:ext cx="1431036" cy="821436"/>
          </a:xfrm>
          <a:prstGeom prst="rect">
            <a:avLst/>
          </a:prstGeom>
        </p:spPr>
      </p:pic>
      <p:sp>
        <p:nvSpPr>
          <p:cNvPr id="64" name="object 19">
            <a:extLst>
              <a:ext uri="{FF2B5EF4-FFF2-40B4-BE49-F238E27FC236}">
                <a16:creationId xmlns:a16="http://schemas.microsoft.com/office/drawing/2014/main" id="{BCE6DADF-CFBD-280C-812A-B63CE1557037}"/>
              </a:ext>
            </a:extLst>
          </p:cNvPr>
          <p:cNvSpPr/>
          <p:nvPr/>
        </p:nvSpPr>
        <p:spPr>
          <a:xfrm>
            <a:off x="1748281" y="2541777"/>
            <a:ext cx="0" cy="2174875"/>
          </a:xfrm>
          <a:custGeom>
            <a:avLst/>
            <a:gdLst/>
            <a:ahLst/>
            <a:cxnLst/>
            <a:rect l="l" t="t" r="r" b="b"/>
            <a:pathLst>
              <a:path h="2174875">
                <a:moveTo>
                  <a:pt x="0" y="2174747"/>
                </a:moveTo>
                <a:lnTo>
                  <a:pt x="0" y="0"/>
                </a:lnTo>
              </a:path>
            </a:pathLst>
          </a:custGeom>
          <a:ln w="28956">
            <a:solidFill>
              <a:srgbClr val="777777"/>
            </a:solidFill>
            <a:prstDash val="dot"/>
          </a:ln>
        </p:spPr>
        <p:txBody>
          <a:bodyPr wrap="square" lIns="0" tIns="0" rIns="0" bIns="0" rtlCol="0"/>
          <a:lstStyle/>
          <a:p>
            <a:endParaRPr/>
          </a:p>
        </p:txBody>
      </p:sp>
      <p:pic>
        <p:nvPicPr>
          <p:cNvPr id="66" name="object 21">
            <a:extLst>
              <a:ext uri="{FF2B5EF4-FFF2-40B4-BE49-F238E27FC236}">
                <a16:creationId xmlns:a16="http://schemas.microsoft.com/office/drawing/2014/main" id="{16761FD8-C6C0-019A-3CBC-31D1C4E42D19}"/>
              </a:ext>
            </a:extLst>
          </p:cNvPr>
          <p:cNvPicPr/>
          <p:nvPr/>
        </p:nvPicPr>
        <p:blipFill>
          <a:blip r:embed="rId7" cstate="print"/>
          <a:stretch>
            <a:fillRect/>
          </a:stretch>
        </p:blipFill>
        <p:spPr>
          <a:xfrm>
            <a:off x="2010319" y="4098400"/>
            <a:ext cx="1252727" cy="597407"/>
          </a:xfrm>
          <a:prstGeom prst="rect">
            <a:avLst/>
          </a:prstGeom>
        </p:spPr>
      </p:pic>
      <p:grpSp>
        <p:nvGrpSpPr>
          <p:cNvPr id="69" name="object 24">
            <a:extLst>
              <a:ext uri="{FF2B5EF4-FFF2-40B4-BE49-F238E27FC236}">
                <a16:creationId xmlns:a16="http://schemas.microsoft.com/office/drawing/2014/main" id="{99CAA2AB-BF9E-F53E-17C0-FFEF16BB1796}"/>
              </a:ext>
            </a:extLst>
          </p:cNvPr>
          <p:cNvGrpSpPr/>
          <p:nvPr/>
        </p:nvGrpSpPr>
        <p:grpSpPr>
          <a:xfrm>
            <a:off x="2027936" y="2432812"/>
            <a:ext cx="1259205" cy="1106170"/>
            <a:chOff x="1956816" y="2260092"/>
            <a:chExt cx="1259205" cy="1106170"/>
          </a:xfrm>
        </p:grpSpPr>
        <p:pic>
          <p:nvPicPr>
            <p:cNvPr id="70" name="object 25">
              <a:extLst>
                <a:ext uri="{FF2B5EF4-FFF2-40B4-BE49-F238E27FC236}">
                  <a16:creationId xmlns:a16="http://schemas.microsoft.com/office/drawing/2014/main" id="{238C1F58-4C62-E7AD-6F86-D9351791FEA8}"/>
                </a:ext>
              </a:extLst>
            </p:cNvPr>
            <p:cNvPicPr/>
            <p:nvPr/>
          </p:nvPicPr>
          <p:blipFill>
            <a:blip r:embed="rId8" cstate="print"/>
            <a:stretch>
              <a:fillRect/>
            </a:stretch>
          </p:blipFill>
          <p:spPr>
            <a:xfrm>
              <a:off x="2100072" y="2787396"/>
              <a:ext cx="1001268" cy="554736"/>
            </a:xfrm>
            <a:prstGeom prst="rect">
              <a:avLst/>
            </a:prstGeom>
          </p:spPr>
        </p:pic>
        <p:sp>
          <p:nvSpPr>
            <p:cNvPr id="71" name="object 26">
              <a:extLst>
                <a:ext uri="{FF2B5EF4-FFF2-40B4-BE49-F238E27FC236}">
                  <a16:creationId xmlns:a16="http://schemas.microsoft.com/office/drawing/2014/main" id="{74DA7B50-CF87-51E0-A470-746532BBB215}"/>
                </a:ext>
              </a:extLst>
            </p:cNvPr>
            <p:cNvSpPr/>
            <p:nvPr/>
          </p:nvSpPr>
          <p:spPr>
            <a:xfrm>
              <a:off x="2081784" y="2820924"/>
              <a:ext cx="986155" cy="539115"/>
            </a:xfrm>
            <a:custGeom>
              <a:avLst/>
              <a:gdLst/>
              <a:ahLst/>
              <a:cxnLst/>
              <a:rect l="l" t="t" r="r" b="b"/>
              <a:pathLst>
                <a:path w="986155" h="539114">
                  <a:moveTo>
                    <a:pt x="986028" y="0"/>
                  </a:moveTo>
                  <a:lnTo>
                    <a:pt x="0" y="0"/>
                  </a:lnTo>
                  <a:lnTo>
                    <a:pt x="0" y="509524"/>
                  </a:lnTo>
                  <a:lnTo>
                    <a:pt x="61591" y="520433"/>
                  </a:lnTo>
                  <a:lnTo>
                    <a:pt x="118076" y="528589"/>
                  </a:lnTo>
                  <a:lnTo>
                    <a:pt x="169943" y="534200"/>
                  </a:lnTo>
                  <a:lnTo>
                    <a:pt x="217676" y="537480"/>
                  </a:lnTo>
                  <a:lnTo>
                    <a:pt x="261763" y="538638"/>
                  </a:lnTo>
                  <a:lnTo>
                    <a:pt x="302688" y="537886"/>
                  </a:lnTo>
                  <a:lnTo>
                    <a:pt x="340940" y="535435"/>
                  </a:lnTo>
                  <a:lnTo>
                    <a:pt x="411365" y="526282"/>
                  </a:lnTo>
                  <a:lnTo>
                    <a:pt x="476927" y="512869"/>
                  </a:lnTo>
                  <a:lnTo>
                    <a:pt x="574662" y="488454"/>
                  </a:lnTo>
                  <a:lnTo>
                    <a:pt x="609024" y="480016"/>
                  </a:lnTo>
                  <a:lnTo>
                    <a:pt x="683339" y="463956"/>
                  </a:lnTo>
                  <a:lnTo>
                    <a:pt x="724264" y="456756"/>
                  </a:lnTo>
                  <a:lnTo>
                    <a:pt x="768351" y="450392"/>
                  </a:lnTo>
                  <a:lnTo>
                    <a:pt x="816084" y="445075"/>
                  </a:lnTo>
                  <a:lnTo>
                    <a:pt x="867951" y="441016"/>
                  </a:lnTo>
                  <a:lnTo>
                    <a:pt x="924436" y="438425"/>
                  </a:lnTo>
                  <a:lnTo>
                    <a:pt x="986028" y="437514"/>
                  </a:lnTo>
                  <a:lnTo>
                    <a:pt x="986028" y="0"/>
                  </a:lnTo>
                  <a:close/>
                </a:path>
              </a:pathLst>
            </a:custGeom>
            <a:solidFill>
              <a:srgbClr val="DDDDDD"/>
            </a:solidFill>
          </p:spPr>
          <p:txBody>
            <a:bodyPr wrap="square" lIns="0" tIns="0" rIns="0" bIns="0" rtlCol="0"/>
            <a:lstStyle/>
            <a:p>
              <a:endParaRPr/>
            </a:p>
          </p:txBody>
        </p:sp>
        <p:sp>
          <p:nvSpPr>
            <p:cNvPr id="72" name="object 27">
              <a:extLst>
                <a:ext uri="{FF2B5EF4-FFF2-40B4-BE49-F238E27FC236}">
                  <a16:creationId xmlns:a16="http://schemas.microsoft.com/office/drawing/2014/main" id="{69F92C91-2414-7C3E-4586-5C84A425F792}"/>
                </a:ext>
              </a:extLst>
            </p:cNvPr>
            <p:cNvSpPr/>
            <p:nvPr/>
          </p:nvSpPr>
          <p:spPr>
            <a:xfrm>
              <a:off x="2081784" y="2820924"/>
              <a:ext cx="986155" cy="539115"/>
            </a:xfrm>
            <a:custGeom>
              <a:avLst/>
              <a:gdLst/>
              <a:ahLst/>
              <a:cxnLst/>
              <a:rect l="l" t="t" r="r" b="b"/>
              <a:pathLst>
                <a:path w="986155" h="539114">
                  <a:moveTo>
                    <a:pt x="0" y="0"/>
                  </a:moveTo>
                  <a:lnTo>
                    <a:pt x="986028" y="0"/>
                  </a:lnTo>
                  <a:lnTo>
                    <a:pt x="986028" y="437514"/>
                  </a:lnTo>
                  <a:lnTo>
                    <a:pt x="924436" y="438425"/>
                  </a:lnTo>
                  <a:lnTo>
                    <a:pt x="867951" y="441016"/>
                  </a:lnTo>
                  <a:lnTo>
                    <a:pt x="816084" y="445075"/>
                  </a:lnTo>
                  <a:lnTo>
                    <a:pt x="768351" y="450392"/>
                  </a:lnTo>
                  <a:lnTo>
                    <a:pt x="724264" y="456756"/>
                  </a:lnTo>
                  <a:lnTo>
                    <a:pt x="683339" y="463956"/>
                  </a:lnTo>
                  <a:lnTo>
                    <a:pt x="645087" y="471779"/>
                  </a:lnTo>
                  <a:lnTo>
                    <a:pt x="574662" y="488454"/>
                  </a:lnTo>
                  <a:lnTo>
                    <a:pt x="541517" y="496883"/>
                  </a:lnTo>
                  <a:lnTo>
                    <a:pt x="509100" y="505092"/>
                  </a:lnTo>
                  <a:lnTo>
                    <a:pt x="444510" y="520002"/>
                  </a:lnTo>
                  <a:lnTo>
                    <a:pt x="377003" y="531497"/>
                  </a:lnTo>
                  <a:lnTo>
                    <a:pt x="302688" y="537886"/>
                  </a:lnTo>
                  <a:lnTo>
                    <a:pt x="261763" y="538638"/>
                  </a:lnTo>
                  <a:lnTo>
                    <a:pt x="217676" y="537480"/>
                  </a:lnTo>
                  <a:lnTo>
                    <a:pt x="169943" y="534200"/>
                  </a:lnTo>
                  <a:lnTo>
                    <a:pt x="118076" y="528589"/>
                  </a:lnTo>
                  <a:lnTo>
                    <a:pt x="61591" y="520433"/>
                  </a:lnTo>
                  <a:lnTo>
                    <a:pt x="0" y="509524"/>
                  </a:lnTo>
                  <a:lnTo>
                    <a:pt x="0" y="0"/>
                  </a:lnTo>
                  <a:close/>
                </a:path>
              </a:pathLst>
            </a:custGeom>
            <a:ln w="12192">
              <a:solidFill>
                <a:srgbClr val="000000"/>
              </a:solidFill>
            </a:ln>
          </p:spPr>
          <p:txBody>
            <a:bodyPr wrap="square" lIns="0" tIns="0" rIns="0" bIns="0" rtlCol="0"/>
            <a:lstStyle/>
            <a:p>
              <a:endParaRPr/>
            </a:p>
          </p:txBody>
        </p:sp>
        <p:pic>
          <p:nvPicPr>
            <p:cNvPr id="73" name="object 28">
              <a:extLst>
                <a:ext uri="{FF2B5EF4-FFF2-40B4-BE49-F238E27FC236}">
                  <a16:creationId xmlns:a16="http://schemas.microsoft.com/office/drawing/2014/main" id="{A6F6A250-CB11-068F-103D-F09E72510E48}"/>
                </a:ext>
              </a:extLst>
            </p:cNvPr>
            <p:cNvPicPr/>
            <p:nvPr/>
          </p:nvPicPr>
          <p:blipFill>
            <a:blip r:embed="rId9" cstate="print"/>
            <a:stretch>
              <a:fillRect/>
            </a:stretch>
          </p:blipFill>
          <p:spPr>
            <a:xfrm>
              <a:off x="1956816" y="2260092"/>
              <a:ext cx="1258824" cy="513588"/>
            </a:xfrm>
            <a:prstGeom prst="rect">
              <a:avLst/>
            </a:prstGeom>
          </p:spPr>
        </p:pic>
      </p:grpSp>
      <p:sp>
        <p:nvSpPr>
          <p:cNvPr id="74" name="object 29">
            <a:extLst>
              <a:ext uri="{FF2B5EF4-FFF2-40B4-BE49-F238E27FC236}">
                <a16:creationId xmlns:a16="http://schemas.microsoft.com/office/drawing/2014/main" id="{486FBB18-D7EA-C77F-9F2E-657F4826EEFB}"/>
              </a:ext>
            </a:extLst>
          </p:cNvPr>
          <p:cNvSpPr txBox="1"/>
          <p:nvPr/>
        </p:nvSpPr>
        <p:spPr>
          <a:xfrm>
            <a:off x="2158746" y="2493898"/>
            <a:ext cx="97663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ahoma"/>
                <a:cs typeface="Tahoma"/>
              </a:rPr>
              <a:t>Tues</a:t>
            </a:r>
            <a:r>
              <a:rPr sz="1800" b="1" spc="-10" dirty="0">
                <a:latin typeface="Tahoma"/>
                <a:cs typeface="Tahoma"/>
              </a:rPr>
              <a:t>d</a:t>
            </a:r>
            <a:r>
              <a:rPr sz="1800" b="1" dirty="0">
                <a:latin typeface="Tahoma"/>
                <a:cs typeface="Tahoma"/>
              </a:rPr>
              <a:t>ay</a:t>
            </a:r>
            <a:endParaRPr sz="1800">
              <a:latin typeface="Tahoma"/>
              <a:cs typeface="Tahoma"/>
            </a:endParaRPr>
          </a:p>
        </p:txBody>
      </p:sp>
      <p:pic>
        <p:nvPicPr>
          <p:cNvPr id="75" name="object 30">
            <a:extLst>
              <a:ext uri="{FF2B5EF4-FFF2-40B4-BE49-F238E27FC236}">
                <a16:creationId xmlns:a16="http://schemas.microsoft.com/office/drawing/2014/main" id="{F228EB5F-C226-50D0-DF87-69D0E92B1663}"/>
              </a:ext>
            </a:extLst>
          </p:cNvPr>
          <p:cNvPicPr/>
          <p:nvPr/>
        </p:nvPicPr>
        <p:blipFill>
          <a:blip r:embed="rId10" cstate="print"/>
          <a:stretch>
            <a:fillRect/>
          </a:stretch>
        </p:blipFill>
        <p:spPr>
          <a:xfrm>
            <a:off x="2253487" y="3591052"/>
            <a:ext cx="804671" cy="487679"/>
          </a:xfrm>
          <a:prstGeom prst="rect">
            <a:avLst/>
          </a:prstGeom>
        </p:spPr>
      </p:pic>
      <p:sp>
        <p:nvSpPr>
          <p:cNvPr id="76" name="object 31">
            <a:extLst>
              <a:ext uri="{FF2B5EF4-FFF2-40B4-BE49-F238E27FC236}">
                <a16:creationId xmlns:a16="http://schemas.microsoft.com/office/drawing/2014/main" id="{B5B7CE03-B975-4093-55EF-38C0B5FD7CB8}"/>
              </a:ext>
            </a:extLst>
          </p:cNvPr>
          <p:cNvSpPr txBox="1"/>
          <p:nvPr/>
        </p:nvSpPr>
        <p:spPr>
          <a:xfrm>
            <a:off x="2377693" y="3649725"/>
            <a:ext cx="536575" cy="285115"/>
          </a:xfrm>
          <a:prstGeom prst="rect">
            <a:avLst/>
          </a:prstGeom>
        </p:spPr>
        <p:txBody>
          <a:bodyPr vert="horz" wrap="square" lIns="0" tIns="13335" rIns="0" bIns="0" rtlCol="0">
            <a:spAutoFit/>
          </a:bodyPr>
          <a:lstStyle/>
          <a:p>
            <a:pPr marL="12700">
              <a:lnSpc>
                <a:spcPct val="100000"/>
              </a:lnSpc>
              <a:spcBef>
                <a:spcPts val="105"/>
              </a:spcBef>
            </a:pPr>
            <a:r>
              <a:rPr sz="1700" spc="-5" dirty="0">
                <a:latin typeface="Tahoma"/>
                <a:cs typeface="Tahoma"/>
              </a:rPr>
              <a:t>File</a:t>
            </a:r>
            <a:r>
              <a:rPr sz="1700" spc="-75" dirty="0">
                <a:latin typeface="Tahoma"/>
                <a:cs typeface="Tahoma"/>
              </a:rPr>
              <a:t> </a:t>
            </a:r>
            <a:r>
              <a:rPr sz="1700" dirty="0">
                <a:latin typeface="Tahoma"/>
                <a:cs typeface="Tahoma"/>
              </a:rPr>
              <a:t>4</a:t>
            </a:r>
            <a:endParaRPr sz="1700">
              <a:latin typeface="Tahoma"/>
              <a:cs typeface="Tahoma"/>
            </a:endParaRPr>
          </a:p>
        </p:txBody>
      </p:sp>
      <p:sp>
        <p:nvSpPr>
          <p:cNvPr id="78" name="object 33">
            <a:extLst>
              <a:ext uri="{FF2B5EF4-FFF2-40B4-BE49-F238E27FC236}">
                <a16:creationId xmlns:a16="http://schemas.microsoft.com/office/drawing/2014/main" id="{A38499F7-E681-DFF3-D91B-3F5A632F923A}"/>
              </a:ext>
            </a:extLst>
          </p:cNvPr>
          <p:cNvSpPr/>
          <p:nvPr/>
        </p:nvSpPr>
        <p:spPr>
          <a:xfrm>
            <a:off x="3500882" y="2541777"/>
            <a:ext cx="0" cy="2171700"/>
          </a:xfrm>
          <a:custGeom>
            <a:avLst/>
            <a:gdLst/>
            <a:ahLst/>
            <a:cxnLst/>
            <a:rect l="l" t="t" r="r" b="b"/>
            <a:pathLst>
              <a:path h="2171700">
                <a:moveTo>
                  <a:pt x="0" y="2171699"/>
                </a:moveTo>
                <a:lnTo>
                  <a:pt x="0" y="0"/>
                </a:lnTo>
              </a:path>
            </a:pathLst>
          </a:custGeom>
          <a:ln w="28956">
            <a:solidFill>
              <a:srgbClr val="777777"/>
            </a:solidFill>
            <a:prstDash val="dot"/>
          </a:ln>
        </p:spPr>
        <p:txBody>
          <a:bodyPr wrap="square" lIns="0" tIns="0" rIns="0" bIns="0" rtlCol="0"/>
          <a:lstStyle/>
          <a:p>
            <a:endParaRPr/>
          </a:p>
        </p:txBody>
      </p:sp>
      <p:grpSp>
        <p:nvGrpSpPr>
          <p:cNvPr id="82" name="object 37">
            <a:extLst>
              <a:ext uri="{FF2B5EF4-FFF2-40B4-BE49-F238E27FC236}">
                <a16:creationId xmlns:a16="http://schemas.microsoft.com/office/drawing/2014/main" id="{5881BB7E-7F29-C6FE-EA4B-F9B1165EE23C}"/>
              </a:ext>
            </a:extLst>
          </p:cNvPr>
          <p:cNvGrpSpPr/>
          <p:nvPr/>
        </p:nvGrpSpPr>
        <p:grpSpPr>
          <a:xfrm>
            <a:off x="3487928" y="2432812"/>
            <a:ext cx="1632585" cy="1102995"/>
            <a:chOff x="3416808" y="2260092"/>
            <a:chExt cx="1632585" cy="1102995"/>
          </a:xfrm>
        </p:grpSpPr>
        <p:pic>
          <p:nvPicPr>
            <p:cNvPr id="83" name="object 38">
              <a:extLst>
                <a:ext uri="{FF2B5EF4-FFF2-40B4-BE49-F238E27FC236}">
                  <a16:creationId xmlns:a16="http://schemas.microsoft.com/office/drawing/2014/main" id="{FD992395-5CBD-86BB-4462-214CBF5F6897}"/>
                </a:ext>
              </a:extLst>
            </p:cNvPr>
            <p:cNvPicPr/>
            <p:nvPr/>
          </p:nvPicPr>
          <p:blipFill>
            <a:blip r:embed="rId11" cstate="print"/>
            <a:stretch>
              <a:fillRect/>
            </a:stretch>
          </p:blipFill>
          <p:spPr>
            <a:xfrm>
              <a:off x="3823716" y="2787396"/>
              <a:ext cx="844296" cy="551688"/>
            </a:xfrm>
            <a:prstGeom prst="rect">
              <a:avLst/>
            </a:prstGeom>
          </p:spPr>
        </p:pic>
        <p:sp>
          <p:nvSpPr>
            <p:cNvPr id="84" name="object 39">
              <a:extLst>
                <a:ext uri="{FF2B5EF4-FFF2-40B4-BE49-F238E27FC236}">
                  <a16:creationId xmlns:a16="http://schemas.microsoft.com/office/drawing/2014/main" id="{0D98BCAB-A69C-4630-8555-1A367DB292E0}"/>
                </a:ext>
              </a:extLst>
            </p:cNvPr>
            <p:cNvSpPr/>
            <p:nvPr/>
          </p:nvSpPr>
          <p:spPr>
            <a:xfrm>
              <a:off x="3805428" y="2820924"/>
              <a:ext cx="829310" cy="535940"/>
            </a:xfrm>
            <a:custGeom>
              <a:avLst/>
              <a:gdLst/>
              <a:ahLst/>
              <a:cxnLst/>
              <a:rect l="l" t="t" r="r" b="b"/>
              <a:pathLst>
                <a:path w="829310" h="535939">
                  <a:moveTo>
                    <a:pt x="829056" y="0"/>
                  </a:moveTo>
                  <a:lnTo>
                    <a:pt x="0" y="0"/>
                  </a:lnTo>
                  <a:lnTo>
                    <a:pt x="0" y="506729"/>
                  </a:lnTo>
                  <a:lnTo>
                    <a:pt x="59173" y="518950"/>
                  </a:lnTo>
                  <a:lnTo>
                    <a:pt x="112751" y="527592"/>
                  </a:lnTo>
                  <a:lnTo>
                    <a:pt x="161355" y="532975"/>
                  </a:lnTo>
                  <a:lnTo>
                    <a:pt x="205605" y="535417"/>
                  </a:lnTo>
                  <a:lnTo>
                    <a:pt x="246125" y="535239"/>
                  </a:lnTo>
                  <a:lnTo>
                    <a:pt x="318461" y="528297"/>
                  </a:lnTo>
                  <a:lnTo>
                    <a:pt x="383334" y="514701"/>
                  </a:lnTo>
                  <a:lnTo>
                    <a:pt x="477536" y="487417"/>
                  </a:lnTo>
                  <a:lnTo>
                    <a:pt x="510594" y="477762"/>
                  </a:lnTo>
                  <a:lnTo>
                    <a:pt x="582929" y="459527"/>
                  </a:lnTo>
                  <a:lnTo>
                    <a:pt x="623450" y="451585"/>
                  </a:lnTo>
                  <a:lnTo>
                    <a:pt x="667700" y="444852"/>
                  </a:lnTo>
                  <a:lnTo>
                    <a:pt x="716304" y="439648"/>
                  </a:lnTo>
                  <a:lnTo>
                    <a:pt x="769882" y="436291"/>
                  </a:lnTo>
                  <a:lnTo>
                    <a:pt x="829056" y="435101"/>
                  </a:lnTo>
                  <a:lnTo>
                    <a:pt x="829056" y="0"/>
                  </a:lnTo>
                  <a:close/>
                </a:path>
              </a:pathLst>
            </a:custGeom>
            <a:solidFill>
              <a:srgbClr val="DDDDDD"/>
            </a:solidFill>
          </p:spPr>
          <p:txBody>
            <a:bodyPr wrap="square" lIns="0" tIns="0" rIns="0" bIns="0" rtlCol="0"/>
            <a:lstStyle/>
            <a:p>
              <a:endParaRPr/>
            </a:p>
          </p:txBody>
        </p:sp>
        <p:sp>
          <p:nvSpPr>
            <p:cNvPr id="85" name="object 40">
              <a:extLst>
                <a:ext uri="{FF2B5EF4-FFF2-40B4-BE49-F238E27FC236}">
                  <a16:creationId xmlns:a16="http://schemas.microsoft.com/office/drawing/2014/main" id="{96F207A6-794D-C710-C1FE-CB74156D9F69}"/>
                </a:ext>
              </a:extLst>
            </p:cNvPr>
            <p:cNvSpPr/>
            <p:nvPr/>
          </p:nvSpPr>
          <p:spPr>
            <a:xfrm>
              <a:off x="3805428" y="2820924"/>
              <a:ext cx="829310" cy="535940"/>
            </a:xfrm>
            <a:custGeom>
              <a:avLst/>
              <a:gdLst/>
              <a:ahLst/>
              <a:cxnLst/>
              <a:rect l="l" t="t" r="r" b="b"/>
              <a:pathLst>
                <a:path w="829310" h="535939">
                  <a:moveTo>
                    <a:pt x="0" y="0"/>
                  </a:moveTo>
                  <a:lnTo>
                    <a:pt x="829056" y="0"/>
                  </a:lnTo>
                  <a:lnTo>
                    <a:pt x="829056" y="435101"/>
                  </a:lnTo>
                  <a:lnTo>
                    <a:pt x="769882" y="436291"/>
                  </a:lnTo>
                  <a:lnTo>
                    <a:pt x="716304" y="439648"/>
                  </a:lnTo>
                  <a:lnTo>
                    <a:pt x="667700" y="444852"/>
                  </a:lnTo>
                  <a:lnTo>
                    <a:pt x="623450" y="451585"/>
                  </a:lnTo>
                  <a:lnTo>
                    <a:pt x="582929" y="459527"/>
                  </a:lnTo>
                  <a:lnTo>
                    <a:pt x="545518" y="468359"/>
                  </a:lnTo>
                  <a:lnTo>
                    <a:pt x="477536" y="487417"/>
                  </a:lnTo>
                  <a:lnTo>
                    <a:pt x="445721" y="497005"/>
                  </a:lnTo>
                  <a:lnTo>
                    <a:pt x="414527" y="506206"/>
                  </a:lnTo>
                  <a:lnTo>
                    <a:pt x="351519" y="522171"/>
                  </a:lnTo>
                  <a:lnTo>
                    <a:pt x="283537" y="532759"/>
                  </a:lnTo>
                  <a:lnTo>
                    <a:pt x="205605" y="535417"/>
                  </a:lnTo>
                  <a:lnTo>
                    <a:pt x="161355" y="532975"/>
                  </a:lnTo>
                  <a:lnTo>
                    <a:pt x="112751" y="527592"/>
                  </a:lnTo>
                  <a:lnTo>
                    <a:pt x="59173" y="518950"/>
                  </a:lnTo>
                  <a:lnTo>
                    <a:pt x="0" y="506729"/>
                  </a:lnTo>
                  <a:lnTo>
                    <a:pt x="0" y="0"/>
                  </a:lnTo>
                  <a:close/>
                </a:path>
              </a:pathLst>
            </a:custGeom>
            <a:ln w="12192">
              <a:solidFill>
                <a:srgbClr val="000000"/>
              </a:solidFill>
            </a:ln>
          </p:spPr>
          <p:txBody>
            <a:bodyPr wrap="square" lIns="0" tIns="0" rIns="0" bIns="0" rtlCol="0"/>
            <a:lstStyle/>
            <a:p>
              <a:endParaRPr/>
            </a:p>
          </p:txBody>
        </p:sp>
        <p:pic>
          <p:nvPicPr>
            <p:cNvPr id="86" name="object 41">
              <a:extLst>
                <a:ext uri="{FF2B5EF4-FFF2-40B4-BE49-F238E27FC236}">
                  <a16:creationId xmlns:a16="http://schemas.microsoft.com/office/drawing/2014/main" id="{60E8F5AF-446D-1BE1-5E00-B536601B2F68}"/>
                </a:ext>
              </a:extLst>
            </p:cNvPr>
            <p:cNvPicPr/>
            <p:nvPr/>
          </p:nvPicPr>
          <p:blipFill>
            <a:blip r:embed="rId12" cstate="print"/>
            <a:stretch>
              <a:fillRect/>
            </a:stretch>
          </p:blipFill>
          <p:spPr>
            <a:xfrm>
              <a:off x="3416808" y="2260092"/>
              <a:ext cx="1632204" cy="513588"/>
            </a:xfrm>
            <a:prstGeom prst="rect">
              <a:avLst/>
            </a:prstGeom>
          </p:spPr>
        </p:pic>
      </p:grpSp>
      <p:sp>
        <p:nvSpPr>
          <p:cNvPr id="87" name="object 42">
            <a:extLst>
              <a:ext uri="{FF2B5EF4-FFF2-40B4-BE49-F238E27FC236}">
                <a16:creationId xmlns:a16="http://schemas.microsoft.com/office/drawing/2014/main" id="{9175462A-74D5-E8E6-7CA1-989740630337}"/>
              </a:ext>
            </a:extLst>
          </p:cNvPr>
          <p:cNvSpPr txBox="1"/>
          <p:nvPr/>
        </p:nvSpPr>
        <p:spPr>
          <a:xfrm>
            <a:off x="3619754" y="2493898"/>
            <a:ext cx="135064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ahoma"/>
                <a:cs typeface="Tahoma"/>
              </a:rPr>
              <a:t>We</a:t>
            </a:r>
            <a:r>
              <a:rPr sz="1800" b="1" spc="-10" dirty="0">
                <a:latin typeface="Tahoma"/>
                <a:cs typeface="Tahoma"/>
              </a:rPr>
              <a:t>d</a:t>
            </a:r>
            <a:r>
              <a:rPr sz="1800" b="1" spc="-5" dirty="0">
                <a:latin typeface="Tahoma"/>
                <a:cs typeface="Tahoma"/>
              </a:rPr>
              <a:t>nes</a:t>
            </a:r>
            <a:r>
              <a:rPr sz="1800" b="1" spc="-10" dirty="0">
                <a:latin typeface="Tahoma"/>
                <a:cs typeface="Tahoma"/>
              </a:rPr>
              <a:t>d</a:t>
            </a:r>
            <a:r>
              <a:rPr sz="1800" b="1" dirty="0">
                <a:latin typeface="Tahoma"/>
                <a:cs typeface="Tahoma"/>
              </a:rPr>
              <a:t>ay</a:t>
            </a:r>
            <a:endParaRPr sz="1800">
              <a:latin typeface="Tahoma"/>
              <a:cs typeface="Tahoma"/>
            </a:endParaRPr>
          </a:p>
        </p:txBody>
      </p:sp>
      <p:pic>
        <p:nvPicPr>
          <p:cNvPr id="88" name="object 43">
            <a:extLst>
              <a:ext uri="{FF2B5EF4-FFF2-40B4-BE49-F238E27FC236}">
                <a16:creationId xmlns:a16="http://schemas.microsoft.com/office/drawing/2014/main" id="{7C7B2147-60B9-8933-CA13-38D3C0BA000D}"/>
              </a:ext>
            </a:extLst>
          </p:cNvPr>
          <p:cNvPicPr/>
          <p:nvPr/>
        </p:nvPicPr>
        <p:blipFill>
          <a:blip r:embed="rId13" cstate="print"/>
          <a:stretch>
            <a:fillRect/>
          </a:stretch>
        </p:blipFill>
        <p:spPr>
          <a:xfrm>
            <a:off x="3469640" y="3589528"/>
            <a:ext cx="1670303" cy="487679"/>
          </a:xfrm>
          <a:prstGeom prst="rect">
            <a:avLst/>
          </a:prstGeom>
        </p:spPr>
      </p:pic>
      <p:sp>
        <p:nvSpPr>
          <p:cNvPr id="89" name="object 44">
            <a:extLst>
              <a:ext uri="{FF2B5EF4-FFF2-40B4-BE49-F238E27FC236}">
                <a16:creationId xmlns:a16="http://schemas.microsoft.com/office/drawing/2014/main" id="{4879E43D-CE3E-77B4-2411-80FC8660D283}"/>
              </a:ext>
            </a:extLst>
          </p:cNvPr>
          <p:cNvSpPr txBox="1"/>
          <p:nvPr/>
        </p:nvSpPr>
        <p:spPr>
          <a:xfrm>
            <a:off x="3594354" y="3648202"/>
            <a:ext cx="1401445" cy="285115"/>
          </a:xfrm>
          <a:prstGeom prst="rect">
            <a:avLst/>
          </a:prstGeom>
        </p:spPr>
        <p:txBody>
          <a:bodyPr vert="horz" wrap="square" lIns="0" tIns="13335" rIns="0" bIns="0" rtlCol="0">
            <a:spAutoFit/>
          </a:bodyPr>
          <a:lstStyle/>
          <a:p>
            <a:pPr marL="12700">
              <a:lnSpc>
                <a:spcPct val="100000"/>
              </a:lnSpc>
              <a:spcBef>
                <a:spcPts val="105"/>
              </a:spcBef>
            </a:pPr>
            <a:r>
              <a:rPr sz="1700" spc="-5" dirty="0">
                <a:latin typeface="Tahoma"/>
                <a:cs typeface="Tahoma"/>
              </a:rPr>
              <a:t>Updated</a:t>
            </a:r>
            <a:r>
              <a:rPr sz="1700" spc="-50" dirty="0">
                <a:latin typeface="Tahoma"/>
                <a:cs typeface="Tahoma"/>
              </a:rPr>
              <a:t> </a:t>
            </a:r>
            <a:r>
              <a:rPr sz="1700" spc="-5" dirty="0">
                <a:latin typeface="Tahoma"/>
                <a:cs typeface="Tahoma"/>
              </a:rPr>
              <a:t>File</a:t>
            </a:r>
            <a:r>
              <a:rPr sz="1700" spc="-30" dirty="0">
                <a:latin typeface="Tahoma"/>
                <a:cs typeface="Tahoma"/>
              </a:rPr>
              <a:t> </a:t>
            </a:r>
            <a:r>
              <a:rPr sz="1700" dirty="0">
                <a:latin typeface="Tahoma"/>
                <a:cs typeface="Tahoma"/>
              </a:rPr>
              <a:t>3</a:t>
            </a:r>
            <a:endParaRPr sz="1700">
              <a:latin typeface="Tahoma"/>
              <a:cs typeface="Tahoma"/>
            </a:endParaRPr>
          </a:p>
        </p:txBody>
      </p:sp>
      <p:sp>
        <p:nvSpPr>
          <p:cNvPr id="91" name="object 46">
            <a:extLst>
              <a:ext uri="{FF2B5EF4-FFF2-40B4-BE49-F238E27FC236}">
                <a16:creationId xmlns:a16="http://schemas.microsoft.com/office/drawing/2014/main" id="{4BCB5E2B-C1A6-200D-AE0F-288F59C40DA0}"/>
              </a:ext>
            </a:extLst>
          </p:cNvPr>
          <p:cNvSpPr/>
          <p:nvPr/>
        </p:nvSpPr>
        <p:spPr>
          <a:xfrm>
            <a:off x="5101082" y="2541777"/>
            <a:ext cx="0" cy="2147570"/>
          </a:xfrm>
          <a:custGeom>
            <a:avLst/>
            <a:gdLst/>
            <a:ahLst/>
            <a:cxnLst/>
            <a:rect l="l" t="t" r="r" b="b"/>
            <a:pathLst>
              <a:path h="2147570">
                <a:moveTo>
                  <a:pt x="0" y="2147316"/>
                </a:moveTo>
                <a:lnTo>
                  <a:pt x="0" y="0"/>
                </a:lnTo>
              </a:path>
            </a:pathLst>
          </a:custGeom>
          <a:ln w="28956">
            <a:solidFill>
              <a:srgbClr val="777777"/>
            </a:solidFill>
            <a:prstDash val="dot"/>
          </a:ln>
        </p:spPr>
        <p:txBody>
          <a:bodyPr wrap="square" lIns="0" tIns="0" rIns="0" bIns="0" rtlCol="0"/>
          <a:lstStyle/>
          <a:p>
            <a:endParaRPr/>
          </a:p>
        </p:txBody>
      </p:sp>
      <p:grpSp>
        <p:nvGrpSpPr>
          <p:cNvPr id="95" name="object 50">
            <a:extLst>
              <a:ext uri="{FF2B5EF4-FFF2-40B4-BE49-F238E27FC236}">
                <a16:creationId xmlns:a16="http://schemas.microsoft.com/office/drawing/2014/main" id="{A66D18BC-346F-04ED-E13F-68F9377D3668}"/>
              </a:ext>
            </a:extLst>
          </p:cNvPr>
          <p:cNvGrpSpPr/>
          <p:nvPr/>
        </p:nvGrpSpPr>
        <p:grpSpPr>
          <a:xfrm>
            <a:off x="5196331" y="2432812"/>
            <a:ext cx="1369060" cy="1092200"/>
            <a:chOff x="5125211" y="2260092"/>
            <a:chExt cx="1369060" cy="1092200"/>
          </a:xfrm>
        </p:grpSpPr>
        <p:pic>
          <p:nvPicPr>
            <p:cNvPr id="96" name="object 51">
              <a:extLst>
                <a:ext uri="{FF2B5EF4-FFF2-40B4-BE49-F238E27FC236}">
                  <a16:creationId xmlns:a16="http://schemas.microsoft.com/office/drawing/2014/main" id="{624CF2B2-1088-2429-67E1-155D8CF0BD3F}"/>
                </a:ext>
              </a:extLst>
            </p:cNvPr>
            <p:cNvPicPr/>
            <p:nvPr/>
          </p:nvPicPr>
          <p:blipFill>
            <a:blip r:embed="rId14" cstate="print"/>
            <a:stretch>
              <a:fillRect/>
            </a:stretch>
          </p:blipFill>
          <p:spPr>
            <a:xfrm>
              <a:off x="5393435" y="2782824"/>
              <a:ext cx="859536" cy="545591"/>
            </a:xfrm>
            <a:prstGeom prst="rect">
              <a:avLst/>
            </a:prstGeom>
          </p:spPr>
        </p:pic>
        <p:sp>
          <p:nvSpPr>
            <p:cNvPr id="97" name="object 52">
              <a:extLst>
                <a:ext uri="{FF2B5EF4-FFF2-40B4-BE49-F238E27FC236}">
                  <a16:creationId xmlns:a16="http://schemas.microsoft.com/office/drawing/2014/main" id="{0BFD42FF-8F65-2400-C654-E6E905980B68}"/>
                </a:ext>
              </a:extLst>
            </p:cNvPr>
            <p:cNvSpPr/>
            <p:nvPr/>
          </p:nvSpPr>
          <p:spPr>
            <a:xfrm>
              <a:off x="5375147" y="2816352"/>
              <a:ext cx="844550" cy="529590"/>
            </a:xfrm>
            <a:custGeom>
              <a:avLst/>
              <a:gdLst/>
              <a:ahLst/>
              <a:cxnLst/>
              <a:rect l="l" t="t" r="r" b="b"/>
              <a:pathLst>
                <a:path w="844550" h="529589">
                  <a:moveTo>
                    <a:pt x="844296" y="0"/>
                  </a:moveTo>
                  <a:lnTo>
                    <a:pt x="0" y="0"/>
                  </a:lnTo>
                  <a:lnTo>
                    <a:pt x="0" y="501014"/>
                  </a:lnTo>
                  <a:lnTo>
                    <a:pt x="60261" y="513103"/>
                  </a:lnTo>
                  <a:lnTo>
                    <a:pt x="114824" y="521651"/>
                  </a:lnTo>
                  <a:lnTo>
                    <a:pt x="164321" y="526976"/>
                  </a:lnTo>
                  <a:lnTo>
                    <a:pt x="209385" y="529391"/>
                  </a:lnTo>
                  <a:lnTo>
                    <a:pt x="250650" y="529214"/>
                  </a:lnTo>
                  <a:lnTo>
                    <a:pt x="288749" y="526761"/>
                  </a:lnTo>
                  <a:lnTo>
                    <a:pt x="357981" y="516285"/>
                  </a:lnTo>
                  <a:lnTo>
                    <a:pt x="422148" y="500491"/>
                  </a:lnTo>
                  <a:lnTo>
                    <a:pt x="486314" y="481904"/>
                  </a:lnTo>
                  <a:lnTo>
                    <a:pt x="519980" y="472352"/>
                  </a:lnTo>
                  <a:lnTo>
                    <a:pt x="593645" y="454312"/>
                  </a:lnTo>
                  <a:lnTo>
                    <a:pt x="634910" y="446455"/>
                  </a:lnTo>
                  <a:lnTo>
                    <a:pt x="679974" y="439795"/>
                  </a:lnTo>
                  <a:lnTo>
                    <a:pt x="729471" y="434646"/>
                  </a:lnTo>
                  <a:lnTo>
                    <a:pt x="784034" y="431326"/>
                  </a:lnTo>
                  <a:lnTo>
                    <a:pt x="844296" y="430149"/>
                  </a:lnTo>
                  <a:lnTo>
                    <a:pt x="844296" y="0"/>
                  </a:lnTo>
                  <a:close/>
                </a:path>
              </a:pathLst>
            </a:custGeom>
            <a:solidFill>
              <a:srgbClr val="DDDDDD"/>
            </a:solidFill>
          </p:spPr>
          <p:txBody>
            <a:bodyPr wrap="square" lIns="0" tIns="0" rIns="0" bIns="0" rtlCol="0"/>
            <a:lstStyle/>
            <a:p>
              <a:endParaRPr/>
            </a:p>
          </p:txBody>
        </p:sp>
        <p:sp>
          <p:nvSpPr>
            <p:cNvPr id="98" name="object 53">
              <a:extLst>
                <a:ext uri="{FF2B5EF4-FFF2-40B4-BE49-F238E27FC236}">
                  <a16:creationId xmlns:a16="http://schemas.microsoft.com/office/drawing/2014/main" id="{2D6E5A38-8F32-E1BF-2618-9A839B253678}"/>
                </a:ext>
              </a:extLst>
            </p:cNvPr>
            <p:cNvSpPr/>
            <p:nvPr/>
          </p:nvSpPr>
          <p:spPr>
            <a:xfrm>
              <a:off x="5375147" y="2816352"/>
              <a:ext cx="844550" cy="529590"/>
            </a:xfrm>
            <a:custGeom>
              <a:avLst/>
              <a:gdLst/>
              <a:ahLst/>
              <a:cxnLst/>
              <a:rect l="l" t="t" r="r" b="b"/>
              <a:pathLst>
                <a:path w="844550" h="529589">
                  <a:moveTo>
                    <a:pt x="0" y="0"/>
                  </a:moveTo>
                  <a:lnTo>
                    <a:pt x="844296" y="0"/>
                  </a:lnTo>
                  <a:lnTo>
                    <a:pt x="844296" y="430149"/>
                  </a:lnTo>
                  <a:lnTo>
                    <a:pt x="784034" y="431326"/>
                  </a:lnTo>
                  <a:lnTo>
                    <a:pt x="729471" y="434646"/>
                  </a:lnTo>
                  <a:lnTo>
                    <a:pt x="679974" y="439795"/>
                  </a:lnTo>
                  <a:lnTo>
                    <a:pt x="634910" y="446455"/>
                  </a:lnTo>
                  <a:lnTo>
                    <a:pt x="593645" y="454312"/>
                  </a:lnTo>
                  <a:lnTo>
                    <a:pt x="555546" y="463050"/>
                  </a:lnTo>
                  <a:lnTo>
                    <a:pt x="486314" y="481904"/>
                  </a:lnTo>
                  <a:lnTo>
                    <a:pt x="453914" y="491388"/>
                  </a:lnTo>
                  <a:lnTo>
                    <a:pt x="422148" y="500491"/>
                  </a:lnTo>
                  <a:lnTo>
                    <a:pt x="357981" y="516285"/>
                  </a:lnTo>
                  <a:lnTo>
                    <a:pt x="288749" y="526761"/>
                  </a:lnTo>
                  <a:lnTo>
                    <a:pt x="250650" y="529214"/>
                  </a:lnTo>
                  <a:lnTo>
                    <a:pt x="209385" y="529391"/>
                  </a:lnTo>
                  <a:lnTo>
                    <a:pt x="164321" y="526976"/>
                  </a:lnTo>
                  <a:lnTo>
                    <a:pt x="114824" y="521651"/>
                  </a:lnTo>
                  <a:lnTo>
                    <a:pt x="60261" y="513103"/>
                  </a:lnTo>
                  <a:lnTo>
                    <a:pt x="0" y="501014"/>
                  </a:lnTo>
                  <a:lnTo>
                    <a:pt x="0" y="0"/>
                  </a:lnTo>
                  <a:close/>
                </a:path>
              </a:pathLst>
            </a:custGeom>
            <a:ln w="12192">
              <a:solidFill>
                <a:srgbClr val="000000"/>
              </a:solidFill>
            </a:ln>
          </p:spPr>
          <p:txBody>
            <a:bodyPr wrap="square" lIns="0" tIns="0" rIns="0" bIns="0" rtlCol="0"/>
            <a:lstStyle/>
            <a:p>
              <a:endParaRPr/>
            </a:p>
          </p:txBody>
        </p:sp>
        <p:pic>
          <p:nvPicPr>
            <p:cNvPr id="99" name="object 54">
              <a:extLst>
                <a:ext uri="{FF2B5EF4-FFF2-40B4-BE49-F238E27FC236}">
                  <a16:creationId xmlns:a16="http://schemas.microsoft.com/office/drawing/2014/main" id="{D56D3DFF-6AF5-CBF3-FFCB-C4224E3D636F}"/>
                </a:ext>
              </a:extLst>
            </p:cNvPr>
            <p:cNvPicPr/>
            <p:nvPr/>
          </p:nvPicPr>
          <p:blipFill>
            <a:blip r:embed="rId15" cstate="print"/>
            <a:stretch>
              <a:fillRect/>
            </a:stretch>
          </p:blipFill>
          <p:spPr>
            <a:xfrm>
              <a:off x="5125211" y="2260092"/>
              <a:ext cx="1368552" cy="513588"/>
            </a:xfrm>
            <a:prstGeom prst="rect">
              <a:avLst/>
            </a:prstGeom>
          </p:spPr>
        </p:pic>
      </p:grpSp>
      <p:sp>
        <p:nvSpPr>
          <p:cNvPr id="100" name="object 55">
            <a:extLst>
              <a:ext uri="{FF2B5EF4-FFF2-40B4-BE49-F238E27FC236}">
                <a16:creationId xmlns:a16="http://schemas.microsoft.com/office/drawing/2014/main" id="{F004FB27-5305-DF87-22E5-EA12723C0795}"/>
              </a:ext>
            </a:extLst>
          </p:cNvPr>
          <p:cNvSpPr txBox="1"/>
          <p:nvPr/>
        </p:nvSpPr>
        <p:spPr>
          <a:xfrm>
            <a:off x="5327141" y="2493898"/>
            <a:ext cx="108775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ahoma"/>
                <a:cs typeface="Tahoma"/>
              </a:rPr>
              <a:t>T</a:t>
            </a:r>
            <a:r>
              <a:rPr sz="1800" b="1" dirty="0">
                <a:latin typeface="Tahoma"/>
                <a:cs typeface="Tahoma"/>
              </a:rPr>
              <a:t>h</a:t>
            </a:r>
            <a:r>
              <a:rPr sz="1800" b="1" spc="-5" dirty="0">
                <a:latin typeface="Tahoma"/>
                <a:cs typeface="Tahoma"/>
              </a:rPr>
              <a:t>ursday</a:t>
            </a:r>
            <a:endParaRPr sz="1800">
              <a:latin typeface="Tahoma"/>
              <a:cs typeface="Tahoma"/>
            </a:endParaRPr>
          </a:p>
        </p:txBody>
      </p:sp>
      <p:pic>
        <p:nvPicPr>
          <p:cNvPr id="101" name="object 56">
            <a:extLst>
              <a:ext uri="{FF2B5EF4-FFF2-40B4-BE49-F238E27FC236}">
                <a16:creationId xmlns:a16="http://schemas.microsoft.com/office/drawing/2014/main" id="{2BED33AE-1DBB-7A71-9E90-5FE5766F75B2}"/>
              </a:ext>
            </a:extLst>
          </p:cNvPr>
          <p:cNvPicPr/>
          <p:nvPr/>
        </p:nvPicPr>
        <p:blipFill>
          <a:blip r:embed="rId16" cstate="print"/>
          <a:stretch>
            <a:fillRect/>
          </a:stretch>
        </p:blipFill>
        <p:spPr>
          <a:xfrm>
            <a:off x="5476748" y="3577335"/>
            <a:ext cx="804672" cy="486155"/>
          </a:xfrm>
          <a:prstGeom prst="rect">
            <a:avLst/>
          </a:prstGeom>
        </p:spPr>
      </p:pic>
      <p:sp>
        <p:nvSpPr>
          <p:cNvPr id="102" name="object 57">
            <a:extLst>
              <a:ext uri="{FF2B5EF4-FFF2-40B4-BE49-F238E27FC236}">
                <a16:creationId xmlns:a16="http://schemas.microsoft.com/office/drawing/2014/main" id="{255DEBBB-B6B9-E42A-DC41-3312E88C9F22}"/>
              </a:ext>
            </a:extLst>
          </p:cNvPr>
          <p:cNvSpPr txBox="1"/>
          <p:nvPr/>
        </p:nvSpPr>
        <p:spPr>
          <a:xfrm>
            <a:off x="5600318" y="3634740"/>
            <a:ext cx="536575" cy="285115"/>
          </a:xfrm>
          <a:prstGeom prst="rect">
            <a:avLst/>
          </a:prstGeom>
        </p:spPr>
        <p:txBody>
          <a:bodyPr vert="horz" wrap="square" lIns="0" tIns="13335" rIns="0" bIns="0" rtlCol="0">
            <a:spAutoFit/>
          </a:bodyPr>
          <a:lstStyle/>
          <a:p>
            <a:pPr marL="12700">
              <a:lnSpc>
                <a:spcPct val="100000"/>
              </a:lnSpc>
              <a:spcBef>
                <a:spcPts val="105"/>
              </a:spcBef>
            </a:pPr>
            <a:r>
              <a:rPr sz="1700" spc="-5" dirty="0">
                <a:latin typeface="Tahoma"/>
                <a:cs typeface="Tahoma"/>
              </a:rPr>
              <a:t>File</a:t>
            </a:r>
            <a:r>
              <a:rPr sz="1700" spc="-75" dirty="0">
                <a:latin typeface="Tahoma"/>
                <a:cs typeface="Tahoma"/>
              </a:rPr>
              <a:t> </a:t>
            </a:r>
            <a:r>
              <a:rPr sz="1700" dirty="0">
                <a:latin typeface="Tahoma"/>
                <a:cs typeface="Tahoma"/>
              </a:rPr>
              <a:t>5</a:t>
            </a:r>
            <a:endParaRPr sz="1700">
              <a:latin typeface="Tahoma"/>
              <a:cs typeface="Tahoma"/>
            </a:endParaRPr>
          </a:p>
        </p:txBody>
      </p:sp>
      <p:grpSp>
        <p:nvGrpSpPr>
          <p:cNvPr id="103" name="object 58">
            <a:extLst>
              <a:ext uri="{FF2B5EF4-FFF2-40B4-BE49-F238E27FC236}">
                <a16:creationId xmlns:a16="http://schemas.microsoft.com/office/drawing/2014/main" id="{33A7448C-5B0F-C869-7350-5AC855AB50E7}"/>
              </a:ext>
            </a:extLst>
          </p:cNvPr>
          <p:cNvGrpSpPr/>
          <p:nvPr/>
        </p:nvGrpSpPr>
        <p:grpSpPr>
          <a:xfrm>
            <a:off x="985520" y="2527172"/>
            <a:ext cx="7763509" cy="2980055"/>
            <a:chOff x="914400" y="2354452"/>
            <a:chExt cx="7763509" cy="2980055"/>
          </a:xfrm>
        </p:grpSpPr>
        <p:pic>
          <p:nvPicPr>
            <p:cNvPr id="104" name="object 59">
              <a:extLst>
                <a:ext uri="{FF2B5EF4-FFF2-40B4-BE49-F238E27FC236}">
                  <a16:creationId xmlns:a16="http://schemas.microsoft.com/office/drawing/2014/main" id="{A202FC96-3525-D773-CE5E-01139EC41968}"/>
                </a:ext>
              </a:extLst>
            </p:cNvPr>
            <p:cNvPicPr/>
            <p:nvPr/>
          </p:nvPicPr>
          <p:blipFill>
            <a:blip r:embed="rId17" cstate="print"/>
            <a:stretch>
              <a:fillRect/>
            </a:stretch>
          </p:blipFill>
          <p:spPr>
            <a:xfrm>
              <a:off x="917447" y="5021579"/>
              <a:ext cx="6374892" cy="312419"/>
            </a:xfrm>
            <a:prstGeom prst="rect">
              <a:avLst/>
            </a:prstGeom>
          </p:spPr>
        </p:pic>
        <p:sp>
          <p:nvSpPr>
            <p:cNvPr id="105" name="object 60">
              <a:extLst>
                <a:ext uri="{FF2B5EF4-FFF2-40B4-BE49-F238E27FC236}">
                  <a16:creationId xmlns:a16="http://schemas.microsoft.com/office/drawing/2014/main" id="{0D2C77CB-2D1D-A3E8-921B-676D060EA1C1}"/>
                </a:ext>
              </a:extLst>
            </p:cNvPr>
            <p:cNvSpPr/>
            <p:nvPr/>
          </p:nvSpPr>
          <p:spPr>
            <a:xfrm>
              <a:off x="914400" y="4611623"/>
              <a:ext cx="178435" cy="668020"/>
            </a:xfrm>
            <a:custGeom>
              <a:avLst/>
              <a:gdLst/>
              <a:ahLst/>
              <a:cxnLst/>
              <a:rect l="l" t="t" r="r" b="b"/>
              <a:pathLst>
                <a:path w="178434" h="668020">
                  <a:moveTo>
                    <a:pt x="178307" y="0"/>
                  </a:moveTo>
                  <a:lnTo>
                    <a:pt x="0" y="0"/>
                  </a:lnTo>
                  <a:lnTo>
                    <a:pt x="0" y="667512"/>
                  </a:lnTo>
                  <a:lnTo>
                    <a:pt x="178307" y="667512"/>
                  </a:lnTo>
                  <a:lnTo>
                    <a:pt x="178307" y="0"/>
                  </a:lnTo>
                  <a:close/>
                </a:path>
              </a:pathLst>
            </a:custGeom>
            <a:solidFill>
              <a:srgbClr val="33CCCC"/>
            </a:solidFill>
          </p:spPr>
          <p:txBody>
            <a:bodyPr wrap="square" lIns="0" tIns="0" rIns="0" bIns="0" rtlCol="0"/>
            <a:lstStyle/>
            <a:p>
              <a:endParaRPr/>
            </a:p>
          </p:txBody>
        </p:sp>
        <p:pic>
          <p:nvPicPr>
            <p:cNvPr id="106" name="object 61">
              <a:extLst>
                <a:ext uri="{FF2B5EF4-FFF2-40B4-BE49-F238E27FC236}">
                  <a16:creationId xmlns:a16="http://schemas.microsoft.com/office/drawing/2014/main" id="{0976FCB6-2B69-0C3F-8EB5-1D95A44937CC}"/>
                </a:ext>
              </a:extLst>
            </p:cNvPr>
            <p:cNvPicPr/>
            <p:nvPr/>
          </p:nvPicPr>
          <p:blipFill>
            <a:blip r:embed="rId18" cstate="print"/>
            <a:stretch>
              <a:fillRect/>
            </a:stretch>
          </p:blipFill>
          <p:spPr>
            <a:xfrm>
              <a:off x="7319771" y="4511039"/>
              <a:ext cx="1117092" cy="815340"/>
            </a:xfrm>
            <a:prstGeom prst="rect">
              <a:avLst/>
            </a:prstGeom>
          </p:spPr>
        </p:pic>
        <p:sp>
          <p:nvSpPr>
            <p:cNvPr id="107" name="object 62">
              <a:extLst>
                <a:ext uri="{FF2B5EF4-FFF2-40B4-BE49-F238E27FC236}">
                  <a16:creationId xmlns:a16="http://schemas.microsoft.com/office/drawing/2014/main" id="{D7C24D67-B892-864B-5980-D90C6D2FEFC9}"/>
                </a:ext>
              </a:extLst>
            </p:cNvPr>
            <p:cNvSpPr/>
            <p:nvPr/>
          </p:nvSpPr>
          <p:spPr>
            <a:xfrm>
              <a:off x="7319771" y="4511039"/>
              <a:ext cx="1117600" cy="815340"/>
            </a:xfrm>
            <a:custGeom>
              <a:avLst/>
              <a:gdLst/>
              <a:ahLst/>
              <a:cxnLst/>
              <a:rect l="l" t="t" r="r" b="b"/>
              <a:pathLst>
                <a:path w="1117600" h="815339">
                  <a:moveTo>
                    <a:pt x="1117092" y="126873"/>
                  </a:moveTo>
                  <a:lnTo>
                    <a:pt x="1079496" y="172759"/>
                  </a:lnTo>
                  <a:lnTo>
                    <a:pt x="1017020" y="199415"/>
                  </a:lnTo>
                  <a:lnTo>
                    <a:pt x="976129" y="211204"/>
                  </a:lnTo>
                  <a:lnTo>
                    <a:pt x="929501" y="221808"/>
                  </a:lnTo>
                  <a:lnTo>
                    <a:pt x="877658" y="231108"/>
                  </a:lnTo>
                  <a:lnTo>
                    <a:pt x="821124" y="238985"/>
                  </a:lnTo>
                  <a:lnTo>
                    <a:pt x="760422" y="245320"/>
                  </a:lnTo>
                  <a:lnTo>
                    <a:pt x="696076" y="249992"/>
                  </a:lnTo>
                  <a:lnTo>
                    <a:pt x="628610" y="252882"/>
                  </a:lnTo>
                  <a:lnTo>
                    <a:pt x="558546" y="253873"/>
                  </a:lnTo>
                  <a:lnTo>
                    <a:pt x="488481" y="252882"/>
                  </a:lnTo>
                  <a:lnTo>
                    <a:pt x="421015" y="249992"/>
                  </a:lnTo>
                  <a:lnTo>
                    <a:pt x="356669" y="245320"/>
                  </a:lnTo>
                  <a:lnTo>
                    <a:pt x="295967" y="238985"/>
                  </a:lnTo>
                  <a:lnTo>
                    <a:pt x="239433" y="231108"/>
                  </a:lnTo>
                  <a:lnTo>
                    <a:pt x="187590" y="221808"/>
                  </a:lnTo>
                  <a:lnTo>
                    <a:pt x="140962" y="211204"/>
                  </a:lnTo>
                  <a:lnTo>
                    <a:pt x="100071" y="199415"/>
                  </a:lnTo>
                  <a:lnTo>
                    <a:pt x="37595" y="172759"/>
                  </a:lnTo>
                  <a:lnTo>
                    <a:pt x="4351" y="142796"/>
                  </a:lnTo>
                  <a:lnTo>
                    <a:pt x="0" y="126873"/>
                  </a:lnTo>
                  <a:lnTo>
                    <a:pt x="4351" y="110951"/>
                  </a:lnTo>
                  <a:lnTo>
                    <a:pt x="37595" y="81003"/>
                  </a:lnTo>
                  <a:lnTo>
                    <a:pt x="100071" y="54372"/>
                  </a:lnTo>
                  <a:lnTo>
                    <a:pt x="140962" y="42597"/>
                  </a:lnTo>
                  <a:lnTo>
                    <a:pt x="187590" y="32008"/>
                  </a:lnTo>
                  <a:lnTo>
                    <a:pt x="239433" y="22722"/>
                  </a:lnTo>
                  <a:lnTo>
                    <a:pt x="295967" y="14858"/>
                  </a:lnTo>
                  <a:lnTo>
                    <a:pt x="356669" y="8535"/>
                  </a:lnTo>
                  <a:lnTo>
                    <a:pt x="421015" y="3872"/>
                  </a:lnTo>
                  <a:lnTo>
                    <a:pt x="488481" y="987"/>
                  </a:lnTo>
                  <a:lnTo>
                    <a:pt x="558546" y="0"/>
                  </a:lnTo>
                  <a:lnTo>
                    <a:pt x="628610" y="987"/>
                  </a:lnTo>
                  <a:lnTo>
                    <a:pt x="696076" y="3872"/>
                  </a:lnTo>
                  <a:lnTo>
                    <a:pt x="760422" y="8535"/>
                  </a:lnTo>
                  <a:lnTo>
                    <a:pt x="821124" y="14858"/>
                  </a:lnTo>
                  <a:lnTo>
                    <a:pt x="877658" y="22722"/>
                  </a:lnTo>
                  <a:lnTo>
                    <a:pt x="929501" y="32008"/>
                  </a:lnTo>
                  <a:lnTo>
                    <a:pt x="976129" y="42597"/>
                  </a:lnTo>
                  <a:lnTo>
                    <a:pt x="1017020" y="54372"/>
                  </a:lnTo>
                  <a:lnTo>
                    <a:pt x="1079496" y="81003"/>
                  </a:lnTo>
                  <a:lnTo>
                    <a:pt x="1112740" y="110951"/>
                  </a:lnTo>
                  <a:lnTo>
                    <a:pt x="1117092" y="126873"/>
                  </a:lnTo>
                  <a:close/>
                </a:path>
                <a:path w="1117600" h="815339">
                  <a:moveTo>
                    <a:pt x="1117092" y="126873"/>
                  </a:moveTo>
                  <a:lnTo>
                    <a:pt x="1117092" y="688467"/>
                  </a:lnTo>
                  <a:lnTo>
                    <a:pt x="1112740" y="704388"/>
                  </a:lnTo>
                  <a:lnTo>
                    <a:pt x="1079496" y="734336"/>
                  </a:lnTo>
                  <a:lnTo>
                    <a:pt x="1017020" y="760967"/>
                  </a:lnTo>
                  <a:lnTo>
                    <a:pt x="976129" y="772742"/>
                  </a:lnTo>
                  <a:lnTo>
                    <a:pt x="929501" y="783331"/>
                  </a:lnTo>
                  <a:lnTo>
                    <a:pt x="877658" y="792617"/>
                  </a:lnTo>
                  <a:lnTo>
                    <a:pt x="821124" y="800481"/>
                  </a:lnTo>
                  <a:lnTo>
                    <a:pt x="760422" y="806804"/>
                  </a:lnTo>
                  <a:lnTo>
                    <a:pt x="696076" y="811467"/>
                  </a:lnTo>
                  <a:lnTo>
                    <a:pt x="628610" y="814352"/>
                  </a:lnTo>
                  <a:lnTo>
                    <a:pt x="558546" y="815340"/>
                  </a:lnTo>
                  <a:lnTo>
                    <a:pt x="488481" y="814352"/>
                  </a:lnTo>
                  <a:lnTo>
                    <a:pt x="421015" y="811467"/>
                  </a:lnTo>
                  <a:lnTo>
                    <a:pt x="356669" y="806804"/>
                  </a:lnTo>
                  <a:lnTo>
                    <a:pt x="295967" y="800481"/>
                  </a:lnTo>
                  <a:lnTo>
                    <a:pt x="239433" y="792617"/>
                  </a:lnTo>
                  <a:lnTo>
                    <a:pt x="187590" y="783331"/>
                  </a:lnTo>
                  <a:lnTo>
                    <a:pt x="140962" y="772742"/>
                  </a:lnTo>
                  <a:lnTo>
                    <a:pt x="100071" y="760967"/>
                  </a:lnTo>
                  <a:lnTo>
                    <a:pt x="37595" y="734336"/>
                  </a:lnTo>
                  <a:lnTo>
                    <a:pt x="4351" y="704388"/>
                  </a:lnTo>
                  <a:lnTo>
                    <a:pt x="0" y="688467"/>
                  </a:lnTo>
                  <a:lnTo>
                    <a:pt x="0" y="126873"/>
                  </a:lnTo>
                </a:path>
              </a:pathLst>
            </a:custGeom>
            <a:ln w="9144">
              <a:solidFill>
                <a:srgbClr val="000000"/>
              </a:solidFill>
            </a:ln>
          </p:spPr>
          <p:txBody>
            <a:bodyPr wrap="square" lIns="0" tIns="0" rIns="0" bIns="0" rtlCol="0"/>
            <a:lstStyle/>
            <a:p>
              <a:endParaRPr/>
            </a:p>
          </p:txBody>
        </p:sp>
        <p:pic>
          <p:nvPicPr>
            <p:cNvPr id="108" name="object 63">
              <a:extLst>
                <a:ext uri="{FF2B5EF4-FFF2-40B4-BE49-F238E27FC236}">
                  <a16:creationId xmlns:a16="http://schemas.microsoft.com/office/drawing/2014/main" id="{6A250BF2-4222-115C-2EA5-5713216C7055}"/>
                </a:ext>
              </a:extLst>
            </p:cNvPr>
            <p:cNvPicPr/>
            <p:nvPr/>
          </p:nvPicPr>
          <p:blipFill>
            <a:blip r:embed="rId19" cstate="print"/>
            <a:stretch>
              <a:fillRect/>
            </a:stretch>
          </p:blipFill>
          <p:spPr>
            <a:xfrm>
              <a:off x="6774179" y="3445763"/>
              <a:ext cx="1903476" cy="486156"/>
            </a:xfrm>
            <a:prstGeom prst="rect">
              <a:avLst/>
            </a:prstGeom>
          </p:spPr>
        </p:pic>
        <p:sp>
          <p:nvSpPr>
            <p:cNvPr id="109" name="object 64">
              <a:extLst>
                <a:ext uri="{FF2B5EF4-FFF2-40B4-BE49-F238E27FC236}">
                  <a16:creationId xmlns:a16="http://schemas.microsoft.com/office/drawing/2014/main" id="{B8141F9D-E04B-CEF0-A101-1BF74273A74B}"/>
                </a:ext>
              </a:extLst>
            </p:cNvPr>
            <p:cNvSpPr/>
            <p:nvPr/>
          </p:nvSpPr>
          <p:spPr>
            <a:xfrm>
              <a:off x="6579870" y="2369057"/>
              <a:ext cx="0" cy="2225040"/>
            </a:xfrm>
            <a:custGeom>
              <a:avLst/>
              <a:gdLst/>
              <a:ahLst/>
              <a:cxnLst/>
              <a:rect l="l" t="t" r="r" b="b"/>
              <a:pathLst>
                <a:path h="2225040">
                  <a:moveTo>
                    <a:pt x="0" y="2225040"/>
                  </a:moveTo>
                  <a:lnTo>
                    <a:pt x="0" y="0"/>
                  </a:lnTo>
                </a:path>
              </a:pathLst>
            </a:custGeom>
            <a:ln w="28956">
              <a:solidFill>
                <a:srgbClr val="777777"/>
              </a:solidFill>
              <a:prstDash val="dot"/>
            </a:ln>
          </p:spPr>
          <p:txBody>
            <a:bodyPr wrap="square" lIns="0" tIns="0" rIns="0" bIns="0" rtlCol="0"/>
            <a:lstStyle/>
            <a:p>
              <a:endParaRPr/>
            </a:p>
          </p:txBody>
        </p:sp>
      </p:grpSp>
      <p:sp>
        <p:nvSpPr>
          <p:cNvPr id="110" name="object 65">
            <a:extLst>
              <a:ext uri="{FF2B5EF4-FFF2-40B4-BE49-F238E27FC236}">
                <a16:creationId xmlns:a16="http://schemas.microsoft.com/office/drawing/2014/main" id="{EA005C06-EEB1-B5B6-B224-73149CF96DD6}"/>
              </a:ext>
            </a:extLst>
          </p:cNvPr>
          <p:cNvSpPr txBox="1"/>
          <p:nvPr/>
        </p:nvSpPr>
        <p:spPr>
          <a:xfrm>
            <a:off x="6969125" y="3675887"/>
            <a:ext cx="1634489" cy="285115"/>
          </a:xfrm>
          <a:prstGeom prst="rect">
            <a:avLst/>
          </a:prstGeom>
        </p:spPr>
        <p:txBody>
          <a:bodyPr vert="horz" wrap="square" lIns="0" tIns="13335" rIns="0" bIns="0" rtlCol="0">
            <a:spAutoFit/>
          </a:bodyPr>
          <a:lstStyle/>
          <a:p>
            <a:pPr marL="12700">
              <a:lnSpc>
                <a:spcPct val="100000"/>
              </a:lnSpc>
              <a:spcBef>
                <a:spcPts val="105"/>
              </a:spcBef>
            </a:pPr>
            <a:r>
              <a:rPr sz="1700" spc="-5" dirty="0">
                <a:latin typeface="Tahoma"/>
                <a:cs typeface="Tahoma"/>
              </a:rPr>
              <a:t>Files </a:t>
            </a:r>
            <a:r>
              <a:rPr sz="1700" dirty="0">
                <a:latin typeface="Tahoma"/>
                <a:cs typeface="Tahoma"/>
              </a:rPr>
              <a:t>1,</a:t>
            </a:r>
            <a:r>
              <a:rPr sz="1700" spc="-20" dirty="0">
                <a:latin typeface="Tahoma"/>
                <a:cs typeface="Tahoma"/>
              </a:rPr>
              <a:t> </a:t>
            </a:r>
            <a:r>
              <a:rPr sz="1700" dirty="0">
                <a:latin typeface="Tahoma"/>
                <a:cs typeface="Tahoma"/>
              </a:rPr>
              <a:t>2,</a:t>
            </a:r>
            <a:r>
              <a:rPr sz="1700" spc="-30" dirty="0">
                <a:latin typeface="Tahoma"/>
                <a:cs typeface="Tahoma"/>
              </a:rPr>
              <a:t> </a:t>
            </a:r>
            <a:r>
              <a:rPr sz="1700" dirty="0">
                <a:latin typeface="Tahoma"/>
                <a:cs typeface="Tahoma"/>
              </a:rPr>
              <a:t>3,</a:t>
            </a:r>
            <a:r>
              <a:rPr sz="1700" spc="-20" dirty="0">
                <a:latin typeface="Tahoma"/>
                <a:cs typeface="Tahoma"/>
              </a:rPr>
              <a:t> </a:t>
            </a:r>
            <a:r>
              <a:rPr sz="1700" spc="-5" dirty="0">
                <a:latin typeface="Tahoma"/>
                <a:cs typeface="Tahoma"/>
              </a:rPr>
              <a:t>4,</a:t>
            </a:r>
            <a:r>
              <a:rPr sz="1700" spc="-30" dirty="0">
                <a:latin typeface="Tahoma"/>
                <a:cs typeface="Tahoma"/>
              </a:rPr>
              <a:t> </a:t>
            </a:r>
            <a:r>
              <a:rPr sz="1700" dirty="0">
                <a:latin typeface="Tahoma"/>
                <a:cs typeface="Tahoma"/>
              </a:rPr>
              <a:t>5</a:t>
            </a:r>
            <a:endParaRPr sz="1700">
              <a:latin typeface="Tahoma"/>
              <a:cs typeface="Tahoma"/>
            </a:endParaRPr>
          </a:p>
        </p:txBody>
      </p:sp>
      <p:grpSp>
        <p:nvGrpSpPr>
          <p:cNvPr id="111" name="object 66">
            <a:extLst>
              <a:ext uri="{FF2B5EF4-FFF2-40B4-BE49-F238E27FC236}">
                <a16:creationId xmlns:a16="http://schemas.microsoft.com/office/drawing/2014/main" id="{CB8187DB-5E86-F1F7-1413-E5D319CBED64}"/>
              </a:ext>
            </a:extLst>
          </p:cNvPr>
          <p:cNvGrpSpPr/>
          <p:nvPr/>
        </p:nvGrpSpPr>
        <p:grpSpPr>
          <a:xfrm>
            <a:off x="6781038" y="2886709"/>
            <a:ext cx="2291080" cy="2621915"/>
            <a:chOff x="6709918" y="2713989"/>
            <a:chExt cx="2291080" cy="2621915"/>
          </a:xfrm>
        </p:grpSpPr>
        <p:sp>
          <p:nvSpPr>
            <p:cNvPr id="112" name="object 67">
              <a:extLst>
                <a:ext uri="{FF2B5EF4-FFF2-40B4-BE49-F238E27FC236}">
                  <a16:creationId xmlns:a16="http://schemas.microsoft.com/office/drawing/2014/main" id="{C11F599F-33BC-53CF-5E76-7E50E56A923A}"/>
                </a:ext>
              </a:extLst>
            </p:cNvPr>
            <p:cNvSpPr/>
            <p:nvPr/>
          </p:nvSpPr>
          <p:spPr>
            <a:xfrm>
              <a:off x="6966204" y="2720339"/>
              <a:ext cx="861060" cy="549275"/>
            </a:xfrm>
            <a:custGeom>
              <a:avLst/>
              <a:gdLst/>
              <a:ahLst/>
              <a:cxnLst/>
              <a:rect l="l" t="t" r="r" b="b"/>
              <a:pathLst>
                <a:path w="861059" h="549275">
                  <a:moveTo>
                    <a:pt x="861060" y="0"/>
                  </a:moveTo>
                  <a:lnTo>
                    <a:pt x="0" y="0"/>
                  </a:lnTo>
                  <a:lnTo>
                    <a:pt x="0" y="519430"/>
                  </a:lnTo>
                  <a:lnTo>
                    <a:pt x="58668" y="531470"/>
                  </a:lnTo>
                  <a:lnTo>
                    <a:pt x="112037" y="540166"/>
                  </a:lnTo>
                  <a:lnTo>
                    <a:pt x="160664" y="545801"/>
                  </a:lnTo>
                  <a:lnTo>
                    <a:pt x="205107" y="548658"/>
                  </a:lnTo>
                  <a:lnTo>
                    <a:pt x="245924" y="549019"/>
                  </a:lnTo>
                  <a:lnTo>
                    <a:pt x="283672" y="547167"/>
                  </a:lnTo>
                  <a:lnTo>
                    <a:pt x="352196" y="537956"/>
                  </a:lnTo>
                  <a:lnTo>
                    <a:pt x="415142" y="523287"/>
                  </a:lnTo>
                  <a:lnTo>
                    <a:pt x="508863" y="496000"/>
                  </a:lnTo>
                  <a:lnTo>
                    <a:pt x="542148" y="486626"/>
                  </a:lnTo>
                  <a:lnTo>
                    <a:pt x="615135" y="469158"/>
                  </a:lnTo>
                  <a:lnTo>
                    <a:pt x="655952" y="461629"/>
                  </a:lnTo>
                  <a:lnTo>
                    <a:pt x="700395" y="455282"/>
                  </a:lnTo>
                  <a:lnTo>
                    <a:pt x="749022" y="450397"/>
                  </a:lnTo>
                  <a:lnTo>
                    <a:pt x="802391" y="447259"/>
                  </a:lnTo>
                  <a:lnTo>
                    <a:pt x="861060" y="446150"/>
                  </a:lnTo>
                  <a:lnTo>
                    <a:pt x="861060" y="0"/>
                  </a:lnTo>
                  <a:close/>
                </a:path>
              </a:pathLst>
            </a:custGeom>
            <a:solidFill>
              <a:srgbClr val="C0C0C0"/>
            </a:solidFill>
          </p:spPr>
          <p:txBody>
            <a:bodyPr wrap="square" lIns="0" tIns="0" rIns="0" bIns="0" rtlCol="0"/>
            <a:lstStyle/>
            <a:p>
              <a:endParaRPr/>
            </a:p>
          </p:txBody>
        </p:sp>
        <p:sp>
          <p:nvSpPr>
            <p:cNvPr id="113" name="object 68">
              <a:extLst>
                <a:ext uri="{FF2B5EF4-FFF2-40B4-BE49-F238E27FC236}">
                  <a16:creationId xmlns:a16="http://schemas.microsoft.com/office/drawing/2014/main" id="{1E4E9B65-7D10-20FA-A568-2DED326397A7}"/>
                </a:ext>
              </a:extLst>
            </p:cNvPr>
            <p:cNvSpPr/>
            <p:nvPr/>
          </p:nvSpPr>
          <p:spPr>
            <a:xfrm>
              <a:off x="6966204" y="2720339"/>
              <a:ext cx="861060" cy="549275"/>
            </a:xfrm>
            <a:custGeom>
              <a:avLst/>
              <a:gdLst/>
              <a:ahLst/>
              <a:cxnLst/>
              <a:rect l="l" t="t" r="r" b="b"/>
              <a:pathLst>
                <a:path w="861059" h="549275">
                  <a:moveTo>
                    <a:pt x="0" y="0"/>
                  </a:moveTo>
                  <a:lnTo>
                    <a:pt x="861060" y="0"/>
                  </a:lnTo>
                  <a:lnTo>
                    <a:pt x="861060" y="446150"/>
                  </a:lnTo>
                  <a:lnTo>
                    <a:pt x="802391" y="447259"/>
                  </a:lnTo>
                  <a:lnTo>
                    <a:pt x="749022" y="450397"/>
                  </a:lnTo>
                  <a:lnTo>
                    <a:pt x="700395" y="455282"/>
                  </a:lnTo>
                  <a:lnTo>
                    <a:pt x="655952" y="461629"/>
                  </a:lnTo>
                  <a:lnTo>
                    <a:pt x="615135" y="469158"/>
                  </a:lnTo>
                  <a:lnTo>
                    <a:pt x="577387" y="477584"/>
                  </a:lnTo>
                  <a:lnTo>
                    <a:pt x="508863" y="496000"/>
                  </a:lnTo>
                  <a:lnTo>
                    <a:pt x="445917" y="514613"/>
                  </a:lnTo>
                  <a:lnTo>
                    <a:pt x="415142" y="523287"/>
                  </a:lnTo>
                  <a:lnTo>
                    <a:pt x="352196" y="537956"/>
                  </a:lnTo>
                  <a:lnTo>
                    <a:pt x="283672" y="547167"/>
                  </a:lnTo>
                  <a:lnTo>
                    <a:pt x="245924" y="549019"/>
                  </a:lnTo>
                  <a:lnTo>
                    <a:pt x="205107" y="548658"/>
                  </a:lnTo>
                  <a:lnTo>
                    <a:pt x="160664" y="545801"/>
                  </a:lnTo>
                  <a:lnTo>
                    <a:pt x="112037" y="540166"/>
                  </a:lnTo>
                  <a:lnTo>
                    <a:pt x="58668" y="531470"/>
                  </a:lnTo>
                  <a:lnTo>
                    <a:pt x="0" y="519430"/>
                  </a:lnTo>
                  <a:lnTo>
                    <a:pt x="0" y="0"/>
                  </a:lnTo>
                  <a:close/>
                </a:path>
              </a:pathLst>
            </a:custGeom>
            <a:ln w="12192">
              <a:solidFill>
                <a:srgbClr val="000000"/>
              </a:solidFill>
            </a:ln>
          </p:spPr>
          <p:txBody>
            <a:bodyPr wrap="square" lIns="0" tIns="0" rIns="0" bIns="0" rtlCol="0"/>
            <a:lstStyle/>
            <a:p>
              <a:endParaRPr/>
            </a:p>
          </p:txBody>
        </p:sp>
        <p:pic>
          <p:nvPicPr>
            <p:cNvPr id="114" name="object 69">
              <a:extLst>
                <a:ext uri="{FF2B5EF4-FFF2-40B4-BE49-F238E27FC236}">
                  <a16:creationId xmlns:a16="http://schemas.microsoft.com/office/drawing/2014/main" id="{0E252653-46CD-A9F8-1F78-B02D8078E2C4}"/>
                </a:ext>
              </a:extLst>
            </p:cNvPr>
            <p:cNvPicPr/>
            <p:nvPr/>
          </p:nvPicPr>
          <p:blipFill>
            <a:blip r:embed="rId20" cstate="print"/>
            <a:stretch>
              <a:fillRect/>
            </a:stretch>
          </p:blipFill>
          <p:spPr>
            <a:xfrm>
              <a:off x="6859524" y="2798063"/>
              <a:ext cx="876300" cy="565403"/>
            </a:xfrm>
            <a:prstGeom prst="rect">
              <a:avLst/>
            </a:prstGeom>
          </p:spPr>
        </p:pic>
        <p:sp>
          <p:nvSpPr>
            <p:cNvPr id="115" name="object 70">
              <a:extLst>
                <a:ext uri="{FF2B5EF4-FFF2-40B4-BE49-F238E27FC236}">
                  <a16:creationId xmlns:a16="http://schemas.microsoft.com/office/drawing/2014/main" id="{A508A867-FE4A-B976-5644-A8604FFF3AA9}"/>
                </a:ext>
              </a:extLst>
            </p:cNvPr>
            <p:cNvSpPr/>
            <p:nvPr/>
          </p:nvSpPr>
          <p:spPr>
            <a:xfrm>
              <a:off x="6841236" y="2831591"/>
              <a:ext cx="861060" cy="549275"/>
            </a:xfrm>
            <a:custGeom>
              <a:avLst/>
              <a:gdLst/>
              <a:ahLst/>
              <a:cxnLst/>
              <a:rect l="l" t="t" r="r" b="b"/>
              <a:pathLst>
                <a:path w="861059" h="549275">
                  <a:moveTo>
                    <a:pt x="861060" y="0"/>
                  </a:moveTo>
                  <a:lnTo>
                    <a:pt x="0" y="0"/>
                  </a:lnTo>
                  <a:lnTo>
                    <a:pt x="0" y="519430"/>
                  </a:lnTo>
                  <a:lnTo>
                    <a:pt x="58668" y="531470"/>
                  </a:lnTo>
                  <a:lnTo>
                    <a:pt x="112037" y="540166"/>
                  </a:lnTo>
                  <a:lnTo>
                    <a:pt x="160664" y="545801"/>
                  </a:lnTo>
                  <a:lnTo>
                    <a:pt x="205107" y="548658"/>
                  </a:lnTo>
                  <a:lnTo>
                    <a:pt x="245924" y="549019"/>
                  </a:lnTo>
                  <a:lnTo>
                    <a:pt x="283672" y="547167"/>
                  </a:lnTo>
                  <a:lnTo>
                    <a:pt x="352196" y="537956"/>
                  </a:lnTo>
                  <a:lnTo>
                    <a:pt x="415142" y="523287"/>
                  </a:lnTo>
                  <a:lnTo>
                    <a:pt x="508863" y="496000"/>
                  </a:lnTo>
                  <a:lnTo>
                    <a:pt x="542148" y="486626"/>
                  </a:lnTo>
                  <a:lnTo>
                    <a:pt x="615135" y="469158"/>
                  </a:lnTo>
                  <a:lnTo>
                    <a:pt x="655952" y="461629"/>
                  </a:lnTo>
                  <a:lnTo>
                    <a:pt x="700395" y="455282"/>
                  </a:lnTo>
                  <a:lnTo>
                    <a:pt x="749022" y="450397"/>
                  </a:lnTo>
                  <a:lnTo>
                    <a:pt x="802391" y="447259"/>
                  </a:lnTo>
                  <a:lnTo>
                    <a:pt x="861060" y="446150"/>
                  </a:lnTo>
                  <a:lnTo>
                    <a:pt x="861060" y="0"/>
                  </a:lnTo>
                  <a:close/>
                </a:path>
              </a:pathLst>
            </a:custGeom>
            <a:solidFill>
              <a:srgbClr val="DDDDDD"/>
            </a:solidFill>
          </p:spPr>
          <p:txBody>
            <a:bodyPr wrap="square" lIns="0" tIns="0" rIns="0" bIns="0" rtlCol="0"/>
            <a:lstStyle/>
            <a:p>
              <a:endParaRPr/>
            </a:p>
          </p:txBody>
        </p:sp>
        <p:sp>
          <p:nvSpPr>
            <p:cNvPr id="116" name="object 71">
              <a:extLst>
                <a:ext uri="{FF2B5EF4-FFF2-40B4-BE49-F238E27FC236}">
                  <a16:creationId xmlns:a16="http://schemas.microsoft.com/office/drawing/2014/main" id="{6C783F46-BED7-5839-3730-B6A1AE1DB747}"/>
                </a:ext>
              </a:extLst>
            </p:cNvPr>
            <p:cNvSpPr/>
            <p:nvPr/>
          </p:nvSpPr>
          <p:spPr>
            <a:xfrm>
              <a:off x="6841236" y="2831591"/>
              <a:ext cx="861060" cy="549275"/>
            </a:xfrm>
            <a:custGeom>
              <a:avLst/>
              <a:gdLst/>
              <a:ahLst/>
              <a:cxnLst/>
              <a:rect l="l" t="t" r="r" b="b"/>
              <a:pathLst>
                <a:path w="861059" h="549275">
                  <a:moveTo>
                    <a:pt x="0" y="0"/>
                  </a:moveTo>
                  <a:lnTo>
                    <a:pt x="861060" y="0"/>
                  </a:lnTo>
                  <a:lnTo>
                    <a:pt x="861060" y="446150"/>
                  </a:lnTo>
                  <a:lnTo>
                    <a:pt x="802391" y="447259"/>
                  </a:lnTo>
                  <a:lnTo>
                    <a:pt x="749022" y="450397"/>
                  </a:lnTo>
                  <a:lnTo>
                    <a:pt x="700395" y="455282"/>
                  </a:lnTo>
                  <a:lnTo>
                    <a:pt x="655952" y="461629"/>
                  </a:lnTo>
                  <a:lnTo>
                    <a:pt x="615135" y="469158"/>
                  </a:lnTo>
                  <a:lnTo>
                    <a:pt x="577387" y="477584"/>
                  </a:lnTo>
                  <a:lnTo>
                    <a:pt x="508863" y="496000"/>
                  </a:lnTo>
                  <a:lnTo>
                    <a:pt x="445917" y="514613"/>
                  </a:lnTo>
                  <a:lnTo>
                    <a:pt x="415142" y="523287"/>
                  </a:lnTo>
                  <a:lnTo>
                    <a:pt x="352196" y="537956"/>
                  </a:lnTo>
                  <a:lnTo>
                    <a:pt x="283672" y="547167"/>
                  </a:lnTo>
                  <a:lnTo>
                    <a:pt x="245924" y="549019"/>
                  </a:lnTo>
                  <a:lnTo>
                    <a:pt x="205107" y="548658"/>
                  </a:lnTo>
                  <a:lnTo>
                    <a:pt x="160664" y="545801"/>
                  </a:lnTo>
                  <a:lnTo>
                    <a:pt x="112037" y="540166"/>
                  </a:lnTo>
                  <a:lnTo>
                    <a:pt x="58668" y="531470"/>
                  </a:lnTo>
                  <a:lnTo>
                    <a:pt x="0" y="519430"/>
                  </a:lnTo>
                  <a:lnTo>
                    <a:pt x="0" y="0"/>
                  </a:lnTo>
                  <a:close/>
                </a:path>
              </a:pathLst>
            </a:custGeom>
            <a:ln w="12192">
              <a:solidFill>
                <a:srgbClr val="000000"/>
              </a:solidFill>
            </a:ln>
          </p:spPr>
          <p:txBody>
            <a:bodyPr wrap="square" lIns="0" tIns="0" rIns="0" bIns="0" rtlCol="0"/>
            <a:lstStyle/>
            <a:p>
              <a:endParaRPr/>
            </a:p>
          </p:txBody>
        </p:sp>
        <p:pic>
          <p:nvPicPr>
            <p:cNvPr id="117" name="object 72">
              <a:extLst>
                <a:ext uri="{FF2B5EF4-FFF2-40B4-BE49-F238E27FC236}">
                  <a16:creationId xmlns:a16="http://schemas.microsoft.com/office/drawing/2014/main" id="{8CB472AA-4595-5034-60AC-0D92C6FF4D2B}"/>
                </a:ext>
              </a:extLst>
            </p:cNvPr>
            <p:cNvPicPr/>
            <p:nvPr/>
          </p:nvPicPr>
          <p:blipFill>
            <a:blip r:embed="rId20" cstate="print"/>
            <a:stretch>
              <a:fillRect/>
            </a:stretch>
          </p:blipFill>
          <p:spPr>
            <a:xfrm>
              <a:off x="6734556" y="2910839"/>
              <a:ext cx="876300" cy="565403"/>
            </a:xfrm>
            <a:prstGeom prst="rect">
              <a:avLst/>
            </a:prstGeom>
          </p:spPr>
        </p:pic>
        <p:sp>
          <p:nvSpPr>
            <p:cNvPr id="118" name="object 73">
              <a:extLst>
                <a:ext uri="{FF2B5EF4-FFF2-40B4-BE49-F238E27FC236}">
                  <a16:creationId xmlns:a16="http://schemas.microsoft.com/office/drawing/2014/main" id="{8B5C7A59-5EE8-6685-FB3C-853660A9FA89}"/>
                </a:ext>
              </a:extLst>
            </p:cNvPr>
            <p:cNvSpPr/>
            <p:nvPr/>
          </p:nvSpPr>
          <p:spPr>
            <a:xfrm>
              <a:off x="6716268" y="2944367"/>
              <a:ext cx="861060" cy="549275"/>
            </a:xfrm>
            <a:custGeom>
              <a:avLst/>
              <a:gdLst/>
              <a:ahLst/>
              <a:cxnLst/>
              <a:rect l="l" t="t" r="r" b="b"/>
              <a:pathLst>
                <a:path w="861059" h="549275">
                  <a:moveTo>
                    <a:pt x="861059" y="0"/>
                  </a:moveTo>
                  <a:lnTo>
                    <a:pt x="0" y="0"/>
                  </a:lnTo>
                  <a:lnTo>
                    <a:pt x="0" y="519430"/>
                  </a:lnTo>
                  <a:lnTo>
                    <a:pt x="58668" y="531470"/>
                  </a:lnTo>
                  <a:lnTo>
                    <a:pt x="112037" y="540166"/>
                  </a:lnTo>
                  <a:lnTo>
                    <a:pt x="160664" y="545801"/>
                  </a:lnTo>
                  <a:lnTo>
                    <a:pt x="205107" y="548658"/>
                  </a:lnTo>
                  <a:lnTo>
                    <a:pt x="245924" y="549019"/>
                  </a:lnTo>
                  <a:lnTo>
                    <a:pt x="283672" y="547167"/>
                  </a:lnTo>
                  <a:lnTo>
                    <a:pt x="352196" y="537956"/>
                  </a:lnTo>
                  <a:lnTo>
                    <a:pt x="415142" y="523287"/>
                  </a:lnTo>
                  <a:lnTo>
                    <a:pt x="508863" y="496000"/>
                  </a:lnTo>
                  <a:lnTo>
                    <a:pt x="542148" y="486626"/>
                  </a:lnTo>
                  <a:lnTo>
                    <a:pt x="615135" y="469158"/>
                  </a:lnTo>
                  <a:lnTo>
                    <a:pt x="655952" y="461629"/>
                  </a:lnTo>
                  <a:lnTo>
                    <a:pt x="700395" y="455282"/>
                  </a:lnTo>
                  <a:lnTo>
                    <a:pt x="749022" y="450397"/>
                  </a:lnTo>
                  <a:lnTo>
                    <a:pt x="802391" y="447259"/>
                  </a:lnTo>
                  <a:lnTo>
                    <a:pt x="861059" y="446151"/>
                  </a:lnTo>
                  <a:lnTo>
                    <a:pt x="861059" y="0"/>
                  </a:lnTo>
                  <a:close/>
                </a:path>
              </a:pathLst>
            </a:custGeom>
            <a:solidFill>
              <a:srgbClr val="EAEAEA"/>
            </a:solidFill>
          </p:spPr>
          <p:txBody>
            <a:bodyPr wrap="square" lIns="0" tIns="0" rIns="0" bIns="0" rtlCol="0"/>
            <a:lstStyle/>
            <a:p>
              <a:endParaRPr/>
            </a:p>
          </p:txBody>
        </p:sp>
        <p:sp>
          <p:nvSpPr>
            <p:cNvPr id="119" name="object 74">
              <a:extLst>
                <a:ext uri="{FF2B5EF4-FFF2-40B4-BE49-F238E27FC236}">
                  <a16:creationId xmlns:a16="http://schemas.microsoft.com/office/drawing/2014/main" id="{12ECA5EE-0F46-68FC-CD6E-5A7667C95B43}"/>
                </a:ext>
              </a:extLst>
            </p:cNvPr>
            <p:cNvSpPr/>
            <p:nvPr/>
          </p:nvSpPr>
          <p:spPr>
            <a:xfrm>
              <a:off x="6716268" y="2944367"/>
              <a:ext cx="861060" cy="549275"/>
            </a:xfrm>
            <a:custGeom>
              <a:avLst/>
              <a:gdLst/>
              <a:ahLst/>
              <a:cxnLst/>
              <a:rect l="l" t="t" r="r" b="b"/>
              <a:pathLst>
                <a:path w="861059" h="549275">
                  <a:moveTo>
                    <a:pt x="0" y="0"/>
                  </a:moveTo>
                  <a:lnTo>
                    <a:pt x="861059" y="0"/>
                  </a:lnTo>
                  <a:lnTo>
                    <a:pt x="861059" y="446151"/>
                  </a:lnTo>
                  <a:lnTo>
                    <a:pt x="802391" y="447259"/>
                  </a:lnTo>
                  <a:lnTo>
                    <a:pt x="749022" y="450397"/>
                  </a:lnTo>
                  <a:lnTo>
                    <a:pt x="700395" y="455282"/>
                  </a:lnTo>
                  <a:lnTo>
                    <a:pt x="655952" y="461629"/>
                  </a:lnTo>
                  <a:lnTo>
                    <a:pt x="615135" y="469158"/>
                  </a:lnTo>
                  <a:lnTo>
                    <a:pt x="577387" y="477584"/>
                  </a:lnTo>
                  <a:lnTo>
                    <a:pt x="508863" y="496000"/>
                  </a:lnTo>
                  <a:lnTo>
                    <a:pt x="445917" y="514613"/>
                  </a:lnTo>
                  <a:lnTo>
                    <a:pt x="415142" y="523287"/>
                  </a:lnTo>
                  <a:lnTo>
                    <a:pt x="352196" y="537956"/>
                  </a:lnTo>
                  <a:lnTo>
                    <a:pt x="283672" y="547167"/>
                  </a:lnTo>
                  <a:lnTo>
                    <a:pt x="245924" y="549019"/>
                  </a:lnTo>
                  <a:lnTo>
                    <a:pt x="205107" y="548658"/>
                  </a:lnTo>
                  <a:lnTo>
                    <a:pt x="160664" y="545801"/>
                  </a:lnTo>
                  <a:lnTo>
                    <a:pt x="112037" y="540166"/>
                  </a:lnTo>
                  <a:lnTo>
                    <a:pt x="58668" y="531470"/>
                  </a:lnTo>
                  <a:lnTo>
                    <a:pt x="0" y="519430"/>
                  </a:lnTo>
                  <a:lnTo>
                    <a:pt x="0" y="0"/>
                  </a:lnTo>
                  <a:close/>
                </a:path>
              </a:pathLst>
            </a:custGeom>
            <a:ln w="12192">
              <a:solidFill>
                <a:srgbClr val="000000"/>
              </a:solidFill>
            </a:ln>
          </p:spPr>
          <p:txBody>
            <a:bodyPr wrap="square" lIns="0" tIns="0" rIns="0" bIns="0" rtlCol="0"/>
            <a:lstStyle/>
            <a:p>
              <a:endParaRPr/>
            </a:p>
          </p:txBody>
        </p:sp>
        <p:sp>
          <p:nvSpPr>
            <p:cNvPr id="120" name="object 75">
              <a:extLst>
                <a:ext uri="{FF2B5EF4-FFF2-40B4-BE49-F238E27FC236}">
                  <a16:creationId xmlns:a16="http://schemas.microsoft.com/office/drawing/2014/main" id="{45A41830-642A-A2BD-E907-563C885B8B8A}"/>
                </a:ext>
              </a:extLst>
            </p:cNvPr>
            <p:cNvSpPr/>
            <p:nvPr/>
          </p:nvSpPr>
          <p:spPr>
            <a:xfrm>
              <a:off x="8133588" y="2720339"/>
              <a:ext cx="861060" cy="549275"/>
            </a:xfrm>
            <a:custGeom>
              <a:avLst/>
              <a:gdLst/>
              <a:ahLst/>
              <a:cxnLst/>
              <a:rect l="l" t="t" r="r" b="b"/>
              <a:pathLst>
                <a:path w="861059" h="549275">
                  <a:moveTo>
                    <a:pt x="861059" y="0"/>
                  </a:moveTo>
                  <a:lnTo>
                    <a:pt x="0" y="0"/>
                  </a:lnTo>
                  <a:lnTo>
                    <a:pt x="0" y="519430"/>
                  </a:lnTo>
                  <a:lnTo>
                    <a:pt x="58668" y="531470"/>
                  </a:lnTo>
                  <a:lnTo>
                    <a:pt x="112037" y="540166"/>
                  </a:lnTo>
                  <a:lnTo>
                    <a:pt x="160664" y="545801"/>
                  </a:lnTo>
                  <a:lnTo>
                    <a:pt x="205107" y="548658"/>
                  </a:lnTo>
                  <a:lnTo>
                    <a:pt x="245924" y="549019"/>
                  </a:lnTo>
                  <a:lnTo>
                    <a:pt x="283672" y="547167"/>
                  </a:lnTo>
                  <a:lnTo>
                    <a:pt x="352196" y="537956"/>
                  </a:lnTo>
                  <a:lnTo>
                    <a:pt x="415142" y="523287"/>
                  </a:lnTo>
                  <a:lnTo>
                    <a:pt x="508863" y="496000"/>
                  </a:lnTo>
                  <a:lnTo>
                    <a:pt x="542148" y="486626"/>
                  </a:lnTo>
                  <a:lnTo>
                    <a:pt x="615135" y="469158"/>
                  </a:lnTo>
                  <a:lnTo>
                    <a:pt x="655952" y="461629"/>
                  </a:lnTo>
                  <a:lnTo>
                    <a:pt x="700395" y="455282"/>
                  </a:lnTo>
                  <a:lnTo>
                    <a:pt x="749022" y="450397"/>
                  </a:lnTo>
                  <a:lnTo>
                    <a:pt x="802391" y="447259"/>
                  </a:lnTo>
                  <a:lnTo>
                    <a:pt x="861059" y="446150"/>
                  </a:lnTo>
                  <a:lnTo>
                    <a:pt x="861059" y="0"/>
                  </a:lnTo>
                  <a:close/>
                </a:path>
              </a:pathLst>
            </a:custGeom>
            <a:solidFill>
              <a:srgbClr val="C0C0C0"/>
            </a:solidFill>
          </p:spPr>
          <p:txBody>
            <a:bodyPr wrap="square" lIns="0" tIns="0" rIns="0" bIns="0" rtlCol="0"/>
            <a:lstStyle/>
            <a:p>
              <a:endParaRPr/>
            </a:p>
          </p:txBody>
        </p:sp>
        <p:sp>
          <p:nvSpPr>
            <p:cNvPr id="121" name="object 76">
              <a:extLst>
                <a:ext uri="{FF2B5EF4-FFF2-40B4-BE49-F238E27FC236}">
                  <a16:creationId xmlns:a16="http://schemas.microsoft.com/office/drawing/2014/main" id="{ADA9941F-F9AD-BC5A-606F-089A213EC03F}"/>
                </a:ext>
              </a:extLst>
            </p:cNvPr>
            <p:cNvSpPr/>
            <p:nvPr/>
          </p:nvSpPr>
          <p:spPr>
            <a:xfrm>
              <a:off x="8133588" y="2720339"/>
              <a:ext cx="861060" cy="549275"/>
            </a:xfrm>
            <a:custGeom>
              <a:avLst/>
              <a:gdLst/>
              <a:ahLst/>
              <a:cxnLst/>
              <a:rect l="l" t="t" r="r" b="b"/>
              <a:pathLst>
                <a:path w="861059" h="549275">
                  <a:moveTo>
                    <a:pt x="0" y="0"/>
                  </a:moveTo>
                  <a:lnTo>
                    <a:pt x="861059" y="0"/>
                  </a:lnTo>
                  <a:lnTo>
                    <a:pt x="861059" y="446150"/>
                  </a:lnTo>
                  <a:lnTo>
                    <a:pt x="802391" y="447259"/>
                  </a:lnTo>
                  <a:lnTo>
                    <a:pt x="749022" y="450397"/>
                  </a:lnTo>
                  <a:lnTo>
                    <a:pt x="700395" y="455282"/>
                  </a:lnTo>
                  <a:lnTo>
                    <a:pt x="655952" y="461629"/>
                  </a:lnTo>
                  <a:lnTo>
                    <a:pt x="615135" y="469158"/>
                  </a:lnTo>
                  <a:lnTo>
                    <a:pt x="577387" y="477584"/>
                  </a:lnTo>
                  <a:lnTo>
                    <a:pt x="508863" y="496000"/>
                  </a:lnTo>
                  <a:lnTo>
                    <a:pt x="445917" y="514613"/>
                  </a:lnTo>
                  <a:lnTo>
                    <a:pt x="415142" y="523287"/>
                  </a:lnTo>
                  <a:lnTo>
                    <a:pt x="352196" y="537956"/>
                  </a:lnTo>
                  <a:lnTo>
                    <a:pt x="283672" y="547167"/>
                  </a:lnTo>
                  <a:lnTo>
                    <a:pt x="245924" y="549019"/>
                  </a:lnTo>
                  <a:lnTo>
                    <a:pt x="205107" y="548658"/>
                  </a:lnTo>
                  <a:lnTo>
                    <a:pt x="160664" y="545801"/>
                  </a:lnTo>
                  <a:lnTo>
                    <a:pt x="112037" y="540166"/>
                  </a:lnTo>
                  <a:lnTo>
                    <a:pt x="58668" y="531470"/>
                  </a:lnTo>
                  <a:lnTo>
                    <a:pt x="0" y="519430"/>
                  </a:lnTo>
                  <a:lnTo>
                    <a:pt x="0" y="0"/>
                  </a:lnTo>
                  <a:close/>
                </a:path>
              </a:pathLst>
            </a:custGeom>
            <a:ln w="12192">
              <a:solidFill>
                <a:srgbClr val="000000"/>
              </a:solidFill>
            </a:ln>
          </p:spPr>
          <p:txBody>
            <a:bodyPr wrap="square" lIns="0" tIns="0" rIns="0" bIns="0" rtlCol="0"/>
            <a:lstStyle/>
            <a:p>
              <a:endParaRPr/>
            </a:p>
          </p:txBody>
        </p:sp>
        <p:pic>
          <p:nvPicPr>
            <p:cNvPr id="122" name="object 77">
              <a:extLst>
                <a:ext uri="{FF2B5EF4-FFF2-40B4-BE49-F238E27FC236}">
                  <a16:creationId xmlns:a16="http://schemas.microsoft.com/office/drawing/2014/main" id="{F6DA5830-9B46-CD5C-54D4-2486FB84499C}"/>
                </a:ext>
              </a:extLst>
            </p:cNvPr>
            <p:cNvPicPr/>
            <p:nvPr/>
          </p:nvPicPr>
          <p:blipFill>
            <a:blip r:embed="rId20" cstate="print"/>
            <a:stretch>
              <a:fillRect/>
            </a:stretch>
          </p:blipFill>
          <p:spPr>
            <a:xfrm>
              <a:off x="8028432" y="2798063"/>
              <a:ext cx="876300" cy="565403"/>
            </a:xfrm>
            <a:prstGeom prst="rect">
              <a:avLst/>
            </a:prstGeom>
          </p:spPr>
        </p:pic>
        <p:sp>
          <p:nvSpPr>
            <p:cNvPr id="123" name="object 78">
              <a:extLst>
                <a:ext uri="{FF2B5EF4-FFF2-40B4-BE49-F238E27FC236}">
                  <a16:creationId xmlns:a16="http://schemas.microsoft.com/office/drawing/2014/main" id="{766A7A08-A5A0-1B6F-CDAC-80CE69481938}"/>
                </a:ext>
              </a:extLst>
            </p:cNvPr>
            <p:cNvSpPr/>
            <p:nvPr/>
          </p:nvSpPr>
          <p:spPr>
            <a:xfrm>
              <a:off x="8010144" y="2831591"/>
              <a:ext cx="861060" cy="549275"/>
            </a:xfrm>
            <a:custGeom>
              <a:avLst/>
              <a:gdLst/>
              <a:ahLst/>
              <a:cxnLst/>
              <a:rect l="l" t="t" r="r" b="b"/>
              <a:pathLst>
                <a:path w="861059" h="549275">
                  <a:moveTo>
                    <a:pt x="861059" y="0"/>
                  </a:moveTo>
                  <a:lnTo>
                    <a:pt x="0" y="0"/>
                  </a:lnTo>
                  <a:lnTo>
                    <a:pt x="0" y="519430"/>
                  </a:lnTo>
                  <a:lnTo>
                    <a:pt x="58668" y="531470"/>
                  </a:lnTo>
                  <a:lnTo>
                    <a:pt x="112037" y="540166"/>
                  </a:lnTo>
                  <a:lnTo>
                    <a:pt x="160664" y="545801"/>
                  </a:lnTo>
                  <a:lnTo>
                    <a:pt x="205107" y="548658"/>
                  </a:lnTo>
                  <a:lnTo>
                    <a:pt x="245924" y="549019"/>
                  </a:lnTo>
                  <a:lnTo>
                    <a:pt x="283672" y="547167"/>
                  </a:lnTo>
                  <a:lnTo>
                    <a:pt x="352196" y="537956"/>
                  </a:lnTo>
                  <a:lnTo>
                    <a:pt x="415142" y="523287"/>
                  </a:lnTo>
                  <a:lnTo>
                    <a:pt x="508863" y="496000"/>
                  </a:lnTo>
                  <a:lnTo>
                    <a:pt x="542148" y="486626"/>
                  </a:lnTo>
                  <a:lnTo>
                    <a:pt x="615135" y="469158"/>
                  </a:lnTo>
                  <a:lnTo>
                    <a:pt x="655952" y="461629"/>
                  </a:lnTo>
                  <a:lnTo>
                    <a:pt x="700395" y="455282"/>
                  </a:lnTo>
                  <a:lnTo>
                    <a:pt x="749022" y="450397"/>
                  </a:lnTo>
                  <a:lnTo>
                    <a:pt x="802391" y="447259"/>
                  </a:lnTo>
                  <a:lnTo>
                    <a:pt x="861059" y="446150"/>
                  </a:lnTo>
                  <a:lnTo>
                    <a:pt x="861059" y="0"/>
                  </a:lnTo>
                  <a:close/>
                </a:path>
              </a:pathLst>
            </a:custGeom>
            <a:solidFill>
              <a:srgbClr val="DDDDDD"/>
            </a:solidFill>
          </p:spPr>
          <p:txBody>
            <a:bodyPr wrap="square" lIns="0" tIns="0" rIns="0" bIns="0" rtlCol="0"/>
            <a:lstStyle/>
            <a:p>
              <a:endParaRPr/>
            </a:p>
          </p:txBody>
        </p:sp>
        <p:sp>
          <p:nvSpPr>
            <p:cNvPr id="124" name="object 79">
              <a:extLst>
                <a:ext uri="{FF2B5EF4-FFF2-40B4-BE49-F238E27FC236}">
                  <a16:creationId xmlns:a16="http://schemas.microsoft.com/office/drawing/2014/main" id="{264650C2-525F-C055-A12F-D634D35643BA}"/>
                </a:ext>
              </a:extLst>
            </p:cNvPr>
            <p:cNvSpPr/>
            <p:nvPr/>
          </p:nvSpPr>
          <p:spPr>
            <a:xfrm>
              <a:off x="8010144" y="2831591"/>
              <a:ext cx="861060" cy="549275"/>
            </a:xfrm>
            <a:custGeom>
              <a:avLst/>
              <a:gdLst/>
              <a:ahLst/>
              <a:cxnLst/>
              <a:rect l="l" t="t" r="r" b="b"/>
              <a:pathLst>
                <a:path w="861059" h="549275">
                  <a:moveTo>
                    <a:pt x="0" y="0"/>
                  </a:moveTo>
                  <a:lnTo>
                    <a:pt x="861059" y="0"/>
                  </a:lnTo>
                  <a:lnTo>
                    <a:pt x="861059" y="446150"/>
                  </a:lnTo>
                  <a:lnTo>
                    <a:pt x="802391" y="447259"/>
                  </a:lnTo>
                  <a:lnTo>
                    <a:pt x="749022" y="450397"/>
                  </a:lnTo>
                  <a:lnTo>
                    <a:pt x="700395" y="455282"/>
                  </a:lnTo>
                  <a:lnTo>
                    <a:pt x="655952" y="461629"/>
                  </a:lnTo>
                  <a:lnTo>
                    <a:pt x="615135" y="469158"/>
                  </a:lnTo>
                  <a:lnTo>
                    <a:pt x="577387" y="477584"/>
                  </a:lnTo>
                  <a:lnTo>
                    <a:pt x="508863" y="496000"/>
                  </a:lnTo>
                  <a:lnTo>
                    <a:pt x="445917" y="514613"/>
                  </a:lnTo>
                  <a:lnTo>
                    <a:pt x="415142" y="523287"/>
                  </a:lnTo>
                  <a:lnTo>
                    <a:pt x="352196" y="537956"/>
                  </a:lnTo>
                  <a:lnTo>
                    <a:pt x="283672" y="547167"/>
                  </a:lnTo>
                  <a:lnTo>
                    <a:pt x="245924" y="549019"/>
                  </a:lnTo>
                  <a:lnTo>
                    <a:pt x="205107" y="548658"/>
                  </a:lnTo>
                  <a:lnTo>
                    <a:pt x="160664" y="545801"/>
                  </a:lnTo>
                  <a:lnTo>
                    <a:pt x="112037" y="540166"/>
                  </a:lnTo>
                  <a:lnTo>
                    <a:pt x="58668" y="531470"/>
                  </a:lnTo>
                  <a:lnTo>
                    <a:pt x="0" y="519430"/>
                  </a:lnTo>
                  <a:lnTo>
                    <a:pt x="0" y="0"/>
                  </a:lnTo>
                  <a:close/>
                </a:path>
              </a:pathLst>
            </a:custGeom>
            <a:ln w="12192">
              <a:solidFill>
                <a:srgbClr val="000000"/>
              </a:solidFill>
            </a:ln>
          </p:spPr>
          <p:txBody>
            <a:bodyPr wrap="square" lIns="0" tIns="0" rIns="0" bIns="0" rtlCol="0"/>
            <a:lstStyle/>
            <a:p>
              <a:endParaRPr/>
            </a:p>
          </p:txBody>
        </p:sp>
        <p:pic>
          <p:nvPicPr>
            <p:cNvPr id="125" name="object 80">
              <a:extLst>
                <a:ext uri="{FF2B5EF4-FFF2-40B4-BE49-F238E27FC236}">
                  <a16:creationId xmlns:a16="http://schemas.microsoft.com/office/drawing/2014/main" id="{5B556878-7F89-FFEE-0738-0C64EF23AA5A}"/>
                </a:ext>
              </a:extLst>
            </p:cNvPr>
            <p:cNvPicPr/>
            <p:nvPr/>
          </p:nvPicPr>
          <p:blipFill>
            <a:blip r:embed="rId20" cstate="print"/>
            <a:stretch>
              <a:fillRect/>
            </a:stretch>
          </p:blipFill>
          <p:spPr>
            <a:xfrm>
              <a:off x="7903464" y="2910839"/>
              <a:ext cx="876300" cy="565403"/>
            </a:xfrm>
            <a:prstGeom prst="rect">
              <a:avLst/>
            </a:prstGeom>
          </p:spPr>
        </p:pic>
        <p:sp>
          <p:nvSpPr>
            <p:cNvPr id="126" name="object 81">
              <a:extLst>
                <a:ext uri="{FF2B5EF4-FFF2-40B4-BE49-F238E27FC236}">
                  <a16:creationId xmlns:a16="http://schemas.microsoft.com/office/drawing/2014/main" id="{1F92F19F-0C15-3825-021B-0C4697067573}"/>
                </a:ext>
              </a:extLst>
            </p:cNvPr>
            <p:cNvSpPr/>
            <p:nvPr/>
          </p:nvSpPr>
          <p:spPr>
            <a:xfrm>
              <a:off x="7885176" y="2944367"/>
              <a:ext cx="861060" cy="549275"/>
            </a:xfrm>
            <a:custGeom>
              <a:avLst/>
              <a:gdLst/>
              <a:ahLst/>
              <a:cxnLst/>
              <a:rect l="l" t="t" r="r" b="b"/>
              <a:pathLst>
                <a:path w="861059" h="549275">
                  <a:moveTo>
                    <a:pt x="861059" y="0"/>
                  </a:moveTo>
                  <a:lnTo>
                    <a:pt x="0" y="0"/>
                  </a:lnTo>
                  <a:lnTo>
                    <a:pt x="0" y="519430"/>
                  </a:lnTo>
                  <a:lnTo>
                    <a:pt x="58668" y="531470"/>
                  </a:lnTo>
                  <a:lnTo>
                    <a:pt x="112037" y="540166"/>
                  </a:lnTo>
                  <a:lnTo>
                    <a:pt x="160664" y="545801"/>
                  </a:lnTo>
                  <a:lnTo>
                    <a:pt x="205107" y="548658"/>
                  </a:lnTo>
                  <a:lnTo>
                    <a:pt x="245924" y="549019"/>
                  </a:lnTo>
                  <a:lnTo>
                    <a:pt x="283672" y="547167"/>
                  </a:lnTo>
                  <a:lnTo>
                    <a:pt x="352196" y="537956"/>
                  </a:lnTo>
                  <a:lnTo>
                    <a:pt x="415142" y="523287"/>
                  </a:lnTo>
                  <a:lnTo>
                    <a:pt x="508863" y="496000"/>
                  </a:lnTo>
                  <a:lnTo>
                    <a:pt x="542148" y="486626"/>
                  </a:lnTo>
                  <a:lnTo>
                    <a:pt x="615135" y="469158"/>
                  </a:lnTo>
                  <a:lnTo>
                    <a:pt x="655952" y="461629"/>
                  </a:lnTo>
                  <a:lnTo>
                    <a:pt x="700395" y="455282"/>
                  </a:lnTo>
                  <a:lnTo>
                    <a:pt x="749022" y="450397"/>
                  </a:lnTo>
                  <a:lnTo>
                    <a:pt x="802391" y="447259"/>
                  </a:lnTo>
                  <a:lnTo>
                    <a:pt x="861059" y="446151"/>
                  </a:lnTo>
                  <a:lnTo>
                    <a:pt x="861059" y="0"/>
                  </a:lnTo>
                  <a:close/>
                </a:path>
              </a:pathLst>
            </a:custGeom>
            <a:solidFill>
              <a:srgbClr val="EAEAEA"/>
            </a:solidFill>
          </p:spPr>
          <p:txBody>
            <a:bodyPr wrap="square" lIns="0" tIns="0" rIns="0" bIns="0" rtlCol="0"/>
            <a:lstStyle/>
            <a:p>
              <a:endParaRPr/>
            </a:p>
          </p:txBody>
        </p:sp>
        <p:sp>
          <p:nvSpPr>
            <p:cNvPr id="127" name="object 82">
              <a:extLst>
                <a:ext uri="{FF2B5EF4-FFF2-40B4-BE49-F238E27FC236}">
                  <a16:creationId xmlns:a16="http://schemas.microsoft.com/office/drawing/2014/main" id="{F918BEA4-C8F7-D9F1-47B8-8852B47D3ACF}"/>
                </a:ext>
              </a:extLst>
            </p:cNvPr>
            <p:cNvSpPr/>
            <p:nvPr/>
          </p:nvSpPr>
          <p:spPr>
            <a:xfrm>
              <a:off x="7885176" y="2944367"/>
              <a:ext cx="861060" cy="549275"/>
            </a:xfrm>
            <a:custGeom>
              <a:avLst/>
              <a:gdLst/>
              <a:ahLst/>
              <a:cxnLst/>
              <a:rect l="l" t="t" r="r" b="b"/>
              <a:pathLst>
                <a:path w="861059" h="549275">
                  <a:moveTo>
                    <a:pt x="0" y="0"/>
                  </a:moveTo>
                  <a:lnTo>
                    <a:pt x="861059" y="0"/>
                  </a:lnTo>
                  <a:lnTo>
                    <a:pt x="861059" y="446151"/>
                  </a:lnTo>
                  <a:lnTo>
                    <a:pt x="802391" y="447259"/>
                  </a:lnTo>
                  <a:lnTo>
                    <a:pt x="749022" y="450397"/>
                  </a:lnTo>
                  <a:lnTo>
                    <a:pt x="700395" y="455282"/>
                  </a:lnTo>
                  <a:lnTo>
                    <a:pt x="655952" y="461629"/>
                  </a:lnTo>
                  <a:lnTo>
                    <a:pt x="615135" y="469158"/>
                  </a:lnTo>
                  <a:lnTo>
                    <a:pt x="577387" y="477584"/>
                  </a:lnTo>
                  <a:lnTo>
                    <a:pt x="508863" y="496000"/>
                  </a:lnTo>
                  <a:lnTo>
                    <a:pt x="445917" y="514613"/>
                  </a:lnTo>
                  <a:lnTo>
                    <a:pt x="415142" y="523287"/>
                  </a:lnTo>
                  <a:lnTo>
                    <a:pt x="352196" y="537956"/>
                  </a:lnTo>
                  <a:lnTo>
                    <a:pt x="283672" y="547167"/>
                  </a:lnTo>
                  <a:lnTo>
                    <a:pt x="245924" y="549019"/>
                  </a:lnTo>
                  <a:lnTo>
                    <a:pt x="205107" y="548658"/>
                  </a:lnTo>
                  <a:lnTo>
                    <a:pt x="160664" y="545801"/>
                  </a:lnTo>
                  <a:lnTo>
                    <a:pt x="112037" y="540166"/>
                  </a:lnTo>
                  <a:lnTo>
                    <a:pt x="58668" y="531470"/>
                  </a:lnTo>
                  <a:lnTo>
                    <a:pt x="0" y="519430"/>
                  </a:lnTo>
                  <a:lnTo>
                    <a:pt x="0" y="0"/>
                  </a:lnTo>
                  <a:close/>
                </a:path>
              </a:pathLst>
            </a:custGeom>
            <a:ln w="12192">
              <a:solidFill>
                <a:srgbClr val="000000"/>
              </a:solidFill>
            </a:ln>
          </p:spPr>
          <p:txBody>
            <a:bodyPr wrap="square" lIns="0" tIns="0" rIns="0" bIns="0" rtlCol="0"/>
            <a:lstStyle/>
            <a:p>
              <a:endParaRPr/>
            </a:p>
          </p:txBody>
        </p:sp>
        <p:pic>
          <p:nvPicPr>
            <p:cNvPr id="128" name="object 83">
              <a:extLst>
                <a:ext uri="{FF2B5EF4-FFF2-40B4-BE49-F238E27FC236}">
                  <a16:creationId xmlns:a16="http://schemas.microsoft.com/office/drawing/2014/main" id="{F3B0CB35-0418-4F0D-D799-A60F5A55B7E4}"/>
                </a:ext>
              </a:extLst>
            </p:cNvPr>
            <p:cNvPicPr/>
            <p:nvPr/>
          </p:nvPicPr>
          <p:blipFill>
            <a:blip r:embed="rId21" cstate="print"/>
            <a:stretch>
              <a:fillRect/>
            </a:stretch>
          </p:blipFill>
          <p:spPr>
            <a:xfrm>
              <a:off x="7237476" y="4837175"/>
              <a:ext cx="1315212" cy="498348"/>
            </a:xfrm>
            <a:prstGeom prst="rect">
              <a:avLst/>
            </a:prstGeom>
          </p:spPr>
        </p:pic>
      </p:grpSp>
      <p:sp>
        <p:nvSpPr>
          <p:cNvPr id="129" name="object 84">
            <a:extLst>
              <a:ext uri="{FF2B5EF4-FFF2-40B4-BE49-F238E27FC236}">
                <a16:creationId xmlns:a16="http://schemas.microsoft.com/office/drawing/2014/main" id="{2B9B0E87-840C-200C-84BC-C3CC7D134E5D}"/>
              </a:ext>
            </a:extLst>
          </p:cNvPr>
          <p:cNvSpPr txBox="1"/>
          <p:nvPr/>
        </p:nvSpPr>
        <p:spPr>
          <a:xfrm>
            <a:off x="7432421" y="5067554"/>
            <a:ext cx="1036955" cy="285115"/>
          </a:xfrm>
          <a:prstGeom prst="rect">
            <a:avLst/>
          </a:prstGeom>
        </p:spPr>
        <p:txBody>
          <a:bodyPr vert="horz" wrap="square" lIns="0" tIns="12700" rIns="0" bIns="0" rtlCol="0">
            <a:spAutoFit/>
          </a:bodyPr>
          <a:lstStyle/>
          <a:p>
            <a:pPr marL="12700">
              <a:lnSpc>
                <a:spcPct val="100000"/>
              </a:lnSpc>
              <a:spcBef>
                <a:spcPts val="100"/>
              </a:spcBef>
            </a:pPr>
            <a:r>
              <a:rPr sz="1700" spc="-5" dirty="0">
                <a:solidFill>
                  <a:srgbClr val="000099"/>
                </a:solidFill>
                <a:latin typeface="Tahoma"/>
                <a:cs typeface="Tahoma"/>
              </a:rPr>
              <a:t>Production</a:t>
            </a:r>
            <a:endParaRPr sz="1700" dirty="0">
              <a:latin typeface="Tahoma"/>
              <a:cs typeface="Tahoma"/>
            </a:endParaRPr>
          </a:p>
        </p:txBody>
      </p:sp>
      <p:grpSp>
        <p:nvGrpSpPr>
          <p:cNvPr id="130" name="object 85">
            <a:extLst>
              <a:ext uri="{FF2B5EF4-FFF2-40B4-BE49-F238E27FC236}">
                <a16:creationId xmlns:a16="http://schemas.microsoft.com/office/drawing/2014/main" id="{D3C36225-942F-4093-8C35-3F78C2D6D438}"/>
              </a:ext>
            </a:extLst>
          </p:cNvPr>
          <p:cNvGrpSpPr/>
          <p:nvPr/>
        </p:nvGrpSpPr>
        <p:grpSpPr>
          <a:xfrm>
            <a:off x="7589012" y="2432812"/>
            <a:ext cx="889000" cy="760730"/>
            <a:chOff x="7517892" y="2260092"/>
            <a:chExt cx="889000" cy="760730"/>
          </a:xfrm>
        </p:grpSpPr>
        <p:pic>
          <p:nvPicPr>
            <p:cNvPr id="131" name="object 86">
              <a:extLst>
                <a:ext uri="{FF2B5EF4-FFF2-40B4-BE49-F238E27FC236}">
                  <a16:creationId xmlns:a16="http://schemas.microsoft.com/office/drawing/2014/main" id="{F2378124-CACD-1A8D-2EED-C7803C5D3710}"/>
                </a:ext>
              </a:extLst>
            </p:cNvPr>
            <p:cNvPicPr/>
            <p:nvPr/>
          </p:nvPicPr>
          <p:blipFill>
            <a:blip r:embed="rId22" cstate="print"/>
            <a:stretch>
              <a:fillRect/>
            </a:stretch>
          </p:blipFill>
          <p:spPr>
            <a:xfrm>
              <a:off x="7517892" y="2260092"/>
              <a:ext cx="888492" cy="513588"/>
            </a:xfrm>
            <a:prstGeom prst="rect">
              <a:avLst/>
            </a:prstGeom>
          </p:spPr>
        </p:pic>
        <p:pic>
          <p:nvPicPr>
            <p:cNvPr id="132" name="object 87">
              <a:extLst>
                <a:ext uri="{FF2B5EF4-FFF2-40B4-BE49-F238E27FC236}">
                  <a16:creationId xmlns:a16="http://schemas.microsoft.com/office/drawing/2014/main" id="{0E8CD02F-EB58-D72A-FF2D-A118DBC65C1B}"/>
                </a:ext>
              </a:extLst>
            </p:cNvPr>
            <p:cNvPicPr/>
            <p:nvPr/>
          </p:nvPicPr>
          <p:blipFill>
            <a:blip r:embed="rId23" cstate="print"/>
            <a:stretch>
              <a:fillRect/>
            </a:stretch>
          </p:blipFill>
          <p:spPr>
            <a:xfrm>
              <a:off x="7743444" y="2506980"/>
              <a:ext cx="438911" cy="513588"/>
            </a:xfrm>
            <a:prstGeom prst="rect">
              <a:avLst/>
            </a:prstGeom>
          </p:spPr>
        </p:pic>
      </p:grpSp>
      <p:sp>
        <p:nvSpPr>
          <p:cNvPr id="133" name="object 88">
            <a:extLst>
              <a:ext uri="{FF2B5EF4-FFF2-40B4-BE49-F238E27FC236}">
                <a16:creationId xmlns:a16="http://schemas.microsoft.com/office/drawing/2014/main" id="{C33CD320-E5BC-9AC6-FEAF-CA34AE945194}"/>
              </a:ext>
            </a:extLst>
          </p:cNvPr>
          <p:cNvSpPr txBox="1"/>
          <p:nvPr/>
        </p:nvSpPr>
        <p:spPr>
          <a:xfrm>
            <a:off x="7721091" y="2493898"/>
            <a:ext cx="606425" cy="546735"/>
          </a:xfrm>
          <a:prstGeom prst="rect">
            <a:avLst/>
          </a:prstGeom>
        </p:spPr>
        <p:txBody>
          <a:bodyPr vert="horz" wrap="square" lIns="0" tIns="43815" rIns="0" bIns="0" rtlCol="0">
            <a:spAutoFit/>
          </a:bodyPr>
          <a:lstStyle/>
          <a:p>
            <a:pPr marL="238125" marR="5080" indent="-226060">
              <a:lnSpc>
                <a:spcPts val="1939"/>
              </a:lnSpc>
              <a:spcBef>
                <a:spcPts val="345"/>
              </a:spcBef>
            </a:pPr>
            <a:r>
              <a:rPr sz="1800" b="1" spc="-5" dirty="0">
                <a:latin typeface="Tahoma"/>
                <a:cs typeface="Tahoma"/>
              </a:rPr>
              <a:t>Fr</a:t>
            </a:r>
            <a:r>
              <a:rPr sz="1800" b="1" spc="-10" dirty="0">
                <a:latin typeface="Tahoma"/>
                <a:cs typeface="Tahoma"/>
              </a:rPr>
              <a:t>i</a:t>
            </a:r>
            <a:r>
              <a:rPr sz="1800" b="1" spc="-5" dirty="0">
                <a:latin typeface="Tahoma"/>
                <a:cs typeface="Tahoma"/>
              </a:rPr>
              <a:t>da  </a:t>
            </a:r>
            <a:r>
              <a:rPr sz="1800" b="1" dirty="0">
                <a:latin typeface="Tahoma"/>
                <a:cs typeface="Tahoma"/>
              </a:rPr>
              <a:t>y</a:t>
            </a:r>
            <a:endParaRPr sz="1800">
              <a:latin typeface="Tahoma"/>
              <a:cs typeface="Tahoma"/>
            </a:endParaRPr>
          </a:p>
        </p:txBody>
      </p:sp>
      <p:grpSp>
        <p:nvGrpSpPr>
          <p:cNvPr id="134" name="object 89">
            <a:extLst>
              <a:ext uri="{FF2B5EF4-FFF2-40B4-BE49-F238E27FC236}">
                <a16:creationId xmlns:a16="http://schemas.microsoft.com/office/drawing/2014/main" id="{31864606-7760-D071-F7DD-35D9F23614F5}"/>
              </a:ext>
            </a:extLst>
          </p:cNvPr>
          <p:cNvGrpSpPr/>
          <p:nvPr/>
        </p:nvGrpSpPr>
        <p:grpSpPr>
          <a:xfrm>
            <a:off x="2661920" y="4668520"/>
            <a:ext cx="4648200" cy="565785"/>
            <a:chOff x="2590800" y="4495800"/>
            <a:chExt cx="4648200" cy="565785"/>
          </a:xfrm>
        </p:grpSpPr>
        <p:sp>
          <p:nvSpPr>
            <p:cNvPr id="135" name="object 90">
              <a:extLst>
                <a:ext uri="{FF2B5EF4-FFF2-40B4-BE49-F238E27FC236}">
                  <a16:creationId xmlns:a16="http://schemas.microsoft.com/office/drawing/2014/main" id="{95328777-819E-EA0B-B9C9-5860A43B2E14}"/>
                </a:ext>
              </a:extLst>
            </p:cNvPr>
            <p:cNvSpPr/>
            <p:nvPr/>
          </p:nvSpPr>
          <p:spPr>
            <a:xfrm>
              <a:off x="2590800" y="4495800"/>
              <a:ext cx="172720" cy="536575"/>
            </a:xfrm>
            <a:custGeom>
              <a:avLst/>
              <a:gdLst/>
              <a:ahLst/>
              <a:cxnLst/>
              <a:rect l="l" t="t" r="r" b="b"/>
              <a:pathLst>
                <a:path w="172719" h="536575">
                  <a:moveTo>
                    <a:pt x="172212" y="0"/>
                  </a:moveTo>
                  <a:lnTo>
                    <a:pt x="0" y="0"/>
                  </a:lnTo>
                  <a:lnTo>
                    <a:pt x="0" y="536448"/>
                  </a:lnTo>
                  <a:lnTo>
                    <a:pt x="172212" y="536448"/>
                  </a:lnTo>
                  <a:lnTo>
                    <a:pt x="172212" y="0"/>
                  </a:lnTo>
                  <a:close/>
                </a:path>
              </a:pathLst>
            </a:custGeom>
            <a:solidFill>
              <a:srgbClr val="33CCCC"/>
            </a:solidFill>
          </p:spPr>
          <p:txBody>
            <a:bodyPr wrap="square" lIns="0" tIns="0" rIns="0" bIns="0" rtlCol="0"/>
            <a:lstStyle/>
            <a:p>
              <a:endParaRPr/>
            </a:p>
          </p:txBody>
        </p:sp>
        <p:pic>
          <p:nvPicPr>
            <p:cNvPr id="136" name="object 91">
              <a:extLst>
                <a:ext uri="{FF2B5EF4-FFF2-40B4-BE49-F238E27FC236}">
                  <a16:creationId xmlns:a16="http://schemas.microsoft.com/office/drawing/2014/main" id="{7748FA16-9875-1C19-09CD-66230E0CF211}"/>
                </a:ext>
              </a:extLst>
            </p:cNvPr>
            <p:cNvPicPr/>
            <p:nvPr/>
          </p:nvPicPr>
          <p:blipFill>
            <a:blip r:embed="rId24" cstate="print"/>
            <a:stretch>
              <a:fillRect/>
            </a:stretch>
          </p:blipFill>
          <p:spPr>
            <a:xfrm>
              <a:off x="2602991" y="4940808"/>
              <a:ext cx="4600956" cy="120396"/>
            </a:xfrm>
            <a:prstGeom prst="rect">
              <a:avLst/>
            </a:prstGeom>
          </p:spPr>
        </p:pic>
        <p:sp>
          <p:nvSpPr>
            <p:cNvPr id="137" name="object 92">
              <a:extLst>
                <a:ext uri="{FF2B5EF4-FFF2-40B4-BE49-F238E27FC236}">
                  <a16:creationId xmlns:a16="http://schemas.microsoft.com/office/drawing/2014/main" id="{43B4704F-BDC8-1554-4643-988641BC8F02}"/>
                </a:ext>
              </a:extLst>
            </p:cNvPr>
            <p:cNvSpPr/>
            <p:nvPr/>
          </p:nvSpPr>
          <p:spPr>
            <a:xfrm>
              <a:off x="4038600" y="4495800"/>
              <a:ext cx="119380" cy="361315"/>
            </a:xfrm>
            <a:custGeom>
              <a:avLst/>
              <a:gdLst/>
              <a:ahLst/>
              <a:cxnLst/>
              <a:rect l="l" t="t" r="r" b="b"/>
              <a:pathLst>
                <a:path w="119379" h="361314">
                  <a:moveTo>
                    <a:pt x="118872" y="0"/>
                  </a:moveTo>
                  <a:lnTo>
                    <a:pt x="0" y="0"/>
                  </a:lnTo>
                  <a:lnTo>
                    <a:pt x="0" y="361188"/>
                  </a:lnTo>
                  <a:lnTo>
                    <a:pt x="118872" y="361188"/>
                  </a:lnTo>
                  <a:lnTo>
                    <a:pt x="118872" y="0"/>
                  </a:lnTo>
                  <a:close/>
                </a:path>
              </a:pathLst>
            </a:custGeom>
            <a:solidFill>
              <a:srgbClr val="33CCCC"/>
            </a:solidFill>
          </p:spPr>
          <p:txBody>
            <a:bodyPr wrap="square" lIns="0" tIns="0" rIns="0" bIns="0" rtlCol="0"/>
            <a:lstStyle/>
            <a:p>
              <a:endParaRPr/>
            </a:p>
          </p:txBody>
        </p:sp>
        <p:pic>
          <p:nvPicPr>
            <p:cNvPr id="138" name="object 93">
              <a:extLst>
                <a:ext uri="{FF2B5EF4-FFF2-40B4-BE49-F238E27FC236}">
                  <a16:creationId xmlns:a16="http://schemas.microsoft.com/office/drawing/2014/main" id="{82C0D0D7-E933-1C6B-7499-53C576AA3A90}"/>
                </a:ext>
              </a:extLst>
            </p:cNvPr>
            <p:cNvPicPr/>
            <p:nvPr/>
          </p:nvPicPr>
          <p:blipFill>
            <a:blip r:embed="rId25" cstate="print"/>
            <a:stretch>
              <a:fillRect/>
            </a:stretch>
          </p:blipFill>
          <p:spPr>
            <a:xfrm>
              <a:off x="4047744" y="4796027"/>
              <a:ext cx="3191255" cy="80772"/>
            </a:xfrm>
            <a:prstGeom prst="rect">
              <a:avLst/>
            </a:prstGeom>
          </p:spPr>
        </p:pic>
        <p:sp>
          <p:nvSpPr>
            <p:cNvPr id="139" name="object 94">
              <a:extLst>
                <a:ext uri="{FF2B5EF4-FFF2-40B4-BE49-F238E27FC236}">
                  <a16:creationId xmlns:a16="http://schemas.microsoft.com/office/drawing/2014/main" id="{BDB20A5A-E870-C569-C38B-2EB089EA1C76}"/>
                </a:ext>
              </a:extLst>
            </p:cNvPr>
            <p:cNvSpPr/>
            <p:nvPr/>
          </p:nvSpPr>
          <p:spPr>
            <a:xfrm>
              <a:off x="5638800" y="4495800"/>
              <a:ext cx="56515" cy="247015"/>
            </a:xfrm>
            <a:custGeom>
              <a:avLst/>
              <a:gdLst/>
              <a:ahLst/>
              <a:cxnLst/>
              <a:rect l="l" t="t" r="r" b="b"/>
              <a:pathLst>
                <a:path w="56514" h="247014">
                  <a:moveTo>
                    <a:pt x="56387" y="0"/>
                  </a:moveTo>
                  <a:lnTo>
                    <a:pt x="0" y="0"/>
                  </a:lnTo>
                  <a:lnTo>
                    <a:pt x="0" y="246887"/>
                  </a:lnTo>
                  <a:lnTo>
                    <a:pt x="56387" y="246887"/>
                  </a:lnTo>
                  <a:lnTo>
                    <a:pt x="56387" y="0"/>
                  </a:lnTo>
                  <a:close/>
                </a:path>
              </a:pathLst>
            </a:custGeom>
            <a:solidFill>
              <a:srgbClr val="33CCCC"/>
            </a:solidFill>
          </p:spPr>
          <p:txBody>
            <a:bodyPr wrap="square" lIns="0" tIns="0" rIns="0" bIns="0" rtlCol="0"/>
            <a:lstStyle/>
            <a:p>
              <a:endParaRPr/>
            </a:p>
          </p:txBody>
        </p:sp>
        <p:pic>
          <p:nvPicPr>
            <p:cNvPr id="140" name="object 95">
              <a:extLst>
                <a:ext uri="{FF2B5EF4-FFF2-40B4-BE49-F238E27FC236}">
                  <a16:creationId xmlns:a16="http://schemas.microsoft.com/office/drawing/2014/main" id="{18F1520E-8080-8397-1CB6-A76D5CAC960A}"/>
                </a:ext>
              </a:extLst>
            </p:cNvPr>
            <p:cNvPicPr/>
            <p:nvPr/>
          </p:nvPicPr>
          <p:blipFill>
            <a:blip r:embed="rId26" cstate="print"/>
            <a:stretch>
              <a:fillRect/>
            </a:stretch>
          </p:blipFill>
          <p:spPr>
            <a:xfrm>
              <a:off x="5643372" y="4700015"/>
              <a:ext cx="1519427" cy="56387"/>
            </a:xfrm>
            <a:prstGeom prst="rect">
              <a:avLst/>
            </a:prstGeom>
          </p:spPr>
        </p:pic>
      </p:grpSp>
      <p:sp>
        <p:nvSpPr>
          <p:cNvPr id="141" name="文本框 140">
            <a:extLst>
              <a:ext uri="{FF2B5EF4-FFF2-40B4-BE49-F238E27FC236}">
                <a16:creationId xmlns:a16="http://schemas.microsoft.com/office/drawing/2014/main" id="{0FF59031-AFFC-8D2E-2BF7-6C7788D9B61D}"/>
              </a:ext>
            </a:extLst>
          </p:cNvPr>
          <p:cNvSpPr txBox="1"/>
          <p:nvPr/>
        </p:nvSpPr>
        <p:spPr>
          <a:xfrm>
            <a:off x="180407" y="4273780"/>
            <a:ext cx="1273490" cy="369332"/>
          </a:xfrm>
          <a:prstGeom prst="rect">
            <a:avLst/>
          </a:prstGeom>
          <a:noFill/>
        </p:spPr>
        <p:txBody>
          <a:bodyPr wrap="none" rtlCol="0">
            <a:spAutoFit/>
          </a:bodyPr>
          <a:lstStyle/>
          <a:p>
            <a:r>
              <a:rPr kumimoji="1" lang="en-US" altLang="zh-CN" b="1" dirty="0">
                <a:solidFill>
                  <a:schemeClr val="bg1"/>
                </a:solidFill>
              </a:rPr>
              <a:t>Full</a:t>
            </a:r>
            <a:r>
              <a:rPr kumimoji="1" lang="zh-CN" altLang="en-US" b="1" dirty="0">
                <a:solidFill>
                  <a:schemeClr val="bg1"/>
                </a:solidFill>
              </a:rPr>
              <a:t> </a:t>
            </a:r>
            <a:r>
              <a:rPr kumimoji="1" lang="en-US" altLang="zh-CN" b="1" dirty="0">
                <a:solidFill>
                  <a:schemeClr val="bg1"/>
                </a:solidFill>
              </a:rPr>
              <a:t>Backup</a:t>
            </a:r>
            <a:endParaRPr kumimoji="1" lang="zh-CN" altLang="en-US" b="1" dirty="0">
              <a:solidFill>
                <a:schemeClr val="bg1"/>
              </a:solidFill>
            </a:endParaRPr>
          </a:p>
        </p:txBody>
      </p:sp>
      <p:sp>
        <p:nvSpPr>
          <p:cNvPr id="142" name="文本框 141">
            <a:extLst>
              <a:ext uri="{FF2B5EF4-FFF2-40B4-BE49-F238E27FC236}">
                <a16:creationId xmlns:a16="http://schemas.microsoft.com/office/drawing/2014/main" id="{2EC72196-C3D0-190C-17F2-B573C9F602FC}"/>
              </a:ext>
            </a:extLst>
          </p:cNvPr>
          <p:cNvSpPr txBox="1"/>
          <p:nvPr/>
        </p:nvSpPr>
        <p:spPr>
          <a:xfrm>
            <a:off x="1983049" y="4296283"/>
            <a:ext cx="1331903" cy="369332"/>
          </a:xfrm>
          <a:prstGeom prst="rect">
            <a:avLst/>
          </a:prstGeom>
          <a:noFill/>
        </p:spPr>
        <p:txBody>
          <a:bodyPr wrap="none" rtlCol="0">
            <a:spAutoFit/>
          </a:bodyPr>
          <a:lstStyle/>
          <a:p>
            <a:r>
              <a:rPr kumimoji="1" lang="en-US" altLang="zh-CN" b="1" dirty="0">
                <a:solidFill>
                  <a:schemeClr val="bg1"/>
                </a:solidFill>
              </a:rPr>
              <a:t>Incremental</a:t>
            </a:r>
            <a:endParaRPr kumimoji="1" lang="zh-CN" altLang="en-US" b="1" dirty="0">
              <a:solidFill>
                <a:schemeClr val="bg1"/>
              </a:solidFill>
            </a:endParaRPr>
          </a:p>
        </p:txBody>
      </p:sp>
      <p:pic>
        <p:nvPicPr>
          <p:cNvPr id="144" name="object 21">
            <a:extLst>
              <a:ext uri="{FF2B5EF4-FFF2-40B4-BE49-F238E27FC236}">
                <a16:creationId xmlns:a16="http://schemas.microsoft.com/office/drawing/2014/main" id="{1F40B23C-279D-1E7B-3CB9-CA165F24FF9B}"/>
              </a:ext>
            </a:extLst>
          </p:cNvPr>
          <p:cNvPicPr/>
          <p:nvPr/>
        </p:nvPicPr>
        <p:blipFill>
          <a:blip r:embed="rId7" cstate="print"/>
          <a:stretch>
            <a:fillRect/>
          </a:stretch>
        </p:blipFill>
        <p:spPr>
          <a:xfrm>
            <a:off x="3624682" y="4086352"/>
            <a:ext cx="1252727" cy="597407"/>
          </a:xfrm>
          <a:prstGeom prst="rect">
            <a:avLst/>
          </a:prstGeom>
        </p:spPr>
      </p:pic>
      <p:sp>
        <p:nvSpPr>
          <p:cNvPr id="145" name="文本框 144">
            <a:extLst>
              <a:ext uri="{FF2B5EF4-FFF2-40B4-BE49-F238E27FC236}">
                <a16:creationId xmlns:a16="http://schemas.microsoft.com/office/drawing/2014/main" id="{98FE12FF-8E44-EF1B-3811-FD40C7D2564F}"/>
              </a:ext>
            </a:extLst>
          </p:cNvPr>
          <p:cNvSpPr txBox="1"/>
          <p:nvPr/>
        </p:nvSpPr>
        <p:spPr>
          <a:xfrm>
            <a:off x="3607572" y="4284235"/>
            <a:ext cx="1331903" cy="369332"/>
          </a:xfrm>
          <a:prstGeom prst="rect">
            <a:avLst/>
          </a:prstGeom>
          <a:noFill/>
        </p:spPr>
        <p:txBody>
          <a:bodyPr wrap="none" rtlCol="0">
            <a:spAutoFit/>
          </a:bodyPr>
          <a:lstStyle/>
          <a:p>
            <a:r>
              <a:rPr kumimoji="1" lang="en-US" altLang="zh-CN" b="1" dirty="0">
                <a:solidFill>
                  <a:schemeClr val="bg1"/>
                </a:solidFill>
              </a:rPr>
              <a:t>Incremental</a:t>
            </a:r>
            <a:endParaRPr kumimoji="1" lang="zh-CN" altLang="en-US" b="1" dirty="0">
              <a:solidFill>
                <a:schemeClr val="bg1"/>
              </a:solidFill>
            </a:endParaRPr>
          </a:p>
        </p:txBody>
      </p:sp>
      <p:pic>
        <p:nvPicPr>
          <p:cNvPr id="146" name="object 21">
            <a:extLst>
              <a:ext uri="{FF2B5EF4-FFF2-40B4-BE49-F238E27FC236}">
                <a16:creationId xmlns:a16="http://schemas.microsoft.com/office/drawing/2014/main" id="{255F35BB-6743-AC2A-836A-E2A0DA448702}"/>
              </a:ext>
            </a:extLst>
          </p:cNvPr>
          <p:cNvPicPr/>
          <p:nvPr/>
        </p:nvPicPr>
        <p:blipFill>
          <a:blip r:embed="rId7" cstate="print"/>
          <a:stretch>
            <a:fillRect/>
          </a:stretch>
        </p:blipFill>
        <p:spPr>
          <a:xfrm>
            <a:off x="5291723" y="4055871"/>
            <a:ext cx="1252727" cy="597407"/>
          </a:xfrm>
          <a:prstGeom prst="rect">
            <a:avLst/>
          </a:prstGeom>
        </p:spPr>
      </p:pic>
      <p:sp>
        <p:nvSpPr>
          <p:cNvPr id="147" name="文本框 146">
            <a:extLst>
              <a:ext uri="{FF2B5EF4-FFF2-40B4-BE49-F238E27FC236}">
                <a16:creationId xmlns:a16="http://schemas.microsoft.com/office/drawing/2014/main" id="{FDA779F5-D2E5-AE1A-7D83-2AE5E5DC0084}"/>
              </a:ext>
            </a:extLst>
          </p:cNvPr>
          <p:cNvSpPr txBox="1"/>
          <p:nvPr/>
        </p:nvSpPr>
        <p:spPr>
          <a:xfrm>
            <a:off x="5274613" y="4253754"/>
            <a:ext cx="1331903" cy="369332"/>
          </a:xfrm>
          <a:prstGeom prst="rect">
            <a:avLst/>
          </a:prstGeom>
          <a:noFill/>
        </p:spPr>
        <p:txBody>
          <a:bodyPr wrap="none" rtlCol="0">
            <a:spAutoFit/>
          </a:bodyPr>
          <a:lstStyle/>
          <a:p>
            <a:r>
              <a:rPr kumimoji="1" lang="en-US" altLang="zh-CN" b="1" dirty="0">
                <a:solidFill>
                  <a:schemeClr val="bg1"/>
                </a:solidFill>
              </a:rPr>
              <a:t>Incremental</a:t>
            </a:r>
            <a:endParaRPr kumimoji="1" lang="zh-CN" altLang="en-US" b="1" dirty="0">
              <a:solidFill>
                <a:schemeClr val="bg1"/>
              </a:solidFill>
            </a:endParaRPr>
          </a:p>
        </p:txBody>
      </p:sp>
    </p:spTree>
    <p:extLst>
      <p:ext uri="{BB962C8B-B14F-4D97-AF65-F5344CB8AC3E}">
        <p14:creationId xmlns:p14="http://schemas.microsoft.com/office/powerpoint/2010/main" val="42902129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Incremental</a:t>
            </a:r>
            <a:r>
              <a:rPr lang="zh-CN" altLang="en-US" dirty="0"/>
              <a:t> </a:t>
            </a:r>
            <a:r>
              <a:rPr lang="en-US" altLang="zh-CN" dirty="0"/>
              <a:t>Backups</a:t>
            </a:r>
            <a:endParaRPr lang="zh-CN" altLang="en-US" dirty="0"/>
          </a:p>
        </p:txBody>
      </p:sp>
      <p:sp>
        <p:nvSpPr>
          <p:cNvPr id="22" name="内容占位符 21">
            <a:extLst>
              <a:ext uri="{FF2B5EF4-FFF2-40B4-BE49-F238E27FC236}">
                <a16:creationId xmlns:a16="http://schemas.microsoft.com/office/drawing/2014/main" id="{5E761B84-923A-26B0-834C-090CE90D067A}"/>
              </a:ext>
            </a:extLst>
          </p:cNvPr>
          <p:cNvSpPr>
            <a:spLocks noGrp="1"/>
          </p:cNvSpPr>
          <p:nvPr>
            <p:ph idx="1"/>
          </p:nvPr>
        </p:nvSpPr>
        <p:spPr/>
        <p:txBody>
          <a:bodyPr>
            <a:normAutofit/>
          </a:bodyPr>
          <a:lstStyle/>
          <a:p>
            <a:pPr marL="0" indent="0">
              <a:buNone/>
            </a:pPr>
            <a:r>
              <a:rPr kumimoji="1" lang="zh-CN" altLang="en-US" dirty="0"/>
              <a:t>与 </a:t>
            </a:r>
            <a:r>
              <a:rPr kumimoji="1" lang="en-US" altLang="zh-CN" dirty="0"/>
              <a:t>Differential</a:t>
            </a:r>
            <a:r>
              <a:rPr kumimoji="1" lang="zh-CN" altLang="en-US" dirty="0"/>
              <a:t> </a:t>
            </a:r>
            <a:r>
              <a:rPr kumimoji="1" lang="en-US" altLang="zh-CN" dirty="0"/>
              <a:t>backups</a:t>
            </a:r>
            <a:r>
              <a:rPr kumimoji="1" lang="zh-CN" altLang="en-US" dirty="0"/>
              <a:t> 相比</a:t>
            </a:r>
            <a:endParaRPr kumimoji="1" lang="en-US" altLang="zh-CN" dirty="0"/>
          </a:p>
          <a:p>
            <a:r>
              <a:rPr kumimoji="1" lang="zh-CN" altLang="en-US" dirty="0"/>
              <a:t>拷贝的文件更少：更低的备份开销</a:t>
            </a:r>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49</a:t>
            </a:fld>
            <a:endParaRPr lang="en-US" dirty="0"/>
          </a:p>
        </p:txBody>
      </p:sp>
    </p:spTree>
    <p:extLst>
      <p:ext uri="{BB962C8B-B14F-4D97-AF65-F5344CB8AC3E}">
        <p14:creationId xmlns:p14="http://schemas.microsoft.com/office/powerpoint/2010/main" val="21852073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数据的可靠存储</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lang="zh-CN" altLang="en-US" dirty="0">
                <a:solidFill>
                  <a:schemeClr val="bg1">
                    <a:lumMod val="75000"/>
                  </a:schemeClr>
                </a:solidFill>
              </a:rPr>
              <a:t>数据备份</a:t>
            </a:r>
            <a:endParaRPr lang="en-US" altLang="zh-CN" dirty="0">
              <a:solidFill>
                <a:schemeClr val="bg1">
                  <a:lumMod val="75000"/>
                </a:schemeClr>
              </a:solidFill>
            </a:endParaRPr>
          </a:p>
          <a:p>
            <a:r>
              <a:rPr lang="zh-CN" altLang="en-US" dirty="0"/>
              <a:t>数据镜像</a:t>
            </a:r>
            <a:endParaRPr lang="en-US" altLang="zh-CN" dirty="0"/>
          </a:p>
          <a:p>
            <a:r>
              <a:rPr lang="zh-CN" altLang="en-US" dirty="0">
                <a:solidFill>
                  <a:schemeClr val="bg1">
                    <a:lumMod val="75000"/>
                  </a:schemeClr>
                </a:solidFill>
              </a:rPr>
              <a:t>数据快照</a:t>
            </a:r>
            <a:endParaRPr lang="en-US" altLang="zh-CN" dirty="0">
              <a:solidFill>
                <a:schemeClr val="bg1">
                  <a:lumMod val="75000"/>
                </a:schemeClr>
              </a:solidFill>
            </a:endParaRPr>
          </a:p>
          <a:p>
            <a:endParaRPr kumimoji="1" lang="en-US" altLang="zh-CN" sz="2400" dirty="0"/>
          </a:p>
        </p:txBody>
      </p:sp>
      <p:sp>
        <p:nvSpPr>
          <p:cNvPr id="4" name="灯片编号占位符 3"/>
          <p:cNvSpPr>
            <a:spLocks noGrp="1"/>
          </p:cNvSpPr>
          <p:nvPr>
            <p:ph type="sldNum" sz="quarter" idx="12"/>
          </p:nvPr>
        </p:nvSpPr>
        <p:spPr/>
        <p:txBody>
          <a:bodyPr/>
          <a:lstStyle/>
          <a:p>
            <a:fld id="{F38DF745-7D3F-47F4-83A3-874385CFAA69}" type="slidenum">
              <a:rPr lang="en-US" smtClean="0"/>
              <a:pPr/>
              <a:t>50</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90649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数据镜像</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normAutofit/>
          </a:bodyPr>
          <a:lstStyle/>
          <a:p>
            <a:endParaRPr kumimoji="1" lang="en"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51</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69CE51E9-42C8-A416-8DBE-F0E8B5EF7271}"/>
              </a:ext>
            </a:extLst>
          </p:cNvPr>
          <p:cNvPicPr>
            <a:picLocks noChangeAspect="1"/>
          </p:cNvPicPr>
          <p:nvPr/>
        </p:nvPicPr>
        <p:blipFill>
          <a:blip r:embed="rId3"/>
          <a:stretch>
            <a:fillRect/>
          </a:stretch>
        </p:blipFill>
        <p:spPr>
          <a:xfrm>
            <a:off x="948764" y="1903868"/>
            <a:ext cx="6197600" cy="4073642"/>
          </a:xfrm>
          <a:prstGeom prst="rect">
            <a:avLst/>
          </a:prstGeom>
        </p:spPr>
      </p:pic>
    </p:spTree>
    <p:extLst>
      <p:ext uri="{BB962C8B-B14F-4D97-AF65-F5344CB8AC3E}">
        <p14:creationId xmlns:p14="http://schemas.microsoft.com/office/powerpoint/2010/main" val="3821351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数据镜像</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镜像意义：提供一种实时的数据复制存储机制</a:t>
            </a:r>
            <a:endParaRPr kumimoji="1" lang="en-US" altLang="zh-CN" dirty="0"/>
          </a:p>
          <a:p>
            <a:r>
              <a:rPr kumimoji="1" lang="zh-CN" altLang="en-US" dirty="0"/>
              <a:t>三种主流协议</a:t>
            </a:r>
            <a:endParaRPr kumimoji="1" lang="en-US" altLang="zh-CN" dirty="0"/>
          </a:p>
          <a:p>
            <a:pPr lvl="1"/>
            <a:r>
              <a:rPr kumimoji="1" lang="zh-CN" altLang="en-US" dirty="0"/>
              <a:t>同步写：本地、远程都完成，才返回成功</a:t>
            </a:r>
            <a:endParaRPr kumimoji="1" lang="en-US" altLang="zh-CN" dirty="0"/>
          </a:p>
          <a:p>
            <a:pPr lvl="1"/>
            <a:r>
              <a:rPr kumimoji="1" lang="zh-CN" altLang="en-US" dirty="0"/>
              <a:t>异步写：本地写完成后，即返回成功</a:t>
            </a:r>
            <a:endParaRPr kumimoji="1" lang="en-US" altLang="zh-CN" dirty="0"/>
          </a:p>
          <a:p>
            <a:pPr lvl="1"/>
            <a:r>
              <a:rPr kumimoji="1" lang="zh-CN" altLang="en-US" dirty="0"/>
              <a:t>半同步写：本地写、本地</a:t>
            </a:r>
            <a:r>
              <a:rPr kumimoji="1" lang="en-US" altLang="zh-CN" dirty="0"/>
              <a:t>log</a:t>
            </a:r>
            <a:r>
              <a:rPr kumimoji="1" lang="zh-CN" altLang="en-US" dirty="0"/>
              <a:t>完成后，即返回成功</a:t>
            </a:r>
          </a:p>
        </p:txBody>
      </p:sp>
      <p:sp>
        <p:nvSpPr>
          <p:cNvPr id="4" name="灯片编号占位符 3"/>
          <p:cNvSpPr>
            <a:spLocks noGrp="1"/>
          </p:cNvSpPr>
          <p:nvPr>
            <p:ph type="sldNum" sz="quarter" idx="12"/>
          </p:nvPr>
        </p:nvSpPr>
        <p:spPr/>
        <p:txBody>
          <a:bodyPr/>
          <a:lstStyle/>
          <a:p>
            <a:fld id="{F38DF745-7D3F-47F4-83A3-874385CFAA69}" type="slidenum">
              <a:rPr lang="en-US" smtClean="0"/>
              <a:pPr/>
              <a:t>52</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705610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数据镜像</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pPr marL="0" indent="0">
              <a:buNone/>
            </a:pPr>
            <a:r>
              <a:rPr kumimoji="1" lang="zh-CN" altLang="en-US" dirty="0"/>
              <a:t>镜像的实现位置：</a:t>
            </a:r>
            <a:endParaRPr kumimoji="1" lang="en-US" altLang="zh-CN" dirty="0"/>
          </a:p>
          <a:p>
            <a:r>
              <a:rPr kumimoji="1" lang="zh-CN" altLang="en-US" dirty="0"/>
              <a:t>文件系统</a:t>
            </a:r>
            <a:endParaRPr kumimoji="1" lang="en-US" altLang="zh-CN" dirty="0"/>
          </a:p>
          <a:p>
            <a:r>
              <a:rPr kumimoji="1" lang="zh-CN" altLang="en-US" dirty="0"/>
              <a:t>卷管理软件</a:t>
            </a:r>
            <a:endParaRPr kumimoji="1" lang="en-US" altLang="zh-CN" dirty="0"/>
          </a:p>
          <a:p>
            <a:r>
              <a:rPr kumimoji="1" lang="zh-CN" altLang="en-US" dirty="0"/>
              <a:t>设备驱动程序</a:t>
            </a:r>
            <a:endParaRPr kumimoji="1" lang="en-US" altLang="zh-CN" dirty="0"/>
          </a:p>
          <a:p>
            <a:r>
              <a:rPr kumimoji="1" lang="zh-CN" altLang="en-US" dirty="0"/>
              <a:t>主机适配卡（</a:t>
            </a:r>
            <a:r>
              <a:rPr kumimoji="1" lang="en-US" altLang="zh-CN" dirty="0"/>
              <a:t>HBA</a:t>
            </a:r>
            <a:r>
              <a:rPr kumimoji="1" lang="zh-CN" altLang="en-US" dirty="0"/>
              <a:t>）</a:t>
            </a:r>
            <a:endParaRPr kumimoji="1" lang="en-US" altLang="zh-CN" dirty="0"/>
          </a:p>
          <a:p>
            <a:r>
              <a:rPr kumimoji="1" lang="zh-CN" altLang="en-US" dirty="0"/>
              <a:t>阵列控制器</a:t>
            </a:r>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53</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00756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镜像的容灾功能</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pPr marL="0" indent="0">
              <a:buNone/>
            </a:pPr>
            <a:r>
              <a:rPr kumimoji="1" lang="zh-CN" altLang="en-US" dirty="0"/>
              <a:t>由于实行镜像，本地盘和远程盘数据实时一致，本地盘 失败时，系统自动切换到远程盘继续提供数据服务 </a:t>
            </a:r>
          </a:p>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54</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421471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Picture 2" descr="Database Mirroring (SQL Server) - SQL Server Database Mirroring | Microsoft  Learn">
            <a:extLst>
              <a:ext uri="{FF2B5EF4-FFF2-40B4-BE49-F238E27FC236}">
                <a16:creationId xmlns:a16="http://schemas.microsoft.com/office/drawing/2014/main" id="{DCC572A1-BAA5-DC9A-BB5C-92EEB204C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9850" y="2605049"/>
            <a:ext cx="5674434" cy="352412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C558610A-59E1-C959-4A4C-1E010B2EB158}"/>
              </a:ext>
            </a:extLst>
          </p:cNvPr>
          <p:cNvSpPr txBox="1"/>
          <p:nvPr/>
        </p:nvSpPr>
        <p:spPr>
          <a:xfrm>
            <a:off x="1954833" y="3703021"/>
            <a:ext cx="1103327" cy="2215991"/>
          </a:xfrm>
          <a:prstGeom prst="rect">
            <a:avLst/>
          </a:prstGeom>
          <a:noFill/>
        </p:spPr>
        <p:txBody>
          <a:bodyPr wrap="square">
            <a:spAutoFit/>
          </a:bodyPr>
          <a:lstStyle/>
          <a:p>
            <a:r>
              <a:rPr lang="zh-CN" altLang="en-US" sz="13800" b="1" dirty="0">
                <a:solidFill>
                  <a:srgbClr val="C00000"/>
                </a:solidFill>
              </a:rPr>
              <a:t>✗</a:t>
            </a:r>
          </a:p>
        </p:txBody>
      </p:sp>
      <p:sp>
        <p:nvSpPr>
          <p:cNvPr id="8" name="任意形状 7">
            <a:extLst>
              <a:ext uri="{FF2B5EF4-FFF2-40B4-BE49-F238E27FC236}">
                <a16:creationId xmlns:a16="http://schemas.microsoft.com/office/drawing/2014/main" id="{5F436443-4FD5-7EC0-3CD0-41C648425CDC}"/>
              </a:ext>
            </a:extLst>
          </p:cNvPr>
          <p:cNvSpPr/>
          <p:nvPr/>
        </p:nvSpPr>
        <p:spPr>
          <a:xfrm>
            <a:off x="2418080" y="3017221"/>
            <a:ext cx="3698240" cy="335280"/>
          </a:xfrm>
          <a:custGeom>
            <a:avLst/>
            <a:gdLst>
              <a:gd name="connsiteX0" fmla="*/ 0 w 3698240"/>
              <a:gd name="connsiteY0" fmla="*/ 0 h 335280"/>
              <a:gd name="connsiteX1" fmla="*/ 3698240 w 3698240"/>
              <a:gd name="connsiteY1" fmla="*/ 0 h 335280"/>
              <a:gd name="connsiteX2" fmla="*/ 3698240 w 3698240"/>
              <a:gd name="connsiteY2" fmla="*/ 335280 h 335280"/>
            </a:gdLst>
            <a:ahLst/>
            <a:cxnLst>
              <a:cxn ang="0">
                <a:pos x="connsiteX0" y="connsiteY0"/>
              </a:cxn>
              <a:cxn ang="0">
                <a:pos x="connsiteX1" y="connsiteY1"/>
              </a:cxn>
              <a:cxn ang="0">
                <a:pos x="connsiteX2" y="connsiteY2"/>
              </a:cxn>
            </a:cxnLst>
            <a:rect l="l" t="t" r="r" b="b"/>
            <a:pathLst>
              <a:path w="3698240" h="335280">
                <a:moveTo>
                  <a:pt x="0" y="0"/>
                </a:moveTo>
                <a:lnTo>
                  <a:pt x="3698240" y="0"/>
                </a:lnTo>
                <a:lnTo>
                  <a:pt x="3698240" y="335280"/>
                </a:lnTo>
              </a:path>
            </a:pathLst>
          </a:custGeom>
          <a:noFill/>
          <a:ln w="63500">
            <a:solidFill>
              <a:srgbClr val="C0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00000"/>
              </a:solidFill>
            </a:endParaRPr>
          </a:p>
        </p:txBody>
      </p:sp>
    </p:spTree>
    <p:extLst>
      <p:ext uri="{BB962C8B-B14F-4D97-AF65-F5344CB8AC3E}">
        <p14:creationId xmlns:p14="http://schemas.microsoft.com/office/powerpoint/2010/main" val="34042190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数据的可靠存储</a:t>
            </a:r>
          </a:p>
        </p:txBody>
      </p:sp>
      <p:sp>
        <p:nvSpPr>
          <p:cNvPr id="8" name="内容占位符 7">
            <a:extLst>
              <a:ext uri="{FF2B5EF4-FFF2-40B4-BE49-F238E27FC236}">
                <a16:creationId xmlns:a16="http://schemas.microsoft.com/office/drawing/2014/main" id="{93C81D77-DE63-3C18-311F-51FB3B1DE3F4}"/>
              </a:ext>
            </a:extLst>
          </p:cNvPr>
          <p:cNvSpPr>
            <a:spLocks noGrp="1"/>
          </p:cNvSpPr>
          <p:nvPr>
            <p:ph idx="1"/>
          </p:nvPr>
        </p:nvSpPr>
        <p:spPr/>
        <p:txBody>
          <a:bodyPr/>
          <a:lstStyle/>
          <a:p>
            <a:r>
              <a:rPr lang="zh-CN" altLang="en-US" dirty="0">
                <a:solidFill>
                  <a:schemeClr val="bg1">
                    <a:lumMod val="75000"/>
                  </a:schemeClr>
                </a:solidFill>
              </a:rPr>
              <a:t>数据备份</a:t>
            </a:r>
            <a:endParaRPr lang="en-US" altLang="zh-CN" dirty="0">
              <a:solidFill>
                <a:schemeClr val="bg1">
                  <a:lumMod val="75000"/>
                </a:schemeClr>
              </a:solidFill>
            </a:endParaRPr>
          </a:p>
          <a:p>
            <a:r>
              <a:rPr lang="zh-CN" altLang="en-US" dirty="0">
                <a:solidFill>
                  <a:schemeClr val="bg1">
                    <a:lumMod val="75000"/>
                  </a:schemeClr>
                </a:solidFill>
              </a:rPr>
              <a:t>数据镜像</a:t>
            </a:r>
            <a:endParaRPr lang="en-US" altLang="zh-CN" dirty="0">
              <a:solidFill>
                <a:schemeClr val="bg1">
                  <a:lumMod val="75000"/>
                </a:schemeClr>
              </a:solidFill>
            </a:endParaRPr>
          </a:p>
          <a:p>
            <a:r>
              <a:rPr lang="zh-CN" altLang="en-US" dirty="0"/>
              <a:t>数据快照</a:t>
            </a:r>
            <a:endParaRPr lang="en-US" altLang="zh-CN" dirty="0"/>
          </a:p>
          <a:p>
            <a:endParaRPr kumimoji="1" lang="en-US" altLang="zh-CN" sz="2400" dirty="0"/>
          </a:p>
        </p:txBody>
      </p:sp>
      <p:sp>
        <p:nvSpPr>
          <p:cNvPr id="4" name="灯片编号占位符 3"/>
          <p:cNvSpPr>
            <a:spLocks noGrp="1"/>
          </p:cNvSpPr>
          <p:nvPr>
            <p:ph type="sldNum" sz="quarter" idx="12"/>
          </p:nvPr>
        </p:nvSpPr>
        <p:spPr/>
        <p:txBody>
          <a:bodyPr/>
          <a:lstStyle/>
          <a:p>
            <a:fld id="{F38DF745-7D3F-47F4-83A3-874385CFAA69}" type="slidenum">
              <a:rPr lang="en-US" smtClean="0"/>
              <a:pPr/>
              <a:t>55</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2758291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科学家发现几十种基因对于人类进化具有关键作用|基因|科学家发现|因子_新浪科技_新浪网">
            <a:extLst>
              <a:ext uri="{FF2B5EF4-FFF2-40B4-BE49-F238E27FC236}">
                <a16:creationId xmlns:a16="http://schemas.microsoft.com/office/drawing/2014/main" id="{3D74E800-5898-F57B-14B7-BCF16D7A74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74" t="7449" r="5337" b="13446"/>
          <a:stretch/>
        </p:blipFill>
        <p:spPr bwMode="auto">
          <a:xfrm>
            <a:off x="2570480" y="2825992"/>
            <a:ext cx="3606800" cy="1780788"/>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t>快照（</a:t>
            </a:r>
            <a:r>
              <a:rPr lang="en-US" altLang="zh-CN" dirty="0"/>
              <a:t>Snapshot</a:t>
            </a:r>
            <a:r>
              <a:rPr lang="zh-CN" altLang="en-US" dirty="0"/>
              <a:t>）</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快照：逻辑上的，对某个时间点（</a:t>
            </a:r>
            <a:r>
              <a:rPr kumimoji="1" lang="en-US" altLang="zh-CN" dirty="0"/>
              <a:t>point</a:t>
            </a:r>
            <a:r>
              <a:rPr kumimoji="1" lang="zh-CN" altLang="en-US" dirty="0"/>
              <a:t> </a:t>
            </a:r>
            <a:r>
              <a:rPr kumimoji="1" lang="en-US" altLang="zh-CN" dirty="0"/>
              <a:t>in</a:t>
            </a:r>
            <a:r>
              <a:rPr kumimoji="1" lang="zh-CN" altLang="en-US" dirty="0"/>
              <a:t> </a:t>
            </a:r>
            <a:r>
              <a:rPr kumimoji="1" lang="en-US" altLang="zh-CN" dirty="0"/>
              <a:t>time</a:t>
            </a:r>
            <a:r>
              <a:rPr kumimoji="1" lang="zh-CN" altLang="en-US" dirty="0"/>
              <a:t>）的数据映像</a:t>
            </a:r>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56</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矩形 2">
            <a:extLst>
              <a:ext uri="{FF2B5EF4-FFF2-40B4-BE49-F238E27FC236}">
                <a16:creationId xmlns:a16="http://schemas.microsoft.com/office/drawing/2014/main" id="{9797225D-A295-2162-F9AD-9D75710CA0E5}"/>
              </a:ext>
            </a:extLst>
          </p:cNvPr>
          <p:cNvSpPr/>
          <p:nvPr/>
        </p:nvSpPr>
        <p:spPr>
          <a:xfrm>
            <a:off x="4013200" y="2915920"/>
            <a:ext cx="701040" cy="169086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363489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快照的用途</a:t>
            </a:r>
            <a:r>
              <a:rPr kumimoji="1" lang="en-US" altLang="zh-CN" dirty="0"/>
              <a:t>/</a:t>
            </a:r>
            <a:r>
              <a:rPr kumimoji="1" lang="zh-CN" altLang="en-US" dirty="0"/>
              <a:t>好处：</a:t>
            </a:r>
            <a:endParaRPr kumimoji="1" lang="en-US" altLang="zh-CN" dirty="0"/>
          </a:p>
          <a:p>
            <a:pPr lvl="1"/>
            <a:r>
              <a:rPr kumimoji="1" lang="zh-CN" altLang="en-US" dirty="0"/>
              <a:t>数据保护：在数据被错误操作修改时，回滚到正确状态</a:t>
            </a:r>
            <a:endParaRPr kumimoji="1" lang="en-US" altLang="zh-CN" dirty="0"/>
          </a:p>
          <a:p>
            <a:pPr lvl="1"/>
            <a:r>
              <a:rPr kumimoji="1" lang="zh-CN" altLang="en-US" dirty="0"/>
              <a:t>在线事务分析（</a:t>
            </a:r>
            <a:r>
              <a:rPr kumimoji="1" lang="en-US" altLang="zh-CN" dirty="0"/>
              <a:t>OLTA</a:t>
            </a:r>
            <a:r>
              <a:rPr kumimoji="1" lang="zh-CN" altLang="en-US" dirty="0"/>
              <a:t>）</a:t>
            </a:r>
            <a:endParaRPr kumimoji="1" lang="en-US" altLang="zh-CN" dirty="0"/>
          </a:p>
          <a:p>
            <a:pPr lvl="1"/>
            <a:r>
              <a:rPr kumimoji="1" lang="zh-CN" altLang="en-US" dirty="0"/>
              <a:t>实现在线备份</a:t>
            </a:r>
            <a:endParaRPr kumimoji="1" lang="en-US" altLang="zh-CN" dirty="0"/>
          </a:p>
          <a:p>
            <a:pPr lvl="1"/>
            <a:r>
              <a:rPr kumimoji="1" lang="zh-CN" altLang="en-US" dirty="0"/>
              <a:t>比物理备份更低的空间占用</a:t>
            </a:r>
            <a:endParaRPr kumimoji="1" lang="en-US" altLang="zh-CN" dirty="0"/>
          </a:p>
          <a:p>
            <a:pPr lvl="1"/>
            <a:r>
              <a:rPr kumimoji="1" lang="zh-CN" altLang="en-US" dirty="0"/>
              <a:t>比物理备份更小的时间开销（</a:t>
            </a:r>
            <a:r>
              <a:rPr kumimoji="1" lang="en-US" altLang="zh-CN" dirty="0"/>
              <a:t>minimal</a:t>
            </a:r>
            <a:r>
              <a:rPr kumimoji="1" lang="zh-CN" altLang="en-US" dirty="0"/>
              <a:t> </a:t>
            </a:r>
            <a:r>
              <a:rPr kumimoji="1" lang="en-US" altLang="zh-CN" dirty="0"/>
              <a:t>app</a:t>
            </a:r>
            <a:r>
              <a:rPr kumimoji="1" lang="zh-CN" altLang="en-US" dirty="0"/>
              <a:t> </a:t>
            </a:r>
            <a:r>
              <a:rPr kumimoji="1" lang="en-US" altLang="zh-CN" dirty="0"/>
              <a:t>downtime</a:t>
            </a:r>
            <a:r>
              <a:rPr kumimoji="1" lang="zh-CN" altLang="en-US" dirty="0"/>
              <a:t>）</a:t>
            </a:r>
            <a:endParaRPr kumimoji="1" lang="en-US" altLang="zh-CN" dirty="0"/>
          </a:p>
          <a:p>
            <a:pPr lvl="1"/>
            <a:endParaRPr kumimoji="1" lang="en-US" altLang="zh-CN" dirty="0"/>
          </a:p>
          <a:p>
            <a:r>
              <a:rPr kumimoji="1" lang="zh-CN" altLang="en-US" dirty="0"/>
              <a:t>关键技术</a:t>
            </a:r>
            <a:endParaRPr kumimoji="1" lang="en-US" altLang="zh-CN" dirty="0"/>
          </a:p>
          <a:p>
            <a:pPr lvl="1"/>
            <a:r>
              <a:rPr kumimoji="1" lang="en-US" altLang="zh-CN" dirty="0"/>
              <a:t>Copy-on-write</a:t>
            </a:r>
            <a:r>
              <a:rPr kumimoji="1" lang="zh-CN" altLang="en-US" dirty="0"/>
              <a:t> </a:t>
            </a:r>
            <a:r>
              <a:rPr kumimoji="1" lang="en-US" altLang="zh-CN" dirty="0"/>
              <a:t>(COW)</a:t>
            </a:r>
          </a:p>
          <a:p>
            <a:pPr lvl="1"/>
            <a:r>
              <a:rPr kumimoji="1" lang="en-US" altLang="zh-CN" dirty="0"/>
              <a:t>Redirect-on-write</a:t>
            </a:r>
            <a:r>
              <a:rPr kumimoji="1" lang="zh-CN" altLang="en-US" dirty="0"/>
              <a:t> </a:t>
            </a:r>
            <a:r>
              <a:rPr kumimoji="1" lang="en-US" altLang="zh-CN" dirty="0"/>
              <a:t>(ROW)</a:t>
            </a:r>
          </a:p>
          <a:p>
            <a:endParaRPr kumimoji="1" lang="en-US" altLang="zh-CN" dirty="0"/>
          </a:p>
          <a:p>
            <a:pPr marL="397800" lvl="1" indent="0">
              <a:buNone/>
            </a:pPr>
            <a:endParaRPr kumimoji="1" lang="en-US" altLang="zh-CN" dirty="0"/>
          </a:p>
          <a:p>
            <a:pPr lvl="1"/>
            <a:endParaRPr kumimoji="1" lang="en-US" altLang="zh-CN" dirty="0"/>
          </a:p>
          <a:p>
            <a:pPr lvl="1"/>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57</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57198" y="39406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9261882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a:t>Copy</a:t>
            </a:r>
            <a:r>
              <a:rPr lang="zh-CN" altLang="en-US" dirty="0"/>
              <a:t> </a:t>
            </a:r>
            <a:r>
              <a:rPr lang="en-US" altLang="zh-CN" dirty="0"/>
              <a:t>on</a:t>
            </a:r>
            <a:r>
              <a:rPr lang="zh-CN" altLang="en-US" dirty="0"/>
              <a:t> </a:t>
            </a:r>
            <a:r>
              <a:rPr lang="en-US" altLang="zh-CN" dirty="0"/>
              <a:t>Write</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58</a:t>
            </a:fld>
            <a:endParaRPr lang="en-US" dirty="0"/>
          </a:p>
        </p:txBody>
      </p:sp>
      <p:sp>
        <p:nvSpPr>
          <p:cNvPr id="20" name="AutoShape 8">
            <a:extLst>
              <a:ext uri="{FF2B5EF4-FFF2-40B4-BE49-F238E27FC236}">
                <a16:creationId xmlns:a16="http://schemas.microsoft.com/office/drawing/2014/main" id="{ABDAABAD-9511-0CC0-1728-67B0A32F60BA}"/>
              </a:ext>
            </a:extLst>
          </p:cNvPr>
          <p:cNvSpPr>
            <a:spLocks noChangeAspect="1" noChangeArrowheads="1"/>
          </p:cNvSpPr>
          <p:nvPr/>
        </p:nvSpPr>
        <p:spPr bwMode="auto">
          <a:xfrm>
            <a:off x="3216558" y="353428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 name="图片 4">
            <a:extLst>
              <a:ext uri="{FF2B5EF4-FFF2-40B4-BE49-F238E27FC236}">
                <a16:creationId xmlns:a16="http://schemas.microsoft.com/office/drawing/2014/main" id="{B66BB3EA-6B6C-CB64-7307-323B58501EF2}"/>
              </a:ext>
            </a:extLst>
          </p:cNvPr>
          <p:cNvPicPr>
            <a:picLocks noChangeAspect="1"/>
          </p:cNvPicPr>
          <p:nvPr/>
        </p:nvPicPr>
        <p:blipFill>
          <a:blip r:embed="rId3"/>
          <a:stretch>
            <a:fillRect/>
          </a:stretch>
        </p:blipFill>
        <p:spPr>
          <a:xfrm>
            <a:off x="645160" y="1202869"/>
            <a:ext cx="7772400" cy="4350662"/>
          </a:xfrm>
          <a:prstGeom prst="rect">
            <a:avLst/>
          </a:prstGeom>
        </p:spPr>
      </p:pic>
      <p:pic>
        <p:nvPicPr>
          <p:cNvPr id="6" name="图形 5" descr="徽章 1 纯色填充">
            <a:extLst>
              <a:ext uri="{FF2B5EF4-FFF2-40B4-BE49-F238E27FC236}">
                <a16:creationId xmlns:a16="http://schemas.microsoft.com/office/drawing/2014/main" id="{5D0D35EC-B6FB-20BF-3B92-08007658569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2583" y="3839089"/>
            <a:ext cx="418344" cy="418344"/>
          </a:xfrm>
          <a:prstGeom prst="rect">
            <a:avLst/>
          </a:prstGeom>
        </p:spPr>
      </p:pic>
      <p:pic>
        <p:nvPicPr>
          <p:cNvPr id="8" name="图形 7" descr="徽章 3 纯色填充">
            <a:extLst>
              <a:ext uri="{FF2B5EF4-FFF2-40B4-BE49-F238E27FC236}">
                <a16:creationId xmlns:a16="http://schemas.microsoft.com/office/drawing/2014/main" id="{FC1E593F-67EE-D688-89D4-9581E4D66A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99216" y="3135624"/>
            <a:ext cx="418344" cy="418344"/>
          </a:xfrm>
          <a:prstGeom prst="rect">
            <a:avLst/>
          </a:prstGeom>
        </p:spPr>
      </p:pic>
      <p:pic>
        <p:nvPicPr>
          <p:cNvPr id="10" name="图形 9" descr="徽章 1 纯色填充">
            <a:extLst>
              <a:ext uri="{FF2B5EF4-FFF2-40B4-BE49-F238E27FC236}">
                <a16:creationId xmlns:a16="http://schemas.microsoft.com/office/drawing/2014/main" id="{934EF127-E6E3-B5DF-2C00-B8184CFB77F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9304" y="5125420"/>
            <a:ext cx="418344" cy="418344"/>
          </a:xfrm>
          <a:prstGeom prst="rect">
            <a:avLst/>
          </a:prstGeom>
        </p:spPr>
      </p:pic>
      <p:sp>
        <p:nvSpPr>
          <p:cNvPr id="12" name="文本框 11">
            <a:extLst>
              <a:ext uri="{FF2B5EF4-FFF2-40B4-BE49-F238E27FC236}">
                <a16:creationId xmlns:a16="http://schemas.microsoft.com/office/drawing/2014/main" id="{EF903727-FA65-384D-B985-893015F49F4E}"/>
              </a:ext>
            </a:extLst>
          </p:cNvPr>
          <p:cNvSpPr txBox="1"/>
          <p:nvPr/>
        </p:nvSpPr>
        <p:spPr>
          <a:xfrm>
            <a:off x="737892" y="5137286"/>
            <a:ext cx="3818674" cy="461665"/>
          </a:xfrm>
          <a:prstGeom prst="rect">
            <a:avLst/>
          </a:prstGeom>
          <a:noFill/>
        </p:spPr>
        <p:txBody>
          <a:bodyPr wrap="non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拷贝数据 （</a:t>
            </a:r>
            <a:r>
              <a:rPr kumimoji="1" lang="en-US" altLang="zh-CN" sz="2400" dirty="0">
                <a:latin typeface="Arial" panose="020B0604020202020204" pitchFamily="34" charset="0"/>
                <a:ea typeface="黑体" panose="02010609060101010101" pitchFamily="49" charset="-122"/>
                <a:cs typeface="Arial" panose="020B0604020202020204" pitchFamily="34" charset="0"/>
              </a:rPr>
              <a:t>copy</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6</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-&gt;</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32</a:t>
            </a:r>
            <a:r>
              <a:rPr kumimoji="1" lang="zh-CN" altLang="en-US" sz="2400" dirty="0">
                <a:latin typeface="Arial" panose="020B0604020202020204" pitchFamily="34" charset="0"/>
                <a:ea typeface="黑体" panose="02010609060101010101" pitchFamily="49" charset="-122"/>
                <a:cs typeface="Arial" panose="020B0604020202020204" pitchFamily="34" charset="0"/>
              </a:rPr>
              <a:t>）</a:t>
            </a:r>
          </a:p>
        </p:txBody>
      </p:sp>
      <p:pic>
        <p:nvPicPr>
          <p:cNvPr id="13" name="图形 12" descr="徽章 纯色填充">
            <a:extLst>
              <a:ext uri="{FF2B5EF4-FFF2-40B4-BE49-F238E27FC236}">
                <a16:creationId xmlns:a16="http://schemas.microsoft.com/office/drawing/2014/main" id="{305DB349-A9D6-0CE6-D00B-A878E051D22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9304" y="5678643"/>
            <a:ext cx="418344" cy="418344"/>
          </a:xfrm>
          <a:prstGeom prst="rect">
            <a:avLst/>
          </a:prstGeom>
        </p:spPr>
      </p:pic>
      <p:sp>
        <p:nvSpPr>
          <p:cNvPr id="14" name="文本框 13">
            <a:extLst>
              <a:ext uri="{FF2B5EF4-FFF2-40B4-BE49-F238E27FC236}">
                <a16:creationId xmlns:a16="http://schemas.microsoft.com/office/drawing/2014/main" id="{EB8B34BD-1539-D543-434A-0A62FF5A2E58}"/>
              </a:ext>
            </a:extLst>
          </p:cNvPr>
          <p:cNvSpPr txBox="1"/>
          <p:nvPr/>
        </p:nvSpPr>
        <p:spPr>
          <a:xfrm>
            <a:off x="737892" y="5655131"/>
            <a:ext cx="6506188" cy="461665"/>
          </a:xfrm>
          <a:prstGeom prst="rect">
            <a:avLst/>
          </a:prstGeom>
          <a:noFill/>
        </p:spPr>
        <p:txBody>
          <a:bodyPr wrap="squar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修改 </a:t>
            </a:r>
            <a:r>
              <a:rPr kumimoji="1" lang="en-US" altLang="zh-CN" sz="2400" dirty="0">
                <a:solidFill>
                  <a:schemeClr val="accent1"/>
                </a:solidFill>
                <a:latin typeface="Arial" panose="020B0604020202020204" pitchFamily="34" charset="0"/>
                <a:ea typeface="黑体" panose="02010609060101010101" pitchFamily="49" charset="-122"/>
                <a:cs typeface="Arial" panose="020B0604020202020204" pitchFamily="34" charset="0"/>
              </a:rPr>
              <a:t>Snapshot</a:t>
            </a:r>
            <a:r>
              <a:rPr kumimoji="1" lang="zh-CN" altLang="en-US" sz="2400" dirty="0">
                <a:solidFill>
                  <a:schemeClr val="accent1"/>
                </a:solidFill>
                <a:latin typeface="Arial" panose="020B0604020202020204" pitchFamily="34" charset="0"/>
                <a:ea typeface="黑体" panose="02010609060101010101" pitchFamily="49" charset="-122"/>
                <a:cs typeface="Arial" panose="020B0604020202020204" pitchFamily="34" charset="0"/>
              </a:rPr>
              <a:t> </a:t>
            </a:r>
            <a:r>
              <a:rPr kumimoji="1" lang="en-US" altLang="zh-CN" sz="2400" dirty="0">
                <a:solidFill>
                  <a:schemeClr val="accent1"/>
                </a:solidFill>
                <a:latin typeface="Arial" panose="020B0604020202020204" pitchFamily="34" charset="0"/>
                <a:ea typeface="黑体" panose="02010609060101010101" pitchFamily="49" charset="-122"/>
                <a:cs typeface="Arial" panose="020B0604020202020204" pitchFamily="34" charset="0"/>
              </a:rPr>
              <a:t>Map</a:t>
            </a:r>
            <a:r>
              <a:rPr kumimoji="1" lang="zh-CN" altLang="en-US" sz="2400" dirty="0">
                <a:solidFill>
                  <a:schemeClr val="accent1"/>
                </a:solidFill>
                <a:latin typeface="Arial" panose="020B0604020202020204" pitchFamily="34" charset="0"/>
                <a:ea typeface="黑体" panose="02010609060101010101" pitchFamily="49" charset="-122"/>
                <a:cs typeface="Arial" panose="020B0604020202020204" pitchFamily="34" charset="0"/>
              </a:rPr>
              <a:t> </a:t>
            </a:r>
            <a:r>
              <a:rPr kumimoji="1" lang="zh-CN" altLang="en-US" sz="2400" dirty="0">
                <a:latin typeface="Arial" panose="020B0604020202020204" pitchFamily="34" charset="0"/>
                <a:ea typeface="黑体" panose="02010609060101010101" pitchFamily="49" charset="-122"/>
                <a:cs typeface="Arial" panose="020B0604020202020204" pitchFamily="34" charset="0"/>
              </a:rPr>
              <a:t>的指针 </a:t>
            </a:r>
            <a:r>
              <a:rPr kumimoji="1" lang="en-US" altLang="zh-CN" sz="2400" dirty="0">
                <a:latin typeface="Arial" panose="020B0604020202020204" pitchFamily="34" charset="0"/>
                <a:ea typeface="黑体" panose="02010609060101010101" pitchFamily="49" charset="-122"/>
                <a:cs typeface="Arial" panose="020B0604020202020204" pitchFamily="34" charset="0"/>
              </a:rPr>
              <a:t>(point</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to</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32)</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p>
        </p:txBody>
      </p:sp>
      <p:pic>
        <p:nvPicPr>
          <p:cNvPr id="15" name="图形 14" descr="徽章 3 纯色填充">
            <a:extLst>
              <a:ext uri="{FF2B5EF4-FFF2-40B4-BE49-F238E27FC236}">
                <a16:creationId xmlns:a16="http://schemas.microsoft.com/office/drawing/2014/main" id="{49F4F5FE-F4F8-52D7-205F-7F48286F5D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9304" y="6231866"/>
            <a:ext cx="418344" cy="418344"/>
          </a:xfrm>
          <a:prstGeom prst="rect">
            <a:avLst/>
          </a:prstGeom>
        </p:spPr>
      </p:pic>
      <p:pic>
        <p:nvPicPr>
          <p:cNvPr id="7" name="图形 6" descr="徽章 纯色填充">
            <a:extLst>
              <a:ext uri="{FF2B5EF4-FFF2-40B4-BE49-F238E27FC236}">
                <a16:creationId xmlns:a16="http://schemas.microsoft.com/office/drawing/2014/main" id="{1BEBCC5E-F364-5E8E-0F0B-7132DB4D4C6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67858" y="2124647"/>
            <a:ext cx="418344" cy="418344"/>
          </a:xfrm>
          <a:prstGeom prst="rect">
            <a:avLst/>
          </a:prstGeom>
        </p:spPr>
      </p:pic>
      <p:sp>
        <p:nvSpPr>
          <p:cNvPr id="18" name="文本框 17">
            <a:extLst>
              <a:ext uri="{FF2B5EF4-FFF2-40B4-BE49-F238E27FC236}">
                <a16:creationId xmlns:a16="http://schemas.microsoft.com/office/drawing/2014/main" id="{AE69A780-371B-95F3-93E7-2F2334005804}"/>
              </a:ext>
            </a:extLst>
          </p:cNvPr>
          <p:cNvSpPr txBox="1"/>
          <p:nvPr/>
        </p:nvSpPr>
        <p:spPr>
          <a:xfrm>
            <a:off x="737892" y="6157838"/>
            <a:ext cx="4382748" cy="461665"/>
          </a:xfrm>
          <a:prstGeom prst="rect">
            <a:avLst/>
          </a:prstGeom>
          <a:noFill/>
        </p:spPr>
        <p:txBody>
          <a:bodyPr wrap="squar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更新数据（</a:t>
            </a:r>
            <a:r>
              <a:rPr kumimoji="1" lang="en-US" altLang="zh-CN" sz="2400" dirty="0">
                <a:latin typeface="Arial" panose="020B0604020202020204" pitchFamily="34" charset="0"/>
                <a:ea typeface="黑体" panose="02010609060101010101" pitchFamily="49" charset="-122"/>
                <a:cs typeface="Arial" panose="020B0604020202020204" pitchFamily="34" charset="0"/>
              </a:rPr>
              <a:t>at</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6</a:t>
            </a:r>
            <a:r>
              <a:rPr kumimoji="1" lang="zh-CN" altLang="en-US" sz="2400" dirty="0">
                <a:latin typeface="Arial" panose="020B0604020202020204" pitchFamily="34" charset="0"/>
                <a:ea typeface="黑体" panose="02010609060101010101" pitchFamily="49" charset="-122"/>
                <a:cs typeface="Arial" panose="020B0604020202020204" pitchFamily="34" charset="0"/>
              </a:rPr>
              <a:t>）</a:t>
            </a:r>
          </a:p>
        </p:txBody>
      </p:sp>
    </p:spTree>
    <p:extLst>
      <p:ext uri="{BB962C8B-B14F-4D97-AF65-F5344CB8AC3E}">
        <p14:creationId xmlns:p14="http://schemas.microsoft.com/office/powerpoint/2010/main" val="261612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a:t>Copy</a:t>
            </a:r>
            <a:r>
              <a:rPr lang="zh-CN" altLang="en-US" dirty="0"/>
              <a:t> </a:t>
            </a:r>
            <a:r>
              <a:rPr lang="en-US" altLang="zh-CN" dirty="0"/>
              <a:t>on</a:t>
            </a:r>
            <a:r>
              <a:rPr lang="zh-CN" altLang="en-US" dirty="0"/>
              <a:t> </a:t>
            </a:r>
            <a:r>
              <a:rPr lang="en-US" altLang="zh-CN" dirty="0"/>
              <a:t>Write</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en-US" altLang="zh-CN" dirty="0" err="1"/>
              <a:t>CoW</a:t>
            </a:r>
            <a:r>
              <a:rPr kumimoji="1" lang="zh-CN" altLang="en-US" dirty="0"/>
              <a:t> 有独立的快照存储区</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59</a:t>
            </a:fld>
            <a:endParaRPr lang="en-US" dirty="0"/>
          </a:p>
        </p:txBody>
      </p:sp>
      <p:pic>
        <p:nvPicPr>
          <p:cNvPr id="3" name="图片 2">
            <a:extLst>
              <a:ext uri="{FF2B5EF4-FFF2-40B4-BE49-F238E27FC236}">
                <a16:creationId xmlns:a16="http://schemas.microsoft.com/office/drawing/2014/main" id="{CC9E6B67-E213-207A-CBB3-BA1B6C53FD45}"/>
              </a:ext>
            </a:extLst>
          </p:cNvPr>
          <p:cNvPicPr>
            <a:picLocks noChangeAspect="1"/>
          </p:cNvPicPr>
          <p:nvPr/>
        </p:nvPicPr>
        <p:blipFill>
          <a:blip r:embed="rId3"/>
          <a:stretch>
            <a:fillRect/>
          </a:stretch>
        </p:blipFill>
        <p:spPr>
          <a:xfrm>
            <a:off x="1746216" y="2367280"/>
            <a:ext cx="5651567" cy="3621577"/>
          </a:xfrm>
          <a:prstGeom prst="rect">
            <a:avLst/>
          </a:prstGeom>
        </p:spPr>
      </p:pic>
    </p:spTree>
    <p:extLst>
      <p:ext uri="{BB962C8B-B14F-4D97-AF65-F5344CB8AC3E}">
        <p14:creationId xmlns:p14="http://schemas.microsoft.com/office/powerpoint/2010/main" val="14738431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a:t>Copy</a:t>
            </a:r>
            <a:r>
              <a:rPr lang="zh-CN" altLang="en-US" dirty="0"/>
              <a:t> </a:t>
            </a:r>
            <a:r>
              <a:rPr lang="en-US" altLang="zh-CN" dirty="0"/>
              <a:t>on</a:t>
            </a:r>
            <a:r>
              <a:rPr lang="zh-CN" altLang="en-US" dirty="0"/>
              <a:t> </a:t>
            </a:r>
            <a:r>
              <a:rPr lang="en-US" altLang="zh-CN" dirty="0"/>
              <a:t>Write</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源存储区永远存储完整的实时数据</a:t>
            </a:r>
            <a:endParaRPr kumimoji="1" lang="en-US" altLang="zh-CN" dirty="0"/>
          </a:p>
          <a:p>
            <a:r>
              <a:rPr kumimoji="1" lang="zh-CN" altLang="en-US" dirty="0"/>
              <a:t>快照删除：直接销毁快照存储区和快照映射表即可</a:t>
            </a:r>
          </a:p>
        </p:txBody>
      </p:sp>
      <p:sp>
        <p:nvSpPr>
          <p:cNvPr id="4" name="灯片编号占位符 3"/>
          <p:cNvSpPr>
            <a:spLocks noGrp="1"/>
          </p:cNvSpPr>
          <p:nvPr>
            <p:ph type="sldNum" sz="quarter" idx="12"/>
          </p:nvPr>
        </p:nvSpPr>
        <p:spPr/>
        <p:txBody>
          <a:bodyPr/>
          <a:lstStyle/>
          <a:p>
            <a:fld id="{F38DF745-7D3F-47F4-83A3-874385CFAA69}" type="slidenum">
              <a:rPr lang="en-US" smtClean="0"/>
              <a:pPr/>
              <a:t>60</a:t>
            </a:fld>
            <a:endParaRPr lang="en-US" dirty="0"/>
          </a:p>
        </p:txBody>
      </p:sp>
      <p:pic>
        <p:nvPicPr>
          <p:cNvPr id="3" name="图片 2">
            <a:extLst>
              <a:ext uri="{FF2B5EF4-FFF2-40B4-BE49-F238E27FC236}">
                <a16:creationId xmlns:a16="http://schemas.microsoft.com/office/drawing/2014/main" id="{9B45AF65-4507-F04A-9BFB-8571A734BA24}"/>
              </a:ext>
            </a:extLst>
          </p:cNvPr>
          <p:cNvPicPr>
            <a:picLocks noChangeAspect="1"/>
          </p:cNvPicPr>
          <p:nvPr/>
        </p:nvPicPr>
        <p:blipFill>
          <a:blip r:embed="rId3"/>
          <a:stretch>
            <a:fillRect/>
          </a:stretch>
        </p:blipFill>
        <p:spPr>
          <a:xfrm>
            <a:off x="1535504" y="3626364"/>
            <a:ext cx="5346700" cy="1524000"/>
          </a:xfrm>
          <a:prstGeom prst="rect">
            <a:avLst/>
          </a:prstGeom>
        </p:spPr>
      </p:pic>
    </p:spTree>
    <p:extLst>
      <p:ext uri="{BB962C8B-B14F-4D97-AF65-F5344CB8AC3E}">
        <p14:creationId xmlns:p14="http://schemas.microsoft.com/office/powerpoint/2010/main" val="17014415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a:t>Redirect</a:t>
            </a:r>
            <a:r>
              <a:rPr lang="zh-CN" altLang="en-US" dirty="0"/>
              <a:t> </a:t>
            </a:r>
            <a:r>
              <a:rPr lang="en-US" altLang="zh-CN" dirty="0"/>
              <a:t>on</a:t>
            </a:r>
            <a:r>
              <a:rPr lang="zh-CN" altLang="en-US" dirty="0"/>
              <a:t> </a:t>
            </a:r>
            <a:r>
              <a:rPr lang="en-US" altLang="zh-CN" dirty="0"/>
              <a:t>Write</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endParaRPr kumimoji="1"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61</a:t>
            </a:fld>
            <a:endParaRPr lang="en-US" dirty="0"/>
          </a:p>
        </p:txBody>
      </p:sp>
      <p:pic>
        <p:nvPicPr>
          <p:cNvPr id="3" name="图片 2">
            <a:extLst>
              <a:ext uri="{FF2B5EF4-FFF2-40B4-BE49-F238E27FC236}">
                <a16:creationId xmlns:a16="http://schemas.microsoft.com/office/drawing/2014/main" id="{7AD3D87F-6670-B126-2141-CB410D0DDFAD}"/>
              </a:ext>
            </a:extLst>
          </p:cNvPr>
          <p:cNvPicPr>
            <a:picLocks noChangeAspect="1"/>
          </p:cNvPicPr>
          <p:nvPr/>
        </p:nvPicPr>
        <p:blipFill>
          <a:blip r:embed="rId3"/>
          <a:stretch>
            <a:fillRect/>
          </a:stretch>
        </p:blipFill>
        <p:spPr>
          <a:xfrm>
            <a:off x="499932" y="1048798"/>
            <a:ext cx="7772400" cy="4418477"/>
          </a:xfrm>
          <a:prstGeom prst="rect">
            <a:avLst/>
          </a:prstGeom>
        </p:spPr>
      </p:pic>
      <p:pic>
        <p:nvPicPr>
          <p:cNvPr id="5" name="图形 4" descr="徽章 1 纯色填充">
            <a:extLst>
              <a:ext uri="{FF2B5EF4-FFF2-40B4-BE49-F238E27FC236}">
                <a16:creationId xmlns:a16="http://schemas.microsoft.com/office/drawing/2014/main" id="{541B1A17-285C-8229-9C31-452D7D0F51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35774" y="3725625"/>
            <a:ext cx="418344" cy="418344"/>
          </a:xfrm>
          <a:prstGeom prst="rect">
            <a:avLst/>
          </a:prstGeom>
        </p:spPr>
      </p:pic>
      <p:pic>
        <p:nvPicPr>
          <p:cNvPr id="6" name="图形 5" descr="徽章 3 纯色填充">
            <a:extLst>
              <a:ext uri="{FF2B5EF4-FFF2-40B4-BE49-F238E27FC236}">
                <a16:creationId xmlns:a16="http://schemas.microsoft.com/office/drawing/2014/main" id="{4E1ECD75-D87D-1D02-045B-C9D630F2A7D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59776" y="1101754"/>
            <a:ext cx="418344" cy="418344"/>
          </a:xfrm>
          <a:prstGeom prst="rect">
            <a:avLst/>
          </a:prstGeom>
        </p:spPr>
      </p:pic>
      <p:pic>
        <p:nvPicPr>
          <p:cNvPr id="7" name="图形 6" descr="徽章 纯色填充">
            <a:extLst>
              <a:ext uri="{FF2B5EF4-FFF2-40B4-BE49-F238E27FC236}">
                <a16:creationId xmlns:a16="http://schemas.microsoft.com/office/drawing/2014/main" id="{7826C9EA-4D4F-89E7-7A6B-C84F1D1F54A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92498" y="4785983"/>
            <a:ext cx="418344" cy="418344"/>
          </a:xfrm>
          <a:prstGeom prst="rect">
            <a:avLst/>
          </a:prstGeom>
        </p:spPr>
      </p:pic>
      <p:pic>
        <p:nvPicPr>
          <p:cNvPr id="8" name="图形 7" descr="徽章 1 纯色填充">
            <a:extLst>
              <a:ext uri="{FF2B5EF4-FFF2-40B4-BE49-F238E27FC236}">
                <a16:creationId xmlns:a16="http://schemas.microsoft.com/office/drawing/2014/main" id="{58DE5E82-7C7F-73C3-5192-05EDA2F81F9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8058" y="5093578"/>
            <a:ext cx="418344" cy="418344"/>
          </a:xfrm>
          <a:prstGeom prst="rect">
            <a:avLst/>
          </a:prstGeom>
        </p:spPr>
      </p:pic>
      <p:sp>
        <p:nvSpPr>
          <p:cNvPr id="9" name="文本框 8">
            <a:extLst>
              <a:ext uri="{FF2B5EF4-FFF2-40B4-BE49-F238E27FC236}">
                <a16:creationId xmlns:a16="http://schemas.microsoft.com/office/drawing/2014/main" id="{2241CC99-336B-DADF-8E88-3BC77CF3A7BD}"/>
              </a:ext>
            </a:extLst>
          </p:cNvPr>
          <p:cNvSpPr txBox="1"/>
          <p:nvPr/>
        </p:nvSpPr>
        <p:spPr>
          <a:xfrm>
            <a:off x="696646" y="5105444"/>
            <a:ext cx="3818674" cy="461665"/>
          </a:xfrm>
          <a:prstGeom prst="rect">
            <a:avLst/>
          </a:prstGeom>
          <a:noFill/>
        </p:spPr>
        <p:txBody>
          <a:bodyPr wrap="non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拷贝数据 （</a:t>
            </a:r>
            <a:r>
              <a:rPr kumimoji="1" lang="en-US" altLang="zh-CN" sz="2400" dirty="0">
                <a:latin typeface="Arial" panose="020B0604020202020204" pitchFamily="34" charset="0"/>
                <a:ea typeface="黑体" panose="02010609060101010101" pitchFamily="49" charset="-122"/>
                <a:cs typeface="Arial" panose="020B0604020202020204" pitchFamily="34" charset="0"/>
              </a:rPr>
              <a:t>copy</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6</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-&gt;</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32</a:t>
            </a:r>
            <a:r>
              <a:rPr kumimoji="1" lang="zh-CN" altLang="en-US" sz="2400" dirty="0">
                <a:latin typeface="Arial" panose="020B0604020202020204" pitchFamily="34" charset="0"/>
                <a:ea typeface="黑体" panose="02010609060101010101" pitchFamily="49" charset="-122"/>
                <a:cs typeface="Arial" panose="020B0604020202020204" pitchFamily="34" charset="0"/>
              </a:rPr>
              <a:t>）</a:t>
            </a:r>
          </a:p>
        </p:txBody>
      </p:sp>
      <p:pic>
        <p:nvPicPr>
          <p:cNvPr id="10" name="图形 9" descr="徽章 纯色填充">
            <a:extLst>
              <a:ext uri="{FF2B5EF4-FFF2-40B4-BE49-F238E27FC236}">
                <a16:creationId xmlns:a16="http://schemas.microsoft.com/office/drawing/2014/main" id="{71585FA4-A49B-0F44-91DD-09664DBD7BD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8058" y="5646801"/>
            <a:ext cx="418344" cy="418344"/>
          </a:xfrm>
          <a:prstGeom prst="rect">
            <a:avLst/>
          </a:prstGeom>
        </p:spPr>
      </p:pic>
      <p:sp>
        <p:nvSpPr>
          <p:cNvPr id="12" name="文本框 11">
            <a:extLst>
              <a:ext uri="{FF2B5EF4-FFF2-40B4-BE49-F238E27FC236}">
                <a16:creationId xmlns:a16="http://schemas.microsoft.com/office/drawing/2014/main" id="{06D465D7-9DB4-AC94-6558-0C700951C0A8}"/>
              </a:ext>
            </a:extLst>
          </p:cNvPr>
          <p:cNvSpPr txBox="1"/>
          <p:nvPr/>
        </p:nvSpPr>
        <p:spPr>
          <a:xfrm>
            <a:off x="696646" y="5623289"/>
            <a:ext cx="6506188" cy="461665"/>
          </a:xfrm>
          <a:prstGeom prst="rect">
            <a:avLst/>
          </a:prstGeom>
          <a:noFill/>
        </p:spPr>
        <p:txBody>
          <a:bodyPr wrap="squar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更新数据 （</a:t>
            </a:r>
            <a:r>
              <a:rPr kumimoji="1" lang="en-US" altLang="zh-CN" sz="2400" dirty="0">
                <a:latin typeface="Arial" panose="020B0604020202020204" pitchFamily="34" charset="0"/>
                <a:ea typeface="黑体" panose="02010609060101010101" pitchFamily="49" charset="-122"/>
                <a:cs typeface="Arial" panose="020B0604020202020204" pitchFamily="34" charset="0"/>
              </a:rPr>
              <a:t>at</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6</a:t>
            </a:r>
            <a:r>
              <a:rPr kumimoji="1" lang="zh-CN" altLang="en-US" sz="2400" dirty="0">
                <a:latin typeface="Arial" panose="020B0604020202020204" pitchFamily="34" charset="0"/>
                <a:ea typeface="黑体" panose="02010609060101010101" pitchFamily="49" charset="-122"/>
                <a:cs typeface="Arial" panose="020B0604020202020204" pitchFamily="34" charset="0"/>
              </a:rPr>
              <a:t>）</a:t>
            </a:r>
          </a:p>
        </p:txBody>
      </p:sp>
      <p:pic>
        <p:nvPicPr>
          <p:cNvPr id="13" name="图形 12" descr="徽章 3 纯色填充">
            <a:extLst>
              <a:ext uri="{FF2B5EF4-FFF2-40B4-BE49-F238E27FC236}">
                <a16:creationId xmlns:a16="http://schemas.microsoft.com/office/drawing/2014/main" id="{07391E80-5DF1-956F-2842-38477C56E7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058" y="6200024"/>
            <a:ext cx="418344" cy="418344"/>
          </a:xfrm>
          <a:prstGeom prst="rect">
            <a:avLst/>
          </a:prstGeom>
        </p:spPr>
      </p:pic>
      <p:sp>
        <p:nvSpPr>
          <p:cNvPr id="14" name="文本框 13">
            <a:extLst>
              <a:ext uri="{FF2B5EF4-FFF2-40B4-BE49-F238E27FC236}">
                <a16:creationId xmlns:a16="http://schemas.microsoft.com/office/drawing/2014/main" id="{BE16C990-BE87-7E2B-0418-AFEB88825783}"/>
              </a:ext>
            </a:extLst>
          </p:cNvPr>
          <p:cNvSpPr txBox="1"/>
          <p:nvPr/>
        </p:nvSpPr>
        <p:spPr>
          <a:xfrm>
            <a:off x="696646" y="6125996"/>
            <a:ext cx="5409514" cy="461665"/>
          </a:xfrm>
          <a:prstGeom prst="rect">
            <a:avLst/>
          </a:prstGeom>
          <a:noFill/>
        </p:spPr>
        <p:txBody>
          <a:bodyPr wrap="square" rtlCol="0">
            <a:spAutoFit/>
          </a:bodyPr>
          <a:lstStyle/>
          <a:p>
            <a:pPr defTabSz="914400">
              <a:spcBef>
                <a:spcPts val="1000"/>
              </a:spcBef>
              <a:buSzPct val="100000"/>
            </a:pPr>
            <a:r>
              <a:rPr kumimoji="1" lang="zh-CN" altLang="en-US" sz="2400" dirty="0">
                <a:latin typeface="Arial" panose="020B0604020202020204" pitchFamily="34" charset="0"/>
                <a:ea typeface="黑体" panose="02010609060101010101" pitchFamily="49" charset="-122"/>
                <a:cs typeface="Arial" panose="020B0604020202020204" pitchFamily="34" charset="0"/>
              </a:rPr>
              <a:t>修改 </a:t>
            </a:r>
            <a:r>
              <a:rPr kumimoji="1" lang="en-US" altLang="zh-CN" sz="2400" dirty="0">
                <a:solidFill>
                  <a:schemeClr val="accent1"/>
                </a:solidFill>
                <a:latin typeface="Arial" panose="020B0604020202020204" pitchFamily="34" charset="0"/>
                <a:ea typeface="黑体" panose="02010609060101010101" pitchFamily="49" charset="-122"/>
                <a:cs typeface="Arial" panose="020B0604020202020204" pitchFamily="34" charset="0"/>
              </a:rPr>
              <a:t>Original</a:t>
            </a:r>
            <a:r>
              <a:rPr kumimoji="1" lang="zh-CN" altLang="en-US" sz="2400" dirty="0">
                <a:solidFill>
                  <a:schemeClr val="accent1"/>
                </a:solidFill>
                <a:latin typeface="Arial" panose="020B0604020202020204" pitchFamily="34" charset="0"/>
                <a:ea typeface="黑体" panose="02010609060101010101" pitchFamily="49" charset="-122"/>
                <a:cs typeface="Arial" panose="020B0604020202020204" pitchFamily="34" charset="0"/>
              </a:rPr>
              <a:t> </a:t>
            </a:r>
            <a:r>
              <a:rPr kumimoji="1" lang="en-US" altLang="zh-CN" sz="2400" dirty="0">
                <a:solidFill>
                  <a:schemeClr val="accent1"/>
                </a:solidFill>
                <a:latin typeface="Arial" panose="020B0604020202020204" pitchFamily="34" charset="0"/>
                <a:ea typeface="黑体" panose="02010609060101010101" pitchFamily="49" charset="-122"/>
                <a:cs typeface="Arial" panose="020B0604020202020204" pitchFamily="34" charset="0"/>
              </a:rPr>
              <a:t>Map</a:t>
            </a:r>
            <a:r>
              <a:rPr kumimoji="1" lang="zh-CN" altLang="en-US" sz="2400" dirty="0">
                <a:solidFill>
                  <a:schemeClr val="accent1"/>
                </a:solidFill>
                <a:latin typeface="Arial" panose="020B0604020202020204" pitchFamily="34" charset="0"/>
                <a:ea typeface="黑体" panose="02010609060101010101" pitchFamily="49" charset="-122"/>
                <a:cs typeface="Arial" panose="020B0604020202020204" pitchFamily="34" charset="0"/>
              </a:rPr>
              <a:t> </a:t>
            </a:r>
            <a:r>
              <a:rPr kumimoji="1" lang="zh-CN" altLang="en-US" sz="2400" dirty="0">
                <a:latin typeface="Arial" panose="020B0604020202020204" pitchFamily="34" charset="0"/>
                <a:ea typeface="黑体" panose="02010609060101010101" pitchFamily="49" charset="-122"/>
                <a:cs typeface="Arial" panose="020B0604020202020204" pitchFamily="34" charset="0"/>
              </a:rPr>
              <a:t>的指针（</a:t>
            </a:r>
            <a:r>
              <a:rPr kumimoji="1" lang="en-US" altLang="zh-CN" sz="2400" dirty="0">
                <a:latin typeface="Arial" panose="020B0604020202020204" pitchFamily="34" charset="0"/>
                <a:ea typeface="黑体" panose="02010609060101010101" pitchFamily="49" charset="-122"/>
                <a:cs typeface="Arial" panose="020B0604020202020204" pitchFamily="34" charset="0"/>
              </a:rPr>
              <a:t>point</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to</a:t>
            </a:r>
            <a:r>
              <a:rPr kumimoji="1" lang="zh-CN" altLang="en-US" sz="2400" dirty="0">
                <a:latin typeface="Arial" panose="020B0604020202020204" pitchFamily="34" charset="0"/>
                <a:ea typeface="黑体" panose="02010609060101010101" pitchFamily="49" charset="-122"/>
                <a:cs typeface="Arial" panose="020B0604020202020204" pitchFamily="34" charset="0"/>
              </a:rPr>
              <a:t> </a:t>
            </a:r>
            <a:r>
              <a:rPr kumimoji="1" lang="en-US" altLang="zh-CN" sz="2400" dirty="0">
                <a:latin typeface="Arial" panose="020B0604020202020204" pitchFamily="34" charset="0"/>
                <a:ea typeface="黑体" panose="02010609060101010101" pitchFamily="49" charset="-122"/>
                <a:cs typeface="Arial" panose="020B0604020202020204" pitchFamily="34" charset="0"/>
              </a:rPr>
              <a:t>32</a:t>
            </a:r>
            <a:r>
              <a:rPr kumimoji="1" lang="zh-CN" altLang="en-US" sz="2400" dirty="0">
                <a:latin typeface="Arial" panose="020B0604020202020204" pitchFamily="34" charset="0"/>
                <a:ea typeface="黑体" panose="02010609060101010101" pitchFamily="49" charset="-122"/>
                <a:cs typeface="Arial" panose="020B0604020202020204" pitchFamily="34" charset="0"/>
              </a:rPr>
              <a:t>）</a:t>
            </a:r>
          </a:p>
        </p:txBody>
      </p:sp>
    </p:spTree>
    <p:extLst>
      <p:ext uri="{BB962C8B-B14F-4D97-AF65-F5344CB8AC3E}">
        <p14:creationId xmlns:p14="http://schemas.microsoft.com/office/powerpoint/2010/main" val="245970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a:t>Redirect</a:t>
            </a:r>
            <a:r>
              <a:rPr lang="zh-CN" altLang="en-US" dirty="0"/>
              <a:t> </a:t>
            </a:r>
            <a:r>
              <a:rPr lang="en-US" altLang="zh-CN" dirty="0"/>
              <a:t>on</a:t>
            </a:r>
            <a:r>
              <a:rPr lang="zh-CN" altLang="en-US" dirty="0"/>
              <a:t> </a:t>
            </a:r>
            <a:r>
              <a:rPr lang="en-US" altLang="zh-CN" dirty="0"/>
              <a:t>Write</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最新的数据重定位到快照存储区中</a:t>
            </a:r>
            <a:endParaRPr kumimoji="1" lang="en-US" altLang="zh-CN" dirty="0"/>
          </a:p>
          <a:p>
            <a:r>
              <a:rPr kumimoji="1" lang="zh-CN" altLang="en-US" dirty="0"/>
              <a:t>快照删除：必须将快照存储区中的数据回拷到源存储区中，才能删除快照</a:t>
            </a:r>
          </a:p>
        </p:txBody>
      </p:sp>
      <p:sp>
        <p:nvSpPr>
          <p:cNvPr id="4" name="灯片编号占位符 3"/>
          <p:cNvSpPr>
            <a:spLocks noGrp="1"/>
          </p:cNvSpPr>
          <p:nvPr>
            <p:ph type="sldNum" sz="quarter" idx="12"/>
          </p:nvPr>
        </p:nvSpPr>
        <p:spPr/>
        <p:txBody>
          <a:bodyPr/>
          <a:lstStyle/>
          <a:p>
            <a:fld id="{F38DF745-7D3F-47F4-83A3-874385CFAA69}" type="slidenum">
              <a:rPr lang="en-US" smtClean="0"/>
              <a:pPr/>
              <a:t>62</a:t>
            </a:fld>
            <a:endParaRPr lang="en-US" dirty="0"/>
          </a:p>
        </p:txBody>
      </p:sp>
      <p:pic>
        <p:nvPicPr>
          <p:cNvPr id="3" name="图片 2">
            <a:extLst>
              <a:ext uri="{FF2B5EF4-FFF2-40B4-BE49-F238E27FC236}">
                <a16:creationId xmlns:a16="http://schemas.microsoft.com/office/drawing/2014/main" id="{CD55522C-69C0-AE79-5ADC-3B29DC092439}"/>
              </a:ext>
            </a:extLst>
          </p:cNvPr>
          <p:cNvPicPr>
            <a:picLocks noChangeAspect="1"/>
          </p:cNvPicPr>
          <p:nvPr/>
        </p:nvPicPr>
        <p:blipFill>
          <a:blip r:embed="rId3"/>
          <a:stretch>
            <a:fillRect/>
          </a:stretch>
        </p:blipFill>
        <p:spPr>
          <a:xfrm>
            <a:off x="1365250" y="3641604"/>
            <a:ext cx="6007100" cy="1625600"/>
          </a:xfrm>
          <a:prstGeom prst="rect">
            <a:avLst/>
          </a:prstGeom>
        </p:spPr>
      </p:pic>
    </p:spTree>
    <p:extLst>
      <p:ext uri="{BB962C8B-B14F-4D97-AF65-F5344CB8AC3E}">
        <p14:creationId xmlns:p14="http://schemas.microsoft.com/office/powerpoint/2010/main" val="1523904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err="1"/>
              <a:t>CoW</a:t>
            </a:r>
            <a:r>
              <a:rPr lang="zh-CN" altLang="en-US" dirty="0"/>
              <a:t> </a:t>
            </a:r>
            <a:r>
              <a:rPr lang="en-US" altLang="zh-CN" dirty="0" err="1"/>
              <a:t>v.s</a:t>
            </a:r>
            <a:r>
              <a:rPr lang="en-US" altLang="zh-CN" dirty="0"/>
              <a:t>.</a:t>
            </a:r>
            <a:r>
              <a:rPr lang="zh-CN" altLang="en-US" dirty="0"/>
              <a:t> </a:t>
            </a:r>
            <a:r>
              <a:rPr lang="en-US" altLang="zh-CN" dirty="0" err="1"/>
              <a:t>RoW</a:t>
            </a:r>
            <a:endParaRPr lang="zh-CN" altLang="en-US" dirty="0"/>
          </a:p>
        </p:txBody>
      </p:sp>
      <p:sp>
        <p:nvSpPr>
          <p:cNvPr id="4" name="灯片编号占位符 3"/>
          <p:cNvSpPr>
            <a:spLocks noGrp="1"/>
          </p:cNvSpPr>
          <p:nvPr>
            <p:ph type="sldNum" sz="quarter" idx="12"/>
          </p:nvPr>
        </p:nvSpPr>
        <p:spPr/>
        <p:txBody>
          <a:bodyPr/>
          <a:lstStyle/>
          <a:p>
            <a:fld id="{F38DF745-7D3F-47F4-83A3-874385CFAA69}" type="slidenum">
              <a:rPr lang="en-US" smtClean="0"/>
              <a:pPr/>
              <a:t>63</a:t>
            </a:fld>
            <a:endParaRPr lang="en-US" dirty="0"/>
          </a:p>
        </p:txBody>
      </p:sp>
      <p:sp>
        <p:nvSpPr>
          <p:cNvPr id="5" name="内容占位符 4">
            <a:extLst>
              <a:ext uri="{FF2B5EF4-FFF2-40B4-BE49-F238E27FC236}">
                <a16:creationId xmlns:a16="http://schemas.microsoft.com/office/drawing/2014/main" id="{13A0F2CB-BFB3-ECE3-EFCF-E2C6AB311647}"/>
              </a:ext>
            </a:extLst>
          </p:cNvPr>
          <p:cNvSpPr>
            <a:spLocks noGrp="1"/>
          </p:cNvSpPr>
          <p:nvPr>
            <p:ph idx="1"/>
          </p:nvPr>
        </p:nvSpPr>
        <p:spPr/>
        <p:txBody>
          <a:bodyPr/>
          <a:lstStyle/>
          <a:p>
            <a:endParaRPr lang="zh-CN" altLang="en-US"/>
          </a:p>
        </p:txBody>
      </p:sp>
      <p:pic>
        <p:nvPicPr>
          <p:cNvPr id="6" name="图片 5">
            <a:extLst>
              <a:ext uri="{FF2B5EF4-FFF2-40B4-BE49-F238E27FC236}">
                <a16:creationId xmlns:a16="http://schemas.microsoft.com/office/drawing/2014/main" id="{A0AA68DF-B8F6-2455-717B-779056BB1B3A}"/>
              </a:ext>
            </a:extLst>
          </p:cNvPr>
          <p:cNvPicPr>
            <a:picLocks noChangeAspect="1"/>
          </p:cNvPicPr>
          <p:nvPr/>
        </p:nvPicPr>
        <p:blipFill>
          <a:blip r:embed="rId3"/>
          <a:stretch>
            <a:fillRect/>
          </a:stretch>
        </p:blipFill>
        <p:spPr>
          <a:xfrm>
            <a:off x="693568" y="1281839"/>
            <a:ext cx="7217336" cy="3967063"/>
          </a:xfrm>
          <a:prstGeom prst="rect">
            <a:avLst/>
          </a:prstGeom>
        </p:spPr>
      </p:pic>
      <p:sp>
        <p:nvSpPr>
          <p:cNvPr id="8" name="文本框 7">
            <a:extLst>
              <a:ext uri="{FF2B5EF4-FFF2-40B4-BE49-F238E27FC236}">
                <a16:creationId xmlns:a16="http://schemas.microsoft.com/office/drawing/2014/main" id="{F78B0B1F-85CB-0371-C790-1440D0F9DB5A}"/>
              </a:ext>
            </a:extLst>
          </p:cNvPr>
          <p:cNvSpPr txBox="1"/>
          <p:nvPr/>
        </p:nvSpPr>
        <p:spPr>
          <a:xfrm>
            <a:off x="279700" y="5428292"/>
            <a:ext cx="8983980" cy="707886"/>
          </a:xfrm>
          <a:prstGeom prst="rect">
            <a:avLst/>
          </a:prstGeom>
          <a:noFill/>
        </p:spPr>
        <p:txBody>
          <a:bodyPr wrap="square">
            <a:spAutoFit/>
          </a:bodyPr>
          <a:lstStyle/>
          <a:p>
            <a:pPr lvl="1"/>
            <a:r>
              <a:rPr kumimoji="1" lang="en-US" altLang="zh-CN" sz="2000" dirty="0" err="1">
                <a:latin typeface="Arial" panose="020B0604020202020204" pitchFamily="34" charset="0"/>
                <a:ea typeface="黑体" panose="02010609060101010101" pitchFamily="49" charset="-122"/>
                <a:cs typeface="Arial" panose="020B0604020202020204" pitchFamily="34" charset="0"/>
              </a:rPr>
              <a:t>CoW</a:t>
            </a:r>
            <a:r>
              <a:rPr kumimoji="1" lang="zh-CN" altLang="en-US" sz="2000" dirty="0">
                <a:latin typeface="Arial" panose="020B0604020202020204" pitchFamily="34" charset="0"/>
                <a:ea typeface="黑体" panose="02010609060101010101" pitchFamily="49" charset="-122"/>
                <a:cs typeface="Arial" panose="020B0604020202020204" pitchFamily="34" charset="0"/>
              </a:rPr>
              <a:t>写操作：读数据块、写数据块、修改指针（</a:t>
            </a:r>
            <a:r>
              <a:rPr kumimoji="1" lang="en-US" altLang="zh-CN" sz="2000" dirty="0">
                <a:latin typeface="Arial" panose="020B0604020202020204" pitchFamily="34" charset="0"/>
                <a:ea typeface="黑体" panose="02010609060101010101" pitchFamily="49" charset="-122"/>
                <a:cs typeface="Arial" panose="020B0604020202020204" pitchFamily="34" charset="0"/>
              </a:rPr>
              <a:t>1R</a:t>
            </a:r>
            <a:r>
              <a:rPr kumimoji="1" lang="zh-CN" altLang="en-US" sz="2000" dirty="0">
                <a:latin typeface="Arial" panose="020B0604020202020204" pitchFamily="34" charset="0"/>
                <a:ea typeface="黑体" panose="02010609060101010101" pitchFamily="49" charset="-122"/>
                <a:cs typeface="Arial" panose="020B0604020202020204" pitchFamily="34" charset="0"/>
              </a:rPr>
              <a:t> </a:t>
            </a:r>
            <a:r>
              <a:rPr kumimoji="1" lang="en-US" altLang="zh-CN" sz="2000" dirty="0">
                <a:latin typeface="Arial" panose="020B0604020202020204" pitchFamily="34" charset="0"/>
                <a:ea typeface="黑体" panose="02010609060101010101" pitchFamily="49" charset="-122"/>
                <a:cs typeface="Arial" panose="020B0604020202020204" pitchFamily="34" charset="0"/>
              </a:rPr>
              <a:t>2W</a:t>
            </a:r>
            <a:r>
              <a:rPr kumimoji="1" lang="zh-CN" altLang="en-US" sz="2000" dirty="0">
                <a:latin typeface="Arial" panose="020B0604020202020204" pitchFamily="34" charset="0"/>
                <a:ea typeface="黑体" panose="02010609060101010101" pitchFamily="49" charset="-122"/>
                <a:cs typeface="Arial" panose="020B0604020202020204" pitchFamily="34" charset="0"/>
              </a:rPr>
              <a:t>）</a:t>
            </a:r>
            <a:endParaRPr kumimoji="1" lang="en-US" altLang="zh-CN" sz="2000" dirty="0">
              <a:latin typeface="Arial" panose="020B0604020202020204" pitchFamily="34" charset="0"/>
              <a:ea typeface="黑体" panose="02010609060101010101" pitchFamily="49" charset="-122"/>
              <a:cs typeface="Arial" panose="020B0604020202020204" pitchFamily="34" charset="0"/>
            </a:endParaRPr>
          </a:p>
          <a:p>
            <a:pPr lvl="1"/>
            <a:r>
              <a:rPr kumimoji="1" lang="en-US" altLang="zh-CN" sz="2000" dirty="0" err="1">
                <a:latin typeface="Arial" panose="020B0604020202020204" pitchFamily="34" charset="0"/>
                <a:ea typeface="黑体" panose="02010609060101010101" pitchFamily="49" charset="-122"/>
                <a:cs typeface="Arial" panose="020B0604020202020204" pitchFamily="34" charset="0"/>
              </a:rPr>
              <a:t>RoW</a:t>
            </a:r>
            <a:r>
              <a:rPr kumimoji="1" lang="zh-CN" altLang="en-US" sz="2000" dirty="0">
                <a:latin typeface="Arial" panose="020B0604020202020204" pitchFamily="34" charset="0"/>
                <a:ea typeface="黑体" panose="02010609060101010101" pitchFamily="49" charset="-122"/>
                <a:cs typeface="Arial" panose="020B0604020202020204" pitchFamily="34" charset="0"/>
              </a:rPr>
              <a:t>写操作：（满块时）直接写新数据块，再修改指针（</a:t>
            </a:r>
            <a:r>
              <a:rPr kumimoji="1" lang="en-US" altLang="zh-CN" sz="2000" dirty="0">
                <a:latin typeface="Arial" panose="020B0604020202020204" pitchFamily="34" charset="0"/>
                <a:ea typeface="黑体" panose="02010609060101010101" pitchFamily="49" charset="-122"/>
                <a:cs typeface="Arial" panose="020B0604020202020204" pitchFamily="34" charset="0"/>
              </a:rPr>
              <a:t>2W</a:t>
            </a:r>
            <a:r>
              <a:rPr kumimoji="1" lang="zh-CN" altLang="en-US" sz="2000" dirty="0">
                <a:latin typeface="Arial" panose="020B0604020202020204" pitchFamily="34" charset="0"/>
                <a:ea typeface="黑体" panose="02010609060101010101" pitchFamily="49" charset="-122"/>
                <a:cs typeface="Arial" panose="020B0604020202020204" pitchFamily="34" charset="0"/>
              </a:rPr>
              <a:t>）</a:t>
            </a:r>
            <a:endParaRPr kumimoji="1" lang="en-US" altLang="zh-CN" sz="2000" dirty="0">
              <a:latin typeface="Arial" panose="020B0604020202020204" pitchFamily="34" charset="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7272221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a:t>
            </a:r>
            <a:r>
              <a:rPr lang="zh-CN" altLang="en-US" dirty="0"/>
              <a:t> </a:t>
            </a:r>
            <a:r>
              <a:rPr lang="en-US" altLang="zh-CN" dirty="0" err="1"/>
              <a:t>CoW</a:t>
            </a:r>
            <a:r>
              <a:rPr lang="zh-CN" altLang="en-US" dirty="0"/>
              <a:t> </a:t>
            </a:r>
            <a:r>
              <a:rPr lang="en-US" altLang="zh-CN" dirty="0" err="1"/>
              <a:t>v.s</a:t>
            </a:r>
            <a:r>
              <a:rPr lang="en-US" altLang="zh-CN" dirty="0"/>
              <a:t>.</a:t>
            </a:r>
            <a:r>
              <a:rPr lang="zh-CN" altLang="en-US" dirty="0"/>
              <a:t> </a:t>
            </a:r>
            <a:r>
              <a:rPr lang="en-US" altLang="zh-CN" dirty="0" err="1"/>
              <a:t>RoW</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a:xfrm>
            <a:off x="279700" y="1075764"/>
            <a:ext cx="8659905" cy="5782235"/>
          </a:xfrm>
        </p:spPr>
        <p:txBody>
          <a:bodyPr>
            <a:normAutofit/>
          </a:bodyPr>
          <a:lstStyle/>
          <a:p>
            <a:r>
              <a:rPr kumimoji="1" lang="zh-CN" altLang="en-US" dirty="0"/>
              <a:t>写性能</a:t>
            </a:r>
            <a:endParaRPr kumimoji="1" lang="en-US" altLang="zh-CN" dirty="0"/>
          </a:p>
          <a:p>
            <a:pPr lvl="1"/>
            <a:r>
              <a:rPr kumimoji="1" lang="en-US" altLang="zh-CN" dirty="0" err="1"/>
              <a:t>CoW</a:t>
            </a:r>
            <a:r>
              <a:rPr kumimoji="1" lang="zh-CN" altLang="en-US" dirty="0"/>
              <a:t>：读数据块、写数据块、修改指针（</a:t>
            </a:r>
            <a:r>
              <a:rPr kumimoji="1" lang="en-US" altLang="zh-CN" dirty="0"/>
              <a:t>1R</a:t>
            </a:r>
            <a:r>
              <a:rPr kumimoji="1" lang="zh-CN" altLang="en-US" dirty="0"/>
              <a:t> </a:t>
            </a:r>
            <a:r>
              <a:rPr kumimoji="1" lang="en-US" altLang="zh-CN" dirty="0"/>
              <a:t>2W</a:t>
            </a:r>
            <a:r>
              <a:rPr kumimoji="1" lang="zh-CN" altLang="en-US" dirty="0"/>
              <a:t>）</a:t>
            </a:r>
            <a:endParaRPr kumimoji="1" lang="en-US" altLang="zh-CN" dirty="0"/>
          </a:p>
          <a:p>
            <a:pPr lvl="1"/>
            <a:r>
              <a:rPr kumimoji="1" lang="en-US" altLang="zh-CN" dirty="0" err="1"/>
              <a:t>RoW</a:t>
            </a:r>
            <a:r>
              <a:rPr kumimoji="1" lang="zh-CN" altLang="en-US" dirty="0"/>
              <a:t>：（满块时）直接写新数据块，再修改指针（</a:t>
            </a:r>
            <a:r>
              <a:rPr kumimoji="1" lang="en-US" altLang="zh-CN" dirty="0"/>
              <a:t>2W</a:t>
            </a:r>
            <a:r>
              <a:rPr kumimoji="1" lang="zh-CN" altLang="en-US" dirty="0"/>
              <a:t>）</a:t>
            </a:r>
            <a:endParaRPr kumimoji="1" lang="en-US" altLang="zh-CN" dirty="0"/>
          </a:p>
          <a:p>
            <a:pPr lvl="1"/>
            <a:r>
              <a:rPr kumimoji="1" lang="en-US" altLang="zh-CN" dirty="0" err="1"/>
              <a:t>RoW</a:t>
            </a:r>
            <a:r>
              <a:rPr kumimoji="1" lang="zh-CN" altLang="en-US" dirty="0"/>
              <a:t> 有更多顺序写的机会</a:t>
            </a:r>
            <a:endParaRPr kumimoji="1" lang="en-US" altLang="zh-CN" dirty="0"/>
          </a:p>
          <a:p>
            <a:r>
              <a:rPr kumimoji="1" lang="zh-CN" altLang="en-US" dirty="0"/>
              <a:t>同时存在多个（</a:t>
            </a:r>
            <a:r>
              <a:rPr kumimoji="1" lang="en-US" altLang="zh-CN" i="1" dirty="0"/>
              <a:t>S</a:t>
            </a:r>
            <a:r>
              <a:rPr kumimoji="1" lang="zh-CN" altLang="en-US" dirty="0"/>
              <a:t>个）</a:t>
            </a:r>
            <a:r>
              <a:rPr kumimoji="1" lang="en-US" altLang="zh-CN" dirty="0"/>
              <a:t>snapshot</a:t>
            </a:r>
            <a:r>
              <a:rPr kumimoji="1" lang="zh-CN" altLang="en-US" dirty="0"/>
              <a:t> 时</a:t>
            </a:r>
            <a:endParaRPr kumimoji="1" lang="en-US" altLang="zh-CN" dirty="0"/>
          </a:p>
          <a:p>
            <a:pPr lvl="1"/>
            <a:r>
              <a:rPr kumimoji="1" lang="en-US" altLang="zh-CN" dirty="0" err="1"/>
              <a:t>CoW</a:t>
            </a:r>
            <a:r>
              <a:rPr kumimoji="1" lang="zh-CN" altLang="en-US" dirty="0"/>
              <a:t>：修改 </a:t>
            </a:r>
            <a:r>
              <a:rPr kumimoji="1" lang="en-US" altLang="zh-CN" dirty="0"/>
              <a:t>snapshot</a:t>
            </a:r>
            <a:r>
              <a:rPr kumimoji="1" lang="zh-CN" altLang="en-US" dirty="0"/>
              <a:t> </a:t>
            </a:r>
            <a:r>
              <a:rPr kumimoji="1" lang="en-US" altLang="zh-CN" dirty="0"/>
              <a:t>map</a:t>
            </a:r>
            <a:r>
              <a:rPr kumimoji="1" lang="zh-CN" altLang="en-US" dirty="0"/>
              <a:t> 共 </a:t>
            </a:r>
            <a:r>
              <a:rPr kumimoji="1" lang="en-US" altLang="zh-CN" i="1" dirty="0"/>
              <a:t>S</a:t>
            </a:r>
            <a:r>
              <a:rPr kumimoji="1" lang="zh-CN" altLang="en-US" dirty="0"/>
              <a:t> 次</a:t>
            </a:r>
            <a:endParaRPr kumimoji="1" lang="en-US" altLang="zh-CN" dirty="0"/>
          </a:p>
          <a:p>
            <a:pPr lvl="1"/>
            <a:r>
              <a:rPr kumimoji="1" lang="en-US" altLang="zh-CN" dirty="0" err="1"/>
              <a:t>RoW</a:t>
            </a:r>
            <a:r>
              <a:rPr kumimoji="1" lang="zh-CN" altLang="en-US" dirty="0"/>
              <a:t>：修改 </a:t>
            </a:r>
            <a:r>
              <a:rPr kumimoji="1" lang="en-US" altLang="zh-CN" dirty="0"/>
              <a:t>original</a:t>
            </a:r>
            <a:r>
              <a:rPr kumimoji="1" lang="zh-CN" altLang="en-US" dirty="0"/>
              <a:t> </a:t>
            </a:r>
            <a:r>
              <a:rPr kumimoji="1" lang="en-US" altLang="zh-CN" dirty="0"/>
              <a:t>map</a:t>
            </a:r>
            <a:r>
              <a:rPr kumimoji="1" lang="zh-CN" altLang="en-US" dirty="0"/>
              <a:t> 共 </a:t>
            </a:r>
            <a:r>
              <a:rPr kumimoji="1" lang="en-US" altLang="zh-CN" dirty="0"/>
              <a:t>1</a:t>
            </a:r>
            <a:r>
              <a:rPr kumimoji="1" lang="zh-CN" altLang="en-US" dirty="0"/>
              <a:t> 次</a:t>
            </a:r>
            <a:endParaRPr kumimoji="1" lang="en-US" altLang="zh-CN" dirty="0"/>
          </a:p>
          <a:p>
            <a:r>
              <a:rPr kumimoji="1" lang="zh-CN" altLang="en-US" dirty="0"/>
              <a:t>独立的快照区</a:t>
            </a:r>
            <a:endParaRPr kumimoji="1" lang="en-US" altLang="zh-CN" dirty="0"/>
          </a:p>
          <a:p>
            <a:pPr lvl="1"/>
            <a:r>
              <a:rPr kumimoji="1" lang="en-US" altLang="zh-CN" dirty="0" err="1"/>
              <a:t>CoW</a:t>
            </a:r>
            <a:r>
              <a:rPr kumimoji="1" lang="zh-CN" altLang="en-US" dirty="0"/>
              <a:t> 可以把 </a:t>
            </a:r>
            <a:r>
              <a:rPr kumimoji="1" lang="en-US" altLang="zh-CN" dirty="0"/>
              <a:t>snapshot</a:t>
            </a:r>
            <a:r>
              <a:rPr kumimoji="1" lang="zh-CN" altLang="en-US" dirty="0"/>
              <a:t> 放在独立的卷上</a:t>
            </a:r>
            <a:endParaRPr kumimoji="1" lang="en-US" altLang="zh-CN" dirty="0"/>
          </a:p>
          <a:p>
            <a:pPr lvl="1"/>
            <a:r>
              <a:rPr kumimoji="1" lang="en-US" altLang="zh-CN" dirty="0" err="1"/>
              <a:t>RoW</a:t>
            </a:r>
            <a:r>
              <a:rPr kumimoji="1" lang="zh-CN" altLang="en-US" dirty="0"/>
              <a:t> 把数据和 </a:t>
            </a:r>
            <a:r>
              <a:rPr kumimoji="1" lang="en-US" altLang="zh-CN" dirty="0"/>
              <a:t>snapshot</a:t>
            </a:r>
            <a:r>
              <a:rPr kumimoji="1" lang="zh-CN" altLang="en-US" dirty="0"/>
              <a:t> 数据放在同一个卷上，数据混杂，难以独立管理 </a:t>
            </a:r>
            <a:r>
              <a:rPr kumimoji="1" lang="en-US" altLang="zh-CN" dirty="0"/>
              <a:t>snapshot</a:t>
            </a:r>
            <a:r>
              <a:rPr kumimoji="1" lang="zh-CN" altLang="en-US" dirty="0"/>
              <a:t> 的使用空间（</a:t>
            </a:r>
            <a:r>
              <a:rPr kumimoji="1" lang="en-US" altLang="zh-CN" dirty="0"/>
              <a:t>Snapshot</a:t>
            </a:r>
            <a:r>
              <a:rPr kumimoji="1" lang="zh-CN" altLang="en-US" dirty="0"/>
              <a:t> 删除时空间管理复杂）</a:t>
            </a:r>
          </a:p>
        </p:txBody>
      </p:sp>
      <p:sp>
        <p:nvSpPr>
          <p:cNvPr id="4" name="灯片编号占位符 3"/>
          <p:cNvSpPr>
            <a:spLocks noGrp="1"/>
          </p:cNvSpPr>
          <p:nvPr>
            <p:ph type="sldNum" sz="quarter" idx="12"/>
          </p:nvPr>
        </p:nvSpPr>
        <p:spPr/>
        <p:txBody>
          <a:bodyPr/>
          <a:lstStyle/>
          <a:p>
            <a:fld id="{F38DF745-7D3F-47F4-83A3-874385CFAA69}" type="slidenum">
              <a:rPr lang="en-US" smtClean="0"/>
              <a:pPr/>
              <a:t>64</a:t>
            </a:fld>
            <a:endParaRPr lang="en-US" dirty="0"/>
          </a:p>
        </p:txBody>
      </p:sp>
    </p:spTree>
    <p:extLst>
      <p:ext uri="{BB962C8B-B14F-4D97-AF65-F5344CB8AC3E}">
        <p14:creationId xmlns:p14="http://schemas.microsoft.com/office/powerpoint/2010/main" val="15824847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快照 </a:t>
            </a:r>
            <a:r>
              <a:rPr lang="en-US" altLang="zh-CN" dirty="0"/>
              <a:t>–</a:t>
            </a:r>
            <a:r>
              <a:rPr lang="zh-CN" altLang="en-US" dirty="0"/>
              <a:t> </a:t>
            </a:r>
            <a:r>
              <a:rPr kumimoji="1" lang="en-US" altLang="zh-CN" dirty="0"/>
              <a:t>Log-structure</a:t>
            </a:r>
            <a:r>
              <a:rPr kumimoji="1" lang="zh-CN" altLang="en-US" dirty="0"/>
              <a:t> </a:t>
            </a:r>
            <a:r>
              <a:rPr kumimoji="1" lang="en-US" altLang="zh-CN" dirty="0"/>
              <a:t>Architecture</a:t>
            </a:r>
            <a:endParaRPr lang="zh-CN" altLang="en-US" dirty="0"/>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修改前打入 </a:t>
            </a:r>
            <a:r>
              <a:rPr kumimoji="1" lang="en-US" altLang="zh-CN" dirty="0"/>
              <a:t>undo</a:t>
            </a:r>
            <a:r>
              <a:rPr kumimoji="1" lang="zh-CN" altLang="en-US" dirty="0"/>
              <a:t> </a:t>
            </a:r>
            <a:r>
              <a:rPr kumimoji="1" lang="en-US" altLang="zh-CN" dirty="0"/>
              <a:t>log</a:t>
            </a:r>
          </a:p>
          <a:p>
            <a:r>
              <a:rPr kumimoji="1" lang="zh-CN" altLang="en-US" dirty="0"/>
              <a:t>读取 </a:t>
            </a:r>
            <a:r>
              <a:rPr kumimoji="1" lang="en-US" altLang="zh-CN" dirty="0"/>
              <a:t>snapshot</a:t>
            </a:r>
            <a:r>
              <a:rPr kumimoji="1" lang="zh-CN" altLang="en-US" dirty="0"/>
              <a:t> 时恢复数据（</a:t>
            </a:r>
            <a:r>
              <a:rPr kumimoji="1" lang="en-US" altLang="zh-CN" dirty="0"/>
              <a:t>replay</a:t>
            </a:r>
            <a:r>
              <a:rPr kumimoji="1" lang="zh-CN" altLang="en-US" dirty="0"/>
              <a:t> </a:t>
            </a:r>
            <a:r>
              <a:rPr kumimoji="1" lang="en-US" altLang="zh-CN" dirty="0"/>
              <a:t>undo</a:t>
            </a:r>
            <a:r>
              <a:rPr kumimoji="1" lang="zh-CN" altLang="en-US" dirty="0"/>
              <a:t> </a:t>
            </a:r>
            <a:r>
              <a:rPr kumimoji="1" lang="en-US" altLang="zh-CN" dirty="0"/>
              <a:t>log</a:t>
            </a:r>
            <a:r>
              <a:rPr kumimoji="1" lang="zh-CN" altLang="en-US" dirty="0"/>
              <a:t>）</a:t>
            </a:r>
          </a:p>
        </p:txBody>
      </p:sp>
      <p:sp>
        <p:nvSpPr>
          <p:cNvPr id="4" name="灯片编号占位符 3"/>
          <p:cNvSpPr>
            <a:spLocks noGrp="1"/>
          </p:cNvSpPr>
          <p:nvPr>
            <p:ph type="sldNum" sz="quarter" idx="12"/>
          </p:nvPr>
        </p:nvSpPr>
        <p:spPr/>
        <p:txBody>
          <a:bodyPr/>
          <a:lstStyle/>
          <a:p>
            <a:fld id="{F38DF745-7D3F-47F4-83A3-874385CFAA69}" type="slidenum">
              <a:rPr lang="en-US" smtClean="0"/>
              <a:pPr/>
              <a:t>65</a:t>
            </a:fld>
            <a:endParaRPr lang="en-US" dirty="0"/>
          </a:p>
        </p:txBody>
      </p:sp>
    </p:spTree>
    <p:extLst>
      <p:ext uri="{BB962C8B-B14F-4D97-AF65-F5344CB8AC3E}">
        <p14:creationId xmlns:p14="http://schemas.microsoft.com/office/powerpoint/2010/main" val="38194837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连续数据保护</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lstStyle/>
          <a:p>
            <a:r>
              <a:rPr kumimoji="1" lang="zh-CN" altLang="en-US" dirty="0"/>
              <a:t>连续数据保护机制（</a:t>
            </a:r>
            <a:r>
              <a:rPr kumimoji="1" lang="en-US" altLang="zh-CN" dirty="0"/>
              <a:t>Continuous</a:t>
            </a:r>
            <a:r>
              <a:rPr kumimoji="1" lang="zh-CN" altLang="en-US" dirty="0"/>
              <a:t> </a:t>
            </a:r>
            <a:r>
              <a:rPr kumimoji="1" lang="en-US" altLang="zh-CN" dirty="0"/>
              <a:t>Data</a:t>
            </a:r>
            <a:r>
              <a:rPr kumimoji="1" lang="zh-CN" altLang="en-US" dirty="0"/>
              <a:t> </a:t>
            </a:r>
            <a:r>
              <a:rPr kumimoji="1" lang="en-US" altLang="zh-CN" dirty="0"/>
              <a:t>Protection,</a:t>
            </a:r>
            <a:r>
              <a:rPr kumimoji="1" lang="zh-CN" altLang="en-US" dirty="0"/>
              <a:t> </a:t>
            </a:r>
            <a:r>
              <a:rPr kumimoji="1" lang="en-US" altLang="zh-CN" dirty="0"/>
              <a:t>CDP</a:t>
            </a:r>
            <a:r>
              <a:rPr kumimoji="1" lang="zh-CN" altLang="en-US" dirty="0"/>
              <a:t>）</a:t>
            </a:r>
            <a:endParaRPr kumimoji="1" lang="en-US" altLang="zh-CN" dirty="0"/>
          </a:p>
          <a:p>
            <a:pPr lvl="1"/>
            <a:r>
              <a:rPr kumimoji="1" lang="zh-CN" altLang="en-US" dirty="0"/>
              <a:t>块粒度地跟踪所有修改</a:t>
            </a:r>
            <a:endParaRPr kumimoji="1" lang="en-US" altLang="zh-CN" dirty="0"/>
          </a:p>
          <a:p>
            <a:pPr lvl="1"/>
            <a:r>
              <a:rPr kumimoji="1" lang="zh-CN" altLang="en-US" dirty="0"/>
              <a:t>对数据的任何修改都潜在地产生一个 </a:t>
            </a:r>
            <a:r>
              <a:rPr kumimoji="1" lang="en-US" altLang="zh-CN" dirty="0"/>
              <a:t>snapshot</a:t>
            </a:r>
          </a:p>
          <a:p>
            <a:pPr lvl="1"/>
            <a:r>
              <a:rPr kumimoji="1" lang="zh-CN" altLang="en-US" dirty="0"/>
              <a:t>允许回退到任意一个历史状态</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66</a:t>
            </a:fld>
            <a:endParaRPr lang="en-US" dirty="0"/>
          </a:p>
        </p:txBody>
      </p:sp>
      <p:pic>
        <p:nvPicPr>
          <p:cNvPr id="3" name="图片 2">
            <a:extLst>
              <a:ext uri="{FF2B5EF4-FFF2-40B4-BE49-F238E27FC236}">
                <a16:creationId xmlns:a16="http://schemas.microsoft.com/office/drawing/2014/main" id="{9B8E18F1-213B-9FA0-2597-7EFE304F4B3A}"/>
              </a:ext>
            </a:extLst>
          </p:cNvPr>
          <p:cNvPicPr>
            <a:picLocks noChangeAspect="1"/>
          </p:cNvPicPr>
          <p:nvPr/>
        </p:nvPicPr>
        <p:blipFill>
          <a:blip r:embed="rId3"/>
          <a:stretch>
            <a:fillRect/>
          </a:stretch>
        </p:blipFill>
        <p:spPr>
          <a:xfrm>
            <a:off x="685800" y="3551491"/>
            <a:ext cx="7772400" cy="2986006"/>
          </a:xfrm>
          <a:prstGeom prst="rect">
            <a:avLst/>
          </a:prstGeom>
        </p:spPr>
      </p:pic>
    </p:spTree>
    <p:extLst>
      <p:ext uri="{BB962C8B-B14F-4D97-AF65-F5344CB8AC3E}">
        <p14:creationId xmlns:p14="http://schemas.microsoft.com/office/powerpoint/2010/main" val="16359161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连续数据保护</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normAutofit/>
          </a:bodyPr>
          <a:lstStyle/>
          <a:p>
            <a:pPr marL="0" indent="0" algn="l">
              <a:buNone/>
            </a:pPr>
            <a:r>
              <a:rPr lang="en" altLang="zh-CN" i="0" dirty="0">
                <a:solidFill>
                  <a:srgbClr val="323232"/>
                </a:solidFill>
                <a:effectLst/>
                <a:latin typeface="Arial" panose="020B0604020202020204" pitchFamily="34" charset="0"/>
              </a:rPr>
              <a:t>True CDP vs. near-CDP</a:t>
            </a:r>
          </a:p>
          <a:p>
            <a:r>
              <a:rPr lang="en-US" altLang="zh-CN" dirty="0">
                <a:solidFill>
                  <a:srgbClr val="323232"/>
                </a:solidFill>
              </a:rPr>
              <a:t>True</a:t>
            </a:r>
            <a:r>
              <a:rPr lang="zh-CN" altLang="en-US" dirty="0">
                <a:solidFill>
                  <a:srgbClr val="323232"/>
                </a:solidFill>
              </a:rPr>
              <a:t> </a:t>
            </a:r>
            <a:r>
              <a:rPr lang="en-US" altLang="zh-CN" dirty="0">
                <a:solidFill>
                  <a:srgbClr val="323232"/>
                </a:solidFill>
              </a:rPr>
              <a:t>CDP</a:t>
            </a:r>
          </a:p>
          <a:p>
            <a:pPr lvl="1"/>
            <a:r>
              <a:rPr lang="en-US" altLang="zh-CN" dirty="0">
                <a:solidFill>
                  <a:srgbClr val="323232"/>
                </a:solidFill>
              </a:rPr>
              <a:t>all</a:t>
            </a:r>
            <a:r>
              <a:rPr lang="zh-CN" altLang="en-US" dirty="0">
                <a:solidFill>
                  <a:srgbClr val="323232"/>
                </a:solidFill>
              </a:rPr>
              <a:t> </a:t>
            </a:r>
            <a:r>
              <a:rPr lang="en-US" altLang="zh-CN" dirty="0">
                <a:solidFill>
                  <a:srgbClr val="323232"/>
                </a:solidFill>
              </a:rPr>
              <a:t>newly</a:t>
            </a:r>
            <a:r>
              <a:rPr lang="zh-CN" altLang="en-US" dirty="0">
                <a:solidFill>
                  <a:srgbClr val="323232"/>
                </a:solidFill>
              </a:rPr>
              <a:t> </a:t>
            </a:r>
            <a:r>
              <a:rPr lang="en-US" altLang="zh-CN" dirty="0">
                <a:solidFill>
                  <a:srgbClr val="323232"/>
                </a:solidFill>
              </a:rPr>
              <a:t>created</a:t>
            </a:r>
            <a:r>
              <a:rPr lang="zh-CN" altLang="en-US" dirty="0">
                <a:solidFill>
                  <a:srgbClr val="323232"/>
                </a:solidFill>
              </a:rPr>
              <a:t> </a:t>
            </a:r>
            <a:r>
              <a:rPr lang="en-US" altLang="zh-CN" dirty="0">
                <a:solidFill>
                  <a:srgbClr val="323232"/>
                </a:solidFill>
              </a:rPr>
              <a:t>data</a:t>
            </a:r>
            <a:r>
              <a:rPr lang="zh-CN" altLang="en-US" dirty="0">
                <a:solidFill>
                  <a:srgbClr val="323232"/>
                </a:solidFill>
              </a:rPr>
              <a:t> </a:t>
            </a:r>
            <a:r>
              <a:rPr lang="en-US" altLang="zh-CN" dirty="0">
                <a:solidFill>
                  <a:srgbClr val="323232"/>
                </a:solidFill>
              </a:rPr>
              <a:t>is</a:t>
            </a:r>
            <a:r>
              <a:rPr lang="zh-CN" altLang="en-US" dirty="0">
                <a:solidFill>
                  <a:srgbClr val="323232"/>
                </a:solidFill>
              </a:rPr>
              <a:t> </a:t>
            </a:r>
            <a:r>
              <a:rPr lang="en-US" altLang="zh-CN" dirty="0">
                <a:solidFill>
                  <a:srgbClr val="323232"/>
                </a:solidFill>
              </a:rPr>
              <a:t>backed</a:t>
            </a:r>
            <a:r>
              <a:rPr lang="zh-CN" altLang="en-US" dirty="0">
                <a:solidFill>
                  <a:srgbClr val="323232"/>
                </a:solidFill>
              </a:rPr>
              <a:t> </a:t>
            </a:r>
            <a:r>
              <a:rPr lang="en-US" altLang="zh-CN" dirty="0">
                <a:solidFill>
                  <a:srgbClr val="323232"/>
                </a:solidFill>
              </a:rPr>
              <a:t>up</a:t>
            </a:r>
          </a:p>
          <a:p>
            <a:pPr lvl="1"/>
            <a:r>
              <a:rPr lang="en-US" altLang="zh-CN" dirty="0">
                <a:solidFill>
                  <a:srgbClr val="323232"/>
                </a:solidFill>
              </a:rPr>
              <a:t>are</a:t>
            </a:r>
            <a:r>
              <a:rPr lang="zh-CN" altLang="en-US" dirty="0">
                <a:solidFill>
                  <a:srgbClr val="323232"/>
                </a:solidFill>
              </a:rPr>
              <a:t> </a:t>
            </a:r>
            <a:r>
              <a:rPr lang="en-US" altLang="zh-CN" dirty="0">
                <a:solidFill>
                  <a:srgbClr val="323232"/>
                </a:solidFill>
              </a:rPr>
              <a:t>more</a:t>
            </a:r>
            <a:r>
              <a:rPr lang="zh-CN" altLang="en-US" dirty="0">
                <a:solidFill>
                  <a:srgbClr val="323232"/>
                </a:solidFill>
              </a:rPr>
              <a:t> </a:t>
            </a:r>
            <a:r>
              <a:rPr lang="en-US" altLang="zh-CN" dirty="0">
                <a:solidFill>
                  <a:srgbClr val="323232"/>
                </a:solidFill>
              </a:rPr>
              <a:t>costly</a:t>
            </a:r>
            <a:r>
              <a:rPr lang="zh-CN" altLang="en-US" dirty="0">
                <a:solidFill>
                  <a:srgbClr val="323232"/>
                </a:solidFill>
              </a:rPr>
              <a:t> </a:t>
            </a:r>
            <a:r>
              <a:rPr lang="en-US" altLang="zh-CN" dirty="0">
                <a:solidFill>
                  <a:srgbClr val="323232"/>
                </a:solidFill>
              </a:rPr>
              <a:t>and</a:t>
            </a:r>
            <a:r>
              <a:rPr lang="zh-CN" altLang="en-US" dirty="0">
                <a:solidFill>
                  <a:srgbClr val="323232"/>
                </a:solidFill>
              </a:rPr>
              <a:t> </a:t>
            </a:r>
            <a:r>
              <a:rPr lang="en-US" altLang="zh-CN" dirty="0">
                <a:solidFill>
                  <a:srgbClr val="323232"/>
                </a:solidFill>
              </a:rPr>
              <a:t>complex</a:t>
            </a:r>
            <a:r>
              <a:rPr lang="zh-CN" altLang="en-US" dirty="0">
                <a:solidFill>
                  <a:srgbClr val="323232"/>
                </a:solidFill>
              </a:rPr>
              <a:t> </a:t>
            </a:r>
            <a:endParaRPr lang="en-US" altLang="zh-CN" dirty="0">
              <a:solidFill>
                <a:srgbClr val="323232"/>
              </a:solidFill>
            </a:endParaRPr>
          </a:p>
          <a:p>
            <a:r>
              <a:rPr lang="en-US" altLang="zh-CN" dirty="0">
                <a:solidFill>
                  <a:srgbClr val="323232"/>
                </a:solidFill>
              </a:rPr>
              <a:t>near-CDP</a:t>
            </a:r>
          </a:p>
          <a:p>
            <a:pPr lvl="1"/>
            <a:r>
              <a:rPr lang="en-US" altLang="zh-CN" dirty="0">
                <a:solidFill>
                  <a:srgbClr val="323232"/>
                </a:solidFill>
              </a:rPr>
              <a:t>i.e.,</a:t>
            </a:r>
            <a:r>
              <a:rPr lang="zh-CN" altLang="en-US" dirty="0">
                <a:solidFill>
                  <a:srgbClr val="323232"/>
                </a:solidFill>
              </a:rPr>
              <a:t> </a:t>
            </a:r>
            <a:r>
              <a:rPr lang="en-US" altLang="zh-CN" dirty="0">
                <a:solidFill>
                  <a:srgbClr val="323232"/>
                </a:solidFill>
              </a:rPr>
              <a:t>snapshot</a:t>
            </a:r>
          </a:p>
          <a:p>
            <a:pPr lvl="1"/>
            <a:r>
              <a:rPr lang="en-US" altLang="zh-CN" dirty="0">
                <a:solidFill>
                  <a:srgbClr val="323232"/>
                </a:solidFill>
              </a:rPr>
              <a:t>perform</a:t>
            </a:r>
            <a:r>
              <a:rPr lang="zh-CN" altLang="en-US" dirty="0">
                <a:solidFill>
                  <a:srgbClr val="323232"/>
                </a:solidFill>
              </a:rPr>
              <a:t> </a:t>
            </a:r>
            <a:r>
              <a:rPr lang="en-US" altLang="zh-CN" dirty="0">
                <a:solidFill>
                  <a:srgbClr val="323232"/>
                </a:solidFill>
              </a:rPr>
              <a:t>backup</a:t>
            </a:r>
            <a:r>
              <a:rPr lang="zh-CN" altLang="en-US" dirty="0">
                <a:solidFill>
                  <a:srgbClr val="323232"/>
                </a:solidFill>
              </a:rPr>
              <a:t> </a:t>
            </a:r>
            <a:r>
              <a:rPr lang="en-US" altLang="zh-CN" dirty="0">
                <a:solidFill>
                  <a:srgbClr val="323232"/>
                </a:solidFill>
              </a:rPr>
              <a:t>on</a:t>
            </a:r>
            <a:r>
              <a:rPr lang="zh-CN" altLang="en-US" dirty="0">
                <a:solidFill>
                  <a:srgbClr val="323232"/>
                </a:solidFill>
              </a:rPr>
              <a:t> </a:t>
            </a:r>
            <a:r>
              <a:rPr lang="en-US" altLang="zh-CN" dirty="0">
                <a:solidFill>
                  <a:srgbClr val="323232"/>
                </a:solidFill>
              </a:rPr>
              <a:t>a</a:t>
            </a:r>
            <a:r>
              <a:rPr lang="zh-CN" altLang="en-US" dirty="0">
                <a:solidFill>
                  <a:srgbClr val="323232"/>
                </a:solidFill>
              </a:rPr>
              <a:t> </a:t>
            </a:r>
            <a:r>
              <a:rPr lang="en-US" altLang="zh-CN" dirty="0">
                <a:solidFill>
                  <a:srgbClr val="323232"/>
                </a:solidFill>
              </a:rPr>
              <a:t>scheduled</a:t>
            </a:r>
            <a:r>
              <a:rPr lang="zh-CN" altLang="en-US" dirty="0">
                <a:solidFill>
                  <a:srgbClr val="323232"/>
                </a:solidFill>
              </a:rPr>
              <a:t> </a:t>
            </a:r>
            <a:r>
              <a:rPr lang="en-US" altLang="zh-CN" dirty="0">
                <a:solidFill>
                  <a:srgbClr val="323232"/>
                </a:solidFill>
              </a:rPr>
              <a:t>basis</a:t>
            </a:r>
            <a:r>
              <a:rPr lang="zh-CN" altLang="en-US" dirty="0">
                <a:solidFill>
                  <a:srgbClr val="323232"/>
                </a:solidFill>
              </a:rPr>
              <a:t> </a:t>
            </a:r>
            <a:r>
              <a:rPr lang="en-US" altLang="zh-CN" dirty="0">
                <a:solidFill>
                  <a:srgbClr val="323232"/>
                </a:solidFill>
              </a:rPr>
              <a:t>(e.g.,</a:t>
            </a:r>
            <a:r>
              <a:rPr lang="zh-CN" altLang="en-US" dirty="0">
                <a:solidFill>
                  <a:srgbClr val="323232"/>
                </a:solidFill>
              </a:rPr>
              <a:t> </a:t>
            </a:r>
            <a:r>
              <a:rPr lang="en-US" altLang="zh-CN" dirty="0">
                <a:solidFill>
                  <a:srgbClr val="323232"/>
                </a:solidFill>
              </a:rPr>
              <a:t>30s</a:t>
            </a:r>
            <a:r>
              <a:rPr lang="zh-CN" altLang="en-US" dirty="0">
                <a:solidFill>
                  <a:srgbClr val="323232"/>
                </a:solidFill>
              </a:rPr>
              <a:t> </a:t>
            </a:r>
            <a:r>
              <a:rPr lang="en-US" altLang="zh-CN" dirty="0">
                <a:solidFill>
                  <a:srgbClr val="323232"/>
                </a:solidFill>
              </a:rPr>
              <a:t>/</a:t>
            </a:r>
            <a:r>
              <a:rPr lang="zh-CN" altLang="en-US" dirty="0">
                <a:solidFill>
                  <a:srgbClr val="323232"/>
                </a:solidFill>
              </a:rPr>
              <a:t> </a:t>
            </a:r>
            <a:r>
              <a:rPr lang="en-US" altLang="zh-CN" dirty="0">
                <a:solidFill>
                  <a:srgbClr val="323232"/>
                </a:solidFill>
              </a:rPr>
              <a:t>15min)</a:t>
            </a:r>
          </a:p>
          <a:p>
            <a:pPr lvl="1"/>
            <a:endParaRPr lang="en" altLang="zh-CN" i="0" dirty="0">
              <a:solidFill>
                <a:srgbClr val="323232"/>
              </a:solidFill>
              <a:effectLst/>
              <a:latin typeface="Arial" panose="020B0604020202020204" pitchFamily="34" charset="0"/>
            </a:endParaRPr>
          </a:p>
        </p:txBody>
      </p:sp>
      <p:sp>
        <p:nvSpPr>
          <p:cNvPr id="4" name="灯片编号占位符 3"/>
          <p:cNvSpPr>
            <a:spLocks noGrp="1"/>
          </p:cNvSpPr>
          <p:nvPr>
            <p:ph type="sldNum" sz="quarter" idx="12"/>
          </p:nvPr>
        </p:nvSpPr>
        <p:spPr/>
        <p:txBody>
          <a:bodyPr/>
          <a:lstStyle/>
          <a:p>
            <a:fld id="{F38DF745-7D3F-47F4-83A3-874385CFAA69}" type="slidenum">
              <a:rPr lang="en-US" smtClean="0"/>
              <a:pPr/>
              <a:t>67</a:t>
            </a:fld>
            <a:endParaRPr lang="en-US" dirty="0"/>
          </a:p>
        </p:txBody>
      </p:sp>
    </p:spTree>
    <p:extLst>
      <p:ext uri="{BB962C8B-B14F-4D97-AF65-F5344CB8AC3E}">
        <p14:creationId xmlns:p14="http://schemas.microsoft.com/office/powerpoint/2010/main" val="1576519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vs</a:t>
            </a:r>
            <a:r>
              <a:rPr lang="zh-CN" altLang="en-US" dirty="0"/>
              <a:t> 备份</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normAutofit/>
          </a:bodyPr>
          <a:lstStyle/>
          <a:p>
            <a:pPr marL="0" indent="0" algn="l">
              <a:buNone/>
            </a:pPr>
            <a:r>
              <a:rPr lang="zh-CN" altLang="en" i="0" dirty="0">
                <a:solidFill>
                  <a:srgbClr val="323232"/>
                </a:solidFill>
                <a:effectLst/>
                <a:latin typeface="Arial" panose="020B0604020202020204" pitchFamily="34" charset="0"/>
              </a:rPr>
              <a:t>快照</a:t>
            </a:r>
            <a:r>
              <a:rPr lang="zh-CN" altLang="en-US" i="0" dirty="0">
                <a:solidFill>
                  <a:srgbClr val="323232"/>
                </a:solidFill>
                <a:effectLst/>
                <a:latin typeface="Arial" panose="020B0604020202020204" pitchFamily="34" charset="0"/>
              </a:rPr>
              <a:t> </a:t>
            </a:r>
            <a:r>
              <a:rPr lang="en-US" altLang="zh-CN" i="0" dirty="0">
                <a:solidFill>
                  <a:srgbClr val="323232"/>
                </a:solidFill>
                <a:effectLst/>
                <a:latin typeface="Arial" panose="020B0604020202020204" pitchFamily="34" charset="0"/>
              </a:rPr>
              <a:t>vs</a:t>
            </a:r>
            <a:r>
              <a:rPr lang="zh-CN" altLang="en-US" i="0" dirty="0">
                <a:solidFill>
                  <a:srgbClr val="323232"/>
                </a:solidFill>
                <a:effectLst/>
                <a:latin typeface="Arial" panose="020B0604020202020204" pitchFamily="34" charset="0"/>
              </a:rPr>
              <a:t> 备份</a:t>
            </a:r>
            <a:endParaRPr lang="en" altLang="zh-CN" i="0" dirty="0">
              <a:solidFill>
                <a:srgbClr val="323232"/>
              </a:solidFill>
              <a:effectLst/>
              <a:latin typeface="Arial" panose="020B0604020202020204" pitchFamily="34" charset="0"/>
            </a:endParaRPr>
          </a:p>
          <a:p>
            <a:r>
              <a:rPr lang="zh-CN" altLang="en-US" dirty="0">
                <a:solidFill>
                  <a:srgbClr val="323232"/>
                </a:solidFill>
              </a:rPr>
              <a:t>快照优势</a:t>
            </a:r>
            <a:endParaRPr lang="en-US" altLang="zh-CN" dirty="0">
              <a:solidFill>
                <a:srgbClr val="323232"/>
              </a:solidFill>
            </a:endParaRPr>
          </a:p>
          <a:p>
            <a:pPr lvl="1"/>
            <a:r>
              <a:rPr lang="zh-CN" altLang="en-US" dirty="0">
                <a:solidFill>
                  <a:srgbClr val="323232"/>
                </a:solidFill>
              </a:rPr>
              <a:t>创建的速度更快，创建快照对服务器性能影响较少</a:t>
            </a:r>
            <a:endParaRPr lang="en-US" altLang="zh-CN" b="0" i="0" dirty="0">
              <a:solidFill>
                <a:srgbClr val="000000"/>
              </a:solidFill>
              <a:effectLst/>
              <a:latin typeface="Open Sans" panose="020B0606030504020204" pitchFamily="34" charset="0"/>
            </a:endParaRPr>
          </a:p>
          <a:p>
            <a:pPr lvl="1"/>
            <a:r>
              <a:rPr lang="zh-CN" altLang="en-US" b="0" i="0" dirty="0">
                <a:solidFill>
                  <a:srgbClr val="000000"/>
                </a:solidFill>
                <a:effectLst/>
                <a:latin typeface="Open Sans" panose="020B0606030504020204" pitchFamily="34" charset="0"/>
              </a:rPr>
              <a:t>回滚速度更快</a:t>
            </a:r>
            <a:endParaRPr lang="en-US" altLang="zh-CN" b="0" i="0" dirty="0">
              <a:solidFill>
                <a:srgbClr val="000000"/>
              </a:solidFill>
              <a:effectLst/>
              <a:latin typeface="Open Sans" panose="020B0606030504020204" pitchFamily="34" charset="0"/>
            </a:endParaRPr>
          </a:p>
          <a:p>
            <a:pPr lvl="1"/>
            <a:r>
              <a:rPr lang="zh-CN" altLang="en-US" dirty="0">
                <a:solidFill>
                  <a:srgbClr val="000000"/>
                </a:solidFill>
                <a:latin typeface="Open Sans" panose="020B0606030504020204" pitchFamily="34" charset="0"/>
              </a:rPr>
              <a:t>占用空间更少，更低总拥有成本</a:t>
            </a:r>
            <a:endParaRPr lang="en-US" altLang="zh-CN" dirty="0">
              <a:solidFill>
                <a:srgbClr val="000000"/>
              </a:solidFill>
              <a:latin typeface="Open Sans" panose="020B0606030504020204" pitchFamily="34" charset="0"/>
            </a:endParaRPr>
          </a:p>
          <a:p>
            <a:r>
              <a:rPr lang="zh-CN" altLang="en-US" dirty="0">
                <a:solidFill>
                  <a:srgbClr val="323232"/>
                </a:solidFill>
              </a:rPr>
              <a:t>快照局限性</a:t>
            </a:r>
            <a:endParaRPr lang="en-US" altLang="zh-CN" dirty="0">
              <a:solidFill>
                <a:srgbClr val="323232"/>
              </a:solidFill>
            </a:endParaRPr>
          </a:p>
          <a:p>
            <a:pPr lvl="1"/>
            <a:r>
              <a:rPr lang="zh-CN" altLang="en-US" dirty="0">
                <a:solidFill>
                  <a:srgbClr val="323232"/>
                </a:solidFill>
              </a:rPr>
              <a:t>无法应对服务器级别发生的异常</a:t>
            </a:r>
            <a:endParaRPr lang="en-US" altLang="zh-CN" dirty="0">
              <a:solidFill>
                <a:srgbClr val="323232"/>
              </a:solidFill>
            </a:endParaRPr>
          </a:p>
          <a:p>
            <a:pPr lvl="1"/>
            <a:r>
              <a:rPr lang="zh-CN" altLang="en-US" dirty="0">
                <a:solidFill>
                  <a:srgbClr val="323232"/>
                </a:solidFill>
              </a:rPr>
              <a:t>占用服务器内的存储空间</a:t>
            </a:r>
            <a:endParaRPr lang="en-US" altLang="zh-CN" b="1" i="0" dirty="0">
              <a:solidFill>
                <a:srgbClr val="000000"/>
              </a:solidFill>
              <a:effectLst/>
              <a:latin typeface="Work Sans" pitchFamily="2" charset="0"/>
            </a:endParaRPr>
          </a:p>
          <a:p>
            <a:pPr lvl="1"/>
            <a:r>
              <a:rPr lang="zh-CN" altLang="en" b="0" i="0" dirty="0">
                <a:solidFill>
                  <a:srgbClr val="000000"/>
                </a:solidFill>
                <a:effectLst/>
                <a:latin typeface="Open Sans" panose="020B0606030504020204" pitchFamily="34" charset="0"/>
              </a:rPr>
              <a:t>缺乏</a:t>
            </a:r>
            <a:r>
              <a:rPr lang="zh-CN" altLang="en-US" b="0" i="0" dirty="0">
                <a:solidFill>
                  <a:srgbClr val="000000"/>
                </a:solidFill>
                <a:effectLst/>
                <a:latin typeface="Open Sans" panose="020B0606030504020204" pitchFamily="34" charset="0"/>
              </a:rPr>
              <a:t>粒度 </a:t>
            </a:r>
            <a:r>
              <a:rPr lang="en-US" altLang="zh-CN" b="0" i="0" dirty="0">
                <a:solidFill>
                  <a:srgbClr val="000000"/>
                </a:solidFill>
                <a:effectLst/>
                <a:latin typeface="Open Sans" panose="020B0606030504020204" pitchFamily="34" charset="0"/>
              </a:rPr>
              <a:t>–</a:t>
            </a:r>
            <a:r>
              <a:rPr lang="zh-CN" altLang="en-US" b="0" i="0" dirty="0">
                <a:solidFill>
                  <a:srgbClr val="000000"/>
                </a:solidFill>
                <a:effectLst/>
                <a:latin typeface="Open Sans" panose="020B0606030504020204" pitchFamily="34" charset="0"/>
              </a:rPr>
              <a:t> 必须以快照为粒度进行恢复，无法恢复单个文件</a:t>
            </a:r>
            <a:endParaRPr lang="en" altLang="zh-CN" i="0" dirty="0">
              <a:solidFill>
                <a:srgbClr val="323232"/>
              </a:solidFill>
              <a:effectLst/>
              <a:latin typeface="Arial" panose="020B0604020202020204" pitchFamily="34" charset="0"/>
            </a:endParaRPr>
          </a:p>
        </p:txBody>
      </p:sp>
      <p:sp>
        <p:nvSpPr>
          <p:cNvPr id="4" name="灯片编号占位符 3"/>
          <p:cNvSpPr>
            <a:spLocks noGrp="1"/>
          </p:cNvSpPr>
          <p:nvPr>
            <p:ph type="sldNum" sz="quarter" idx="12"/>
          </p:nvPr>
        </p:nvSpPr>
        <p:spPr/>
        <p:txBody>
          <a:bodyPr/>
          <a:lstStyle/>
          <a:p>
            <a:fld id="{F38DF745-7D3F-47F4-83A3-874385CFAA69}" type="slidenum">
              <a:rPr lang="en-US" smtClean="0"/>
              <a:pPr/>
              <a:t>68</a:t>
            </a:fld>
            <a:endParaRPr lang="en-US" dirty="0"/>
          </a:p>
        </p:txBody>
      </p:sp>
    </p:spTree>
    <p:extLst>
      <p:ext uri="{BB962C8B-B14F-4D97-AF65-F5344CB8AC3E}">
        <p14:creationId xmlns:p14="http://schemas.microsoft.com/office/powerpoint/2010/main" val="32241306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vs</a:t>
            </a:r>
            <a:r>
              <a:rPr lang="zh-CN" altLang="en-US" dirty="0"/>
              <a:t> 备份</a:t>
            </a:r>
          </a:p>
        </p:txBody>
      </p:sp>
      <p:sp>
        <p:nvSpPr>
          <p:cNvPr id="11" name="内容占位符 10">
            <a:extLst>
              <a:ext uri="{FF2B5EF4-FFF2-40B4-BE49-F238E27FC236}">
                <a16:creationId xmlns:a16="http://schemas.microsoft.com/office/drawing/2014/main" id="{F38240A9-4C10-5967-72AC-DA63BF89B8C0}"/>
              </a:ext>
            </a:extLst>
          </p:cNvPr>
          <p:cNvSpPr>
            <a:spLocks noGrp="1"/>
          </p:cNvSpPr>
          <p:nvPr>
            <p:ph idx="1"/>
          </p:nvPr>
        </p:nvSpPr>
        <p:spPr/>
        <p:txBody>
          <a:bodyPr>
            <a:normAutofit/>
          </a:bodyPr>
          <a:lstStyle/>
          <a:p>
            <a:pPr marL="0" indent="0" algn="l">
              <a:buNone/>
            </a:pPr>
            <a:r>
              <a:rPr lang="zh-CN" altLang="en" i="0" dirty="0">
                <a:solidFill>
                  <a:srgbClr val="323232"/>
                </a:solidFill>
                <a:effectLst/>
                <a:latin typeface="Arial" panose="020B0604020202020204" pitchFamily="34" charset="0"/>
              </a:rPr>
              <a:t>快照</a:t>
            </a:r>
            <a:r>
              <a:rPr lang="zh-CN" altLang="en-US" i="0" dirty="0">
                <a:solidFill>
                  <a:srgbClr val="323232"/>
                </a:solidFill>
                <a:effectLst/>
                <a:latin typeface="Arial" panose="020B0604020202020204" pitchFamily="34" charset="0"/>
              </a:rPr>
              <a:t> </a:t>
            </a:r>
            <a:r>
              <a:rPr lang="en-US" altLang="zh-CN" i="0" dirty="0">
                <a:solidFill>
                  <a:srgbClr val="323232"/>
                </a:solidFill>
                <a:effectLst/>
                <a:latin typeface="Arial" panose="020B0604020202020204" pitchFamily="34" charset="0"/>
              </a:rPr>
              <a:t>vs</a:t>
            </a:r>
            <a:r>
              <a:rPr lang="zh-CN" altLang="en-US" i="0" dirty="0">
                <a:solidFill>
                  <a:srgbClr val="323232"/>
                </a:solidFill>
                <a:effectLst/>
                <a:latin typeface="Arial" panose="020B0604020202020204" pitchFamily="34" charset="0"/>
              </a:rPr>
              <a:t> 备份</a:t>
            </a:r>
            <a:endParaRPr lang="en" altLang="zh-CN" i="0" dirty="0">
              <a:solidFill>
                <a:srgbClr val="323232"/>
              </a:solidFill>
              <a:effectLst/>
              <a:latin typeface="Arial" panose="020B0604020202020204" pitchFamily="34" charset="0"/>
            </a:endParaRPr>
          </a:p>
          <a:p>
            <a:r>
              <a:rPr lang="zh-CN" altLang="en-US" dirty="0">
                <a:solidFill>
                  <a:srgbClr val="323232"/>
                </a:solidFill>
              </a:rPr>
              <a:t>备份优势</a:t>
            </a:r>
            <a:endParaRPr lang="en-US" altLang="zh-CN" dirty="0">
              <a:solidFill>
                <a:srgbClr val="323232"/>
              </a:solidFill>
            </a:endParaRPr>
          </a:p>
          <a:p>
            <a:pPr lvl="1"/>
            <a:r>
              <a:rPr lang="zh-CN" altLang="en-US" dirty="0">
                <a:solidFill>
                  <a:srgbClr val="000000"/>
                </a:solidFill>
                <a:latin typeface="Open Sans" panose="020B0606030504020204" pitchFamily="34" charset="0"/>
              </a:rPr>
              <a:t>无需任何特殊软硬件支持</a:t>
            </a:r>
            <a:endParaRPr lang="en-US" altLang="zh-CN" dirty="0">
              <a:solidFill>
                <a:srgbClr val="000000"/>
              </a:solidFill>
              <a:latin typeface="Open Sans" panose="020B0606030504020204" pitchFamily="34" charset="0"/>
            </a:endParaRPr>
          </a:p>
          <a:p>
            <a:pPr lvl="1"/>
            <a:r>
              <a:rPr lang="zh-CN" altLang="en-US" b="0" i="0" dirty="0">
                <a:solidFill>
                  <a:srgbClr val="000000"/>
                </a:solidFill>
                <a:effectLst/>
                <a:latin typeface="Open Sans" panose="020B0606030504020204" pitchFamily="34" charset="0"/>
              </a:rPr>
              <a:t>数据</a:t>
            </a:r>
            <a:r>
              <a:rPr lang="zh-CN" altLang="en-US" dirty="0">
                <a:solidFill>
                  <a:srgbClr val="000000"/>
                </a:solidFill>
                <a:latin typeface="Open Sans" panose="020B0606030504020204" pitchFamily="34" charset="0"/>
              </a:rPr>
              <a:t>可</a:t>
            </a:r>
            <a:r>
              <a:rPr lang="zh-CN" altLang="en-US" b="0" i="0" dirty="0">
                <a:solidFill>
                  <a:srgbClr val="000000"/>
                </a:solidFill>
                <a:effectLst/>
                <a:latin typeface="Open Sans" panose="020B0606030504020204" pitchFamily="34" charset="0"/>
              </a:rPr>
              <a:t>异地（</a:t>
            </a:r>
            <a:r>
              <a:rPr lang="en-US" altLang="zh-CN" b="0" i="0" dirty="0">
                <a:solidFill>
                  <a:srgbClr val="000000"/>
                </a:solidFill>
                <a:effectLst/>
                <a:latin typeface="Open Sans" panose="020B0606030504020204" pitchFamily="34" charset="0"/>
              </a:rPr>
              <a:t>off-site</a:t>
            </a:r>
            <a:r>
              <a:rPr lang="zh-CN" altLang="en-US" b="0" i="0" dirty="0">
                <a:solidFill>
                  <a:srgbClr val="000000"/>
                </a:solidFill>
                <a:effectLst/>
                <a:latin typeface="Open Sans" panose="020B0606030504020204" pitchFamily="34" charset="0"/>
              </a:rPr>
              <a:t>）存储，更可靠</a:t>
            </a:r>
            <a:endParaRPr lang="en-US" altLang="zh-CN" b="0" i="0" dirty="0">
              <a:solidFill>
                <a:srgbClr val="000000"/>
              </a:solidFill>
              <a:effectLst/>
              <a:latin typeface="Open Sans" panose="020B0606030504020204" pitchFamily="34" charset="0"/>
            </a:endParaRPr>
          </a:p>
          <a:p>
            <a:pPr lvl="1"/>
            <a:r>
              <a:rPr lang="zh-CN" altLang="en-US" b="0" i="0" dirty="0">
                <a:solidFill>
                  <a:srgbClr val="000000"/>
                </a:solidFill>
                <a:effectLst/>
                <a:latin typeface="Open Sans" panose="020B0606030504020204" pitchFamily="34" charset="0"/>
              </a:rPr>
              <a:t>更适于数据的长期归档</a:t>
            </a:r>
            <a:endParaRPr lang="en-US" altLang="zh-CN" b="0" i="0" dirty="0">
              <a:solidFill>
                <a:srgbClr val="000000"/>
              </a:solidFill>
              <a:effectLst/>
              <a:latin typeface="Open Sans" panose="020B0606030504020204" pitchFamily="34" charset="0"/>
            </a:endParaRPr>
          </a:p>
          <a:p>
            <a:r>
              <a:rPr lang="zh-CN" altLang="en-US" dirty="0">
                <a:solidFill>
                  <a:srgbClr val="323232"/>
                </a:solidFill>
              </a:rPr>
              <a:t>备份局限性</a:t>
            </a:r>
            <a:endParaRPr lang="en-US" altLang="zh-CN" dirty="0">
              <a:solidFill>
                <a:srgbClr val="323232"/>
              </a:solidFill>
            </a:endParaRPr>
          </a:p>
          <a:p>
            <a:pPr lvl="1"/>
            <a:r>
              <a:rPr lang="zh-CN" altLang="en-US" dirty="0">
                <a:solidFill>
                  <a:srgbClr val="323232"/>
                </a:solidFill>
              </a:rPr>
              <a:t>创建备份的时间开销更高</a:t>
            </a:r>
            <a:endParaRPr lang="en-US" altLang="zh-CN" dirty="0">
              <a:solidFill>
                <a:srgbClr val="323232"/>
              </a:solidFill>
            </a:endParaRPr>
          </a:p>
          <a:p>
            <a:pPr lvl="1"/>
            <a:r>
              <a:rPr lang="zh-CN" altLang="en-US" dirty="0">
                <a:solidFill>
                  <a:srgbClr val="323232"/>
                </a:solidFill>
              </a:rPr>
              <a:t>创建备份的过程影响服务器性能（占用带宽）</a:t>
            </a:r>
            <a:endParaRPr lang="en" altLang="zh-CN" i="0" dirty="0">
              <a:solidFill>
                <a:srgbClr val="323232"/>
              </a:solidFill>
              <a:effectLst/>
              <a:latin typeface="Arial" panose="020B0604020202020204" pitchFamily="34" charset="0"/>
            </a:endParaRPr>
          </a:p>
        </p:txBody>
      </p:sp>
      <p:sp>
        <p:nvSpPr>
          <p:cNvPr id="4" name="灯片编号占位符 3"/>
          <p:cNvSpPr>
            <a:spLocks noGrp="1"/>
          </p:cNvSpPr>
          <p:nvPr>
            <p:ph type="sldNum" sz="quarter" idx="12"/>
          </p:nvPr>
        </p:nvSpPr>
        <p:spPr/>
        <p:txBody>
          <a:bodyPr/>
          <a:lstStyle/>
          <a:p>
            <a:fld id="{F38DF745-7D3F-47F4-83A3-874385CFAA69}" type="slidenum">
              <a:rPr lang="en-US" smtClean="0"/>
              <a:pPr/>
              <a:t>69</a:t>
            </a:fld>
            <a:endParaRPr lang="en-US" dirty="0"/>
          </a:p>
        </p:txBody>
      </p:sp>
    </p:spTree>
    <p:extLst>
      <p:ext uri="{BB962C8B-B14F-4D97-AF65-F5344CB8AC3E}">
        <p14:creationId xmlns:p14="http://schemas.microsoft.com/office/powerpoint/2010/main" val="7006738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快照 </a:t>
            </a:r>
            <a:r>
              <a:rPr lang="en-US" altLang="zh-CN" dirty="0"/>
              <a:t>vs</a:t>
            </a:r>
            <a:r>
              <a:rPr lang="zh-CN" altLang="en-US" dirty="0"/>
              <a:t> 备份</a:t>
            </a:r>
          </a:p>
        </p:txBody>
      </p:sp>
      <p:sp>
        <p:nvSpPr>
          <p:cNvPr id="4" name="灯片编号占位符 3"/>
          <p:cNvSpPr>
            <a:spLocks noGrp="1"/>
          </p:cNvSpPr>
          <p:nvPr>
            <p:ph type="sldNum" sz="quarter" idx="12"/>
          </p:nvPr>
        </p:nvSpPr>
        <p:spPr/>
        <p:txBody>
          <a:bodyPr/>
          <a:lstStyle/>
          <a:p>
            <a:fld id="{F38DF745-7D3F-47F4-83A3-874385CFAA69}" type="slidenum">
              <a:rPr lang="en-US" smtClean="0"/>
              <a:pPr/>
              <a:t>70</a:t>
            </a:fld>
            <a:endParaRPr lang="en-US" dirty="0"/>
          </a:p>
        </p:txBody>
      </p:sp>
      <p:graphicFrame>
        <p:nvGraphicFramePr>
          <p:cNvPr id="6" name="表格 6">
            <a:extLst>
              <a:ext uri="{FF2B5EF4-FFF2-40B4-BE49-F238E27FC236}">
                <a16:creationId xmlns:a16="http://schemas.microsoft.com/office/drawing/2014/main" id="{2AA813F9-4F65-12DD-9DFE-48E34CC275E5}"/>
              </a:ext>
            </a:extLst>
          </p:cNvPr>
          <p:cNvGraphicFramePr>
            <a:graphicFrameLocks noGrp="1"/>
          </p:cNvGraphicFramePr>
          <p:nvPr>
            <p:ph idx="1"/>
            <p:extLst>
              <p:ext uri="{D42A27DB-BD31-4B8C-83A1-F6EECF244321}">
                <p14:modId xmlns:p14="http://schemas.microsoft.com/office/powerpoint/2010/main" val="529462649"/>
              </p:ext>
            </p:extLst>
          </p:nvPr>
        </p:nvGraphicFramePr>
        <p:xfrm>
          <a:off x="555304" y="1996440"/>
          <a:ext cx="8108696" cy="2865120"/>
        </p:xfrm>
        <a:graphic>
          <a:graphicData uri="http://schemas.openxmlformats.org/drawingml/2006/table">
            <a:tbl>
              <a:tblPr firstRow="1" bandRow="1">
                <a:tableStyleId>{5C22544A-7EE6-4342-B048-85BDC9FD1C3A}</a:tableStyleId>
              </a:tblPr>
              <a:tblGrid>
                <a:gridCol w="1293368">
                  <a:extLst>
                    <a:ext uri="{9D8B030D-6E8A-4147-A177-3AD203B41FA5}">
                      <a16:colId xmlns:a16="http://schemas.microsoft.com/office/drawing/2014/main" val="1788992450"/>
                    </a:ext>
                  </a:extLst>
                </a:gridCol>
                <a:gridCol w="3377184">
                  <a:extLst>
                    <a:ext uri="{9D8B030D-6E8A-4147-A177-3AD203B41FA5}">
                      <a16:colId xmlns:a16="http://schemas.microsoft.com/office/drawing/2014/main" val="3190644887"/>
                    </a:ext>
                  </a:extLst>
                </a:gridCol>
                <a:gridCol w="3438144">
                  <a:extLst>
                    <a:ext uri="{9D8B030D-6E8A-4147-A177-3AD203B41FA5}">
                      <a16:colId xmlns:a16="http://schemas.microsoft.com/office/drawing/2014/main" val="2385376583"/>
                    </a:ext>
                  </a:extLst>
                </a:gridCol>
              </a:tblGrid>
              <a:tr h="370840">
                <a:tc>
                  <a:txBody>
                    <a:bodyPr/>
                    <a:lstStyle/>
                    <a:p>
                      <a:r>
                        <a:rPr lang="zh-CN" altLang="en-US" dirty="0"/>
                        <a:t>项目</a:t>
                      </a:r>
                    </a:p>
                  </a:txBody>
                  <a:tcPr/>
                </a:tc>
                <a:tc>
                  <a:txBody>
                    <a:bodyPr/>
                    <a:lstStyle/>
                    <a:p>
                      <a:r>
                        <a:rPr lang="zh-CN" altLang="en-US" dirty="0"/>
                        <a:t>快照</a:t>
                      </a:r>
                    </a:p>
                  </a:txBody>
                  <a:tcPr/>
                </a:tc>
                <a:tc>
                  <a:txBody>
                    <a:bodyPr/>
                    <a:lstStyle/>
                    <a:p>
                      <a:r>
                        <a:rPr lang="zh-CN" altLang="en-US" dirty="0"/>
                        <a:t>备份</a:t>
                      </a:r>
                    </a:p>
                  </a:txBody>
                  <a:tcPr/>
                </a:tc>
                <a:extLst>
                  <a:ext uri="{0D108BD9-81ED-4DB2-BD59-A6C34878D82A}">
                    <a16:rowId xmlns:a16="http://schemas.microsoft.com/office/drawing/2014/main" val="2927994326"/>
                  </a:ext>
                </a:extLst>
              </a:tr>
              <a:tr h="370840">
                <a:tc>
                  <a:txBody>
                    <a:bodyPr/>
                    <a:lstStyle/>
                    <a:p>
                      <a:r>
                        <a:rPr lang="zh-CN" altLang="en-US" dirty="0"/>
                        <a:t>存储位置</a:t>
                      </a:r>
                    </a:p>
                  </a:txBody>
                  <a:tcPr/>
                </a:tc>
                <a:tc>
                  <a:txBody>
                    <a:bodyPr/>
                    <a:lstStyle/>
                    <a:p>
                      <a:r>
                        <a:rPr lang="zh-CN" altLang="en-US" dirty="0"/>
                        <a:t>服务器内</a:t>
                      </a:r>
                    </a:p>
                  </a:txBody>
                  <a:tcPr/>
                </a:tc>
                <a:tc>
                  <a:txBody>
                    <a:bodyPr/>
                    <a:lstStyle/>
                    <a:p>
                      <a:r>
                        <a:rPr lang="zh-CN" altLang="en-US" dirty="0"/>
                        <a:t>可于服务器外</a:t>
                      </a:r>
                    </a:p>
                  </a:txBody>
                  <a:tcPr/>
                </a:tc>
                <a:extLst>
                  <a:ext uri="{0D108BD9-81ED-4DB2-BD59-A6C34878D82A}">
                    <a16:rowId xmlns:a16="http://schemas.microsoft.com/office/drawing/2014/main" val="1542559378"/>
                  </a:ext>
                </a:extLst>
              </a:tr>
              <a:tr h="370840">
                <a:tc>
                  <a:txBody>
                    <a:bodyPr/>
                    <a:lstStyle/>
                    <a:p>
                      <a:r>
                        <a:rPr lang="zh-CN" altLang="en-US" dirty="0"/>
                        <a:t>恢复</a:t>
                      </a:r>
                    </a:p>
                  </a:txBody>
                  <a:tcPr/>
                </a:tc>
                <a:tc>
                  <a:txBody>
                    <a:bodyPr/>
                    <a:lstStyle/>
                    <a:p>
                      <a:r>
                        <a:rPr lang="zh-CN" altLang="en-US" dirty="0"/>
                        <a:t>依赖特定算法、数据格式</a:t>
                      </a:r>
                    </a:p>
                  </a:txBody>
                  <a:tcPr/>
                </a:tc>
                <a:tc>
                  <a:txBody>
                    <a:bodyPr/>
                    <a:lstStyle/>
                    <a:p>
                      <a:r>
                        <a:rPr lang="zh-CN" altLang="en-US" dirty="0"/>
                        <a:t>不依赖特定算法、数据格式</a:t>
                      </a:r>
                    </a:p>
                  </a:txBody>
                  <a:tcPr/>
                </a:tc>
                <a:extLst>
                  <a:ext uri="{0D108BD9-81ED-4DB2-BD59-A6C34878D82A}">
                    <a16:rowId xmlns:a16="http://schemas.microsoft.com/office/drawing/2014/main" val="3736940482"/>
                  </a:ext>
                </a:extLst>
              </a:tr>
              <a:tr h="370840">
                <a:tc>
                  <a:txBody>
                    <a:bodyPr/>
                    <a:lstStyle/>
                    <a:p>
                      <a:r>
                        <a:rPr lang="zh-CN" altLang="en-US" dirty="0"/>
                        <a:t>使用场景</a:t>
                      </a:r>
                    </a:p>
                  </a:txBody>
                  <a:tcPr/>
                </a:tc>
                <a:tc>
                  <a:txBody>
                    <a:bodyPr/>
                    <a:lstStyle/>
                    <a:p>
                      <a:r>
                        <a:rPr lang="en-US" altLang="zh-CN" dirty="0"/>
                        <a:t>OLTA</a:t>
                      </a:r>
                      <a:r>
                        <a:rPr lang="zh-CN" altLang="en-US" dirty="0"/>
                        <a:t>、避免数据损毁、协助创建备份等</a:t>
                      </a:r>
                    </a:p>
                  </a:txBody>
                  <a:tcPr/>
                </a:tc>
                <a:tc>
                  <a:txBody>
                    <a:bodyPr/>
                    <a:lstStyle/>
                    <a:p>
                      <a:r>
                        <a:rPr lang="zh-CN" altLang="en-US" dirty="0"/>
                        <a:t>长期数据归档</a:t>
                      </a:r>
                    </a:p>
                  </a:txBody>
                  <a:tcPr/>
                </a:tc>
                <a:extLst>
                  <a:ext uri="{0D108BD9-81ED-4DB2-BD59-A6C34878D82A}">
                    <a16:rowId xmlns:a16="http://schemas.microsoft.com/office/drawing/2014/main" val="355833823"/>
                  </a:ext>
                </a:extLst>
              </a:tr>
              <a:tr h="370840">
                <a:tc>
                  <a:txBody>
                    <a:bodyPr/>
                    <a:lstStyle/>
                    <a:p>
                      <a:r>
                        <a:rPr lang="zh-CN" altLang="en-US" dirty="0"/>
                        <a:t>创建开销</a:t>
                      </a:r>
                    </a:p>
                  </a:txBody>
                  <a:tcPr/>
                </a:tc>
                <a:tc>
                  <a:txBody>
                    <a:bodyPr/>
                    <a:lstStyle/>
                    <a:p>
                      <a:r>
                        <a:rPr lang="zh-CN" altLang="en-US" dirty="0"/>
                        <a:t>低</a:t>
                      </a:r>
                    </a:p>
                  </a:txBody>
                  <a:tcPr/>
                </a:tc>
                <a:tc>
                  <a:txBody>
                    <a:bodyPr/>
                    <a:lstStyle/>
                    <a:p>
                      <a:r>
                        <a:rPr lang="zh-CN" altLang="en-US" dirty="0"/>
                        <a:t>高</a:t>
                      </a:r>
                    </a:p>
                  </a:txBody>
                  <a:tcPr/>
                </a:tc>
                <a:extLst>
                  <a:ext uri="{0D108BD9-81ED-4DB2-BD59-A6C34878D82A}">
                    <a16:rowId xmlns:a16="http://schemas.microsoft.com/office/drawing/2014/main" val="2814488336"/>
                  </a:ext>
                </a:extLst>
              </a:tr>
              <a:tr h="370840">
                <a:tc>
                  <a:txBody>
                    <a:bodyPr/>
                    <a:lstStyle/>
                    <a:p>
                      <a:r>
                        <a:rPr lang="zh-CN" altLang="en-US" dirty="0"/>
                        <a:t>空间占用</a:t>
                      </a:r>
                    </a:p>
                  </a:txBody>
                  <a:tcPr/>
                </a:tc>
                <a:tc>
                  <a:txBody>
                    <a:bodyPr/>
                    <a:lstStyle/>
                    <a:p>
                      <a:r>
                        <a:rPr lang="zh-CN" altLang="en-US" dirty="0"/>
                        <a:t>低</a:t>
                      </a:r>
                    </a:p>
                  </a:txBody>
                  <a:tcPr/>
                </a:tc>
                <a:tc>
                  <a:txBody>
                    <a:bodyPr/>
                    <a:lstStyle/>
                    <a:p>
                      <a:r>
                        <a:rPr lang="zh-CN" altLang="en-US" dirty="0"/>
                        <a:t>高</a:t>
                      </a:r>
                    </a:p>
                  </a:txBody>
                  <a:tcPr/>
                </a:tc>
                <a:extLst>
                  <a:ext uri="{0D108BD9-81ED-4DB2-BD59-A6C34878D82A}">
                    <a16:rowId xmlns:a16="http://schemas.microsoft.com/office/drawing/2014/main" val="3777572126"/>
                  </a:ext>
                </a:extLst>
              </a:tr>
              <a:tr h="370840">
                <a:tc>
                  <a:txBody>
                    <a:bodyPr/>
                    <a:lstStyle/>
                    <a:p>
                      <a:r>
                        <a:rPr lang="zh-CN" altLang="en-US" dirty="0"/>
                        <a:t>可靠性</a:t>
                      </a:r>
                    </a:p>
                  </a:txBody>
                  <a:tcPr/>
                </a:tc>
                <a:tc>
                  <a:txBody>
                    <a:bodyPr/>
                    <a:lstStyle/>
                    <a:p>
                      <a:r>
                        <a:rPr lang="zh-CN" altLang="en-US" dirty="0"/>
                        <a:t>低</a:t>
                      </a:r>
                    </a:p>
                  </a:txBody>
                  <a:tcPr/>
                </a:tc>
                <a:tc>
                  <a:txBody>
                    <a:bodyPr/>
                    <a:lstStyle/>
                    <a:p>
                      <a:r>
                        <a:rPr lang="zh-CN" altLang="en-US" dirty="0"/>
                        <a:t>高</a:t>
                      </a:r>
                    </a:p>
                  </a:txBody>
                  <a:tcPr/>
                </a:tc>
                <a:extLst>
                  <a:ext uri="{0D108BD9-81ED-4DB2-BD59-A6C34878D82A}">
                    <a16:rowId xmlns:a16="http://schemas.microsoft.com/office/drawing/2014/main" val="1497211149"/>
                  </a:ext>
                </a:extLst>
              </a:tr>
            </a:tbl>
          </a:graphicData>
        </a:graphic>
      </p:graphicFrame>
    </p:spTree>
    <p:extLst>
      <p:ext uri="{BB962C8B-B14F-4D97-AF65-F5344CB8AC3E}">
        <p14:creationId xmlns:p14="http://schemas.microsoft.com/office/powerpoint/2010/main" val="16495682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目录</a:t>
            </a:r>
          </a:p>
        </p:txBody>
      </p:sp>
      <p:sp>
        <p:nvSpPr>
          <p:cNvPr id="4" name="灯片编号占位符 3"/>
          <p:cNvSpPr>
            <a:spLocks noGrp="1"/>
          </p:cNvSpPr>
          <p:nvPr>
            <p:ph type="sldNum" sz="quarter" idx="12"/>
          </p:nvPr>
        </p:nvSpPr>
        <p:spPr/>
        <p:txBody>
          <a:bodyPr/>
          <a:lstStyle/>
          <a:p>
            <a:fld id="{F38DF745-7D3F-47F4-83A3-874385CFAA69}" type="slidenum">
              <a:rPr lang="en-US" smtClean="0"/>
              <a:pPr/>
              <a:t>71</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p:txBody>
          <a:bodyPr>
            <a:normAutofit/>
          </a:bodyPr>
          <a:lstStyle/>
          <a:p>
            <a:r>
              <a:rPr kumimoji="1" lang="zh-CN" altLang="en-US" dirty="0">
                <a:solidFill>
                  <a:schemeClr val="bg1">
                    <a:lumMod val="75000"/>
                  </a:schemeClr>
                </a:solidFill>
              </a:rPr>
              <a:t>灾备的基本概念</a:t>
            </a:r>
            <a:endParaRPr kumimoji="1" lang="en-US" altLang="zh-CN" dirty="0">
              <a:solidFill>
                <a:schemeClr val="bg1">
                  <a:lumMod val="75000"/>
                </a:schemeClr>
              </a:solidFill>
            </a:endParaRPr>
          </a:p>
          <a:p>
            <a:r>
              <a:rPr kumimoji="1" lang="zh-CN" altLang="en-US" dirty="0">
                <a:solidFill>
                  <a:schemeClr val="bg1">
                    <a:lumMod val="75000"/>
                  </a:schemeClr>
                </a:solidFill>
              </a:rPr>
              <a:t>数据的可靠存储</a:t>
            </a:r>
            <a:endParaRPr kumimoji="1" lang="en-US" altLang="zh-CN" dirty="0">
              <a:solidFill>
                <a:schemeClr val="bg1">
                  <a:lumMod val="75000"/>
                </a:schemeClr>
              </a:solidFill>
            </a:endParaRPr>
          </a:p>
          <a:p>
            <a:pPr lvl="1"/>
            <a:r>
              <a:rPr kumimoji="1" lang="zh-CN" altLang="en-US" dirty="0">
                <a:solidFill>
                  <a:schemeClr val="bg1">
                    <a:lumMod val="75000"/>
                  </a:schemeClr>
                </a:solidFill>
              </a:rPr>
              <a:t>数据备份</a:t>
            </a:r>
            <a:endParaRPr kumimoji="1" lang="en-US" altLang="zh-CN" dirty="0">
              <a:solidFill>
                <a:schemeClr val="bg1">
                  <a:lumMod val="75000"/>
                </a:schemeClr>
              </a:solidFill>
            </a:endParaRPr>
          </a:p>
          <a:p>
            <a:pPr lvl="1"/>
            <a:r>
              <a:rPr kumimoji="1" lang="zh-CN" altLang="en-US" dirty="0">
                <a:solidFill>
                  <a:schemeClr val="bg1">
                    <a:lumMod val="75000"/>
                  </a:schemeClr>
                </a:solidFill>
              </a:rPr>
              <a:t>数据镜像</a:t>
            </a:r>
            <a:endParaRPr kumimoji="1" lang="en-US" altLang="zh-CN" dirty="0">
              <a:solidFill>
                <a:schemeClr val="bg1">
                  <a:lumMod val="75000"/>
                </a:schemeClr>
              </a:solidFill>
            </a:endParaRPr>
          </a:p>
          <a:p>
            <a:pPr lvl="1"/>
            <a:r>
              <a:rPr kumimoji="1" lang="zh-CN" altLang="en-US" dirty="0">
                <a:solidFill>
                  <a:schemeClr val="bg1">
                    <a:lumMod val="75000"/>
                  </a:schemeClr>
                </a:solidFill>
              </a:rPr>
              <a:t>数据快照</a:t>
            </a:r>
            <a:endParaRPr kumimoji="1" lang="en-US" altLang="zh-CN" dirty="0">
              <a:solidFill>
                <a:schemeClr val="bg1">
                  <a:lumMod val="75000"/>
                </a:schemeClr>
              </a:solidFill>
            </a:endParaRPr>
          </a:p>
          <a:p>
            <a:r>
              <a:rPr kumimoji="1" lang="zh-CN" altLang="en-US" dirty="0"/>
              <a:t>存储虚拟化</a:t>
            </a:r>
            <a:endParaRPr kumimoji="1" lang="en-US" altLang="zh-CN" dirty="0"/>
          </a:p>
        </p:txBody>
      </p:sp>
    </p:spTree>
    <p:extLst>
      <p:ext uri="{BB962C8B-B14F-4D97-AF65-F5344CB8AC3E}">
        <p14:creationId xmlns:p14="http://schemas.microsoft.com/office/powerpoint/2010/main" val="31992874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存储虚拟化 </a:t>
            </a:r>
            <a:r>
              <a:rPr lang="en-US" altLang="zh-CN" dirty="0"/>
              <a:t>–</a:t>
            </a:r>
            <a:r>
              <a:rPr lang="zh-CN" altLang="en-US" dirty="0"/>
              <a:t> 背景</a:t>
            </a:r>
          </a:p>
        </p:txBody>
      </p:sp>
      <p:sp>
        <p:nvSpPr>
          <p:cNvPr id="4" name="灯片编号占位符 3"/>
          <p:cNvSpPr>
            <a:spLocks noGrp="1"/>
          </p:cNvSpPr>
          <p:nvPr>
            <p:ph type="sldNum" sz="quarter" idx="12"/>
          </p:nvPr>
        </p:nvSpPr>
        <p:spPr/>
        <p:txBody>
          <a:bodyPr/>
          <a:lstStyle/>
          <a:p>
            <a:fld id="{F38DF745-7D3F-47F4-83A3-874385CFAA69}" type="slidenum">
              <a:rPr lang="en-US" smtClean="0"/>
              <a:pPr/>
              <a:t>72</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fontScale="92500" lnSpcReduction="20000"/>
          </a:bodyPr>
          <a:lstStyle/>
          <a:p>
            <a:r>
              <a:rPr kumimoji="1" lang="zh-CN" altLang="en-US" dirty="0"/>
              <a:t>数据增长：</a:t>
            </a:r>
            <a:r>
              <a:rPr kumimoji="1" lang="en-US" altLang="zh-CN" dirty="0"/>
              <a:t>IT</a:t>
            </a:r>
            <a:r>
              <a:rPr kumimoji="1" lang="zh-CN" altLang="en-US" dirty="0"/>
              <a:t>领域最急需解决的问题</a:t>
            </a:r>
            <a:endParaRPr kumimoji="1" lang="en-US" altLang="zh-CN" dirty="0"/>
          </a:p>
          <a:p>
            <a:pPr lvl="1"/>
            <a:r>
              <a:rPr kumimoji="1" lang="zh-CN" altLang="en-US" dirty="0"/>
              <a:t>企业存储</a:t>
            </a:r>
            <a:r>
              <a:rPr kumimoji="1" lang="zh-CN" altLang="en-US" dirty="0">
                <a:solidFill>
                  <a:schemeClr val="accent1"/>
                </a:solidFill>
              </a:rPr>
              <a:t>容量</a:t>
            </a:r>
            <a:r>
              <a:rPr kumimoji="1" lang="zh-CN" altLang="en-US" dirty="0"/>
              <a:t>越来越大</a:t>
            </a:r>
          </a:p>
          <a:p>
            <a:pPr lvl="1"/>
            <a:r>
              <a:rPr kumimoji="1" lang="zh-CN" altLang="en-US" dirty="0"/>
              <a:t>不断增加的新型</a:t>
            </a:r>
            <a:r>
              <a:rPr kumimoji="1" lang="zh-CN" altLang="en-US" dirty="0">
                <a:solidFill>
                  <a:schemeClr val="accent1"/>
                </a:solidFill>
              </a:rPr>
              <a:t>存储设备</a:t>
            </a:r>
            <a:r>
              <a:rPr kumimoji="1" lang="zh-CN" altLang="en-US" dirty="0"/>
              <a:t>或者存储系统</a:t>
            </a:r>
          </a:p>
          <a:p>
            <a:pPr lvl="1"/>
            <a:r>
              <a:rPr kumimoji="1" lang="zh-CN" altLang="en-US" dirty="0"/>
              <a:t>企业的存储设备</a:t>
            </a:r>
            <a:r>
              <a:rPr kumimoji="1" lang="zh-CN" altLang="en-US" dirty="0">
                <a:solidFill>
                  <a:schemeClr val="accent1"/>
                </a:solidFill>
              </a:rPr>
              <a:t>多种多样</a:t>
            </a:r>
          </a:p>
          <a:p>
            <a:pPr lvl="1"/>
            <a:r>
              <a:rPr kumimoji="1" lang="zh-CN" altLang="en-US" dirty="0"/>
              <a:t>操作环境与管理日益</a:t>
            </a:r>
            <a:r>
              <a:rPr kumimoji="1" lang="zh-CN" altLang="en-US" dirty="0">
                <a:solidFill>
                  <a:schemeClr val="accent1"/>
                </a:solidFill>
              </a:rPr>
              <a:t>复杂</a:t>
            </a:r>
          </a:p>
          <a:p>
            <a:pPr lvl="1"/>
            <a:r>
              <a:rPr kumimoji="1" lang="zh-CN" altLang="en-US" dirty="0"/>
              <a:t>新技术的加速出现</a:t>
            </a:r>
          </a:p>
          <a:p>
            <a:r>
              <a:rPr kumimoji="1" lang="zh-CN" altLang="en-US" dirty="0"/>
              <a:t>在存储领域投资的持续增长</a:t>
            </a:r>
          </a:p>
          <a:p>
            <a:pPr lvl="1"/>
            <a:r>
              <a:rPr kumimoji="1" lang="zh-CN" altLang="en-US" dirty="0"/>
              <a:t>购置空间和环境的花费</a:t>
            </a:r>
          </a:p>
          <a:p>
            <a:pPr lvl="1"/>
            <a:r>
              <a:rPr kumimoji="1" lang="zh-CN" altLang="en-US" dirty="0"/>
              <a:t>将存储作为服务的可操作性</a:t>
            </a:r>
            <a:endParaRPr kumimoji="1" lang="en-US" altLang="zh-CN" dirty="0"/>
          </a:p>
          <a:p>
            <a:r>
              <a:rPr kumimoji="1" lang="en" altLang="zh-CN" dirty="0"/>
              <a:t>Longer-term Challenge</a:t>
            </a:r>
            <a:r>
              <a:rPr kumimoji="1" lang="zh-CN" altLang="en" dirty="0"/>
              <a:t>：</a:t>
            </a:r>
            <a:r>
              <a:rPr kumimoji="1" lang="zh-CN" altLang="en-US" dirty="0"/>
              <a:t>管理成本</a:t>
            </a:r>
          </a:p>
          <a:p>
            <a:pPr lvl="1"/>
            <a:r>
              <a:rPr kumimoji="1" lang="zh-CN" altLang="en-US" dirty="0"/>
              <a:t>与存储的增长成正比，但操作会越来越简便</a:t>
            </a:r>
          </a:p>
          <a:p>
            <a:pPr lvl="1"/>
            <a:r>
              <a:rPr kumimoji="1" lang="zh-CN" altLang="en-US" dirty="0"/>
              <a:t>管理成本会超过购置和维护的成本</a:t>
            </a:r>
          </a:p>
          <a:p>
            <a:r>
              <a:rPr kumimoji="1" lang="zh-CN" altLang="en-US" dirty="0"/>
              <a:t>管理庞大而复杂的存储环境 </a:t>
            </a:r>
            <a:r>
              <a:rPr kumimoji="1" lang="en-US" altLang="zh-CN" dirty="0"/>
              <a:t>——</a:t>
            </a:r>
            <a:r>
              <a:rPr kumimoji="1" lang="zh-CN" altLang="en-US" i="1" dirty="0">
                <a:solidFill>
                  <a:schemeClr val="accent1"/>
                </a:solidFill>
              </a:rPr>
              <a:t>存储设备虚拟化</a:t>
            </a:r>
          </a:p>
          <a:p>
            <a:pPr lvl="1"/>
            <a:r>
              <a:rPr kumimoji="1" lang="zh-CN" altLang="en-US" dirty="0">
                <a:solidFill>
                  <a:schemeClr val="accent1"/>
                </a:solidFill>
              </a:rPr>
              <a:t>简化</a:t>
            </a:r>
            <a:r>
              <a:rPr kumimoji="1" lang="zh-CN" altLang="en-US" dirty="0"/>
              <a:t>存储设备的安装和配置</a:t>
            </a:r>
          </a:p>
          <a:p>
            <a:pPr lvl="1"/>
            <a:r>
              <a:rPr kumimoji="1" lang="zh-CN" altLang="en-US" dirty="0">
                <a:solidFill>
                  <a:schemeClr val="accent1"/>
                </a:solidFill>
              </a:rPr>
              <a:t>有效</a:t>
            </a:r>
            <a:r>
              <a:rPr kumimoji="1" lang="zh-CN" altLang="en-US" dirty="0"/>
              <a:t>地利用数目众多的</a:t>
            </a:r>
            <a:r>
              <a:rPr kumimoji="1" lang="zh-CN" altLang="en-US" dirty="0">
                <a:solidFill>
                  <a:schemeClr val="accent1"/>
                </a:solidFill>
              </a:rPr>
              <a:t>异构</a:t>
            </a:r>
            <a:r>
              <a:rPr kumimoji="1" lang="zh-CN" altLang="en-US" dirty="0"/>
              <a:t>性存储设备</a:t>
            </a:r>
          </a:p>
        </p:txBody>
      </p:sp>
      <p:pic>
        <p:nvPicPr>
          <p:cNvPr id="3" name="Picture 33">
            <a:extLst>
              <a:ext uri="{FF2B5EF4-FFF2-40B4-BE49-F238E27FC236}">
                <a16:creationId xmlns:a16="http://schemas.microsoft.com/office/drawing/2014/main" id="{852A4C5E-ED0E-5EB7-489F-93B3D06D6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3786" y="1331216"/>
            <a:ext cx="2381651" cy="2892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84269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存储虚拟化 </a:t>
            </a:r>
            <a:r>
              <a:rPr lang="en-US" altLang="zh-CN" dirty="0"/>
              <a:t>–</a:t>
            </a:r>
            <a:r>
              <a:rPr lang="zh-CN" altLang="en-US" dirty="0"/>
              <a:t> 定义</a:t>
            </a:r>
          </a:p>
        </p:txBody>
      </p:sp>
      <p:sp>
        <p:nvSpPr>
          <p:cNvPr id="4" name="灯片编号占位符 3"/>
          <p:cNvSpPr>
            <a:spLocks noGrp="1"/>
          </p:cNvSpPr>
          <p:nvPr>
            <p:ph type="sldNum" sz="quarter" idx="12"/>
          </p:nvPr>
        </p:nvSpPr>
        <p:spPr/>
        <p:txBody>
          <a:bodyPr/>
          <a:lstStyle/>
          <a:p>
            <a:fld id="{F38DF745-7D3F-47F4-83A3-874385CFAA69}" type="slidenum">
              <a:rPr lang="en-US" smtClean="0"/>
              <a:pPr/>
              <a:t>73</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solidFill>
                  <a:schemeClr val="accent1"/>
                </a:solidFill>
              </a:rPr>
              <a:t>存储虚拟化：</a:t>
            </a:r>
            <a:r>
              <a:rPr kumimoji="1" lang="zh-CN" altLang="en-US" dirty="0"/>
              <a:t>通过对存储（子）系统或存储服务的内部功能进行</a:t>
            </a:r>
            <a:r>
              <a:rPr kumimoji="1" lang="zh-CN" altLang="en-US" dirty="0">
                <a:solidFill>
                  <a:schemeClr val="accent1"/>
                </a:solidFill>
              </a:rPr>
              <a:t>抽象、隐藏或隔离</a:t>
            </a:r>
            <a:r>
              <a:rPr kumimoji="1" lang="zh-CN" altLang="en-US" dirty="0"/>
              <a:t>，使存储或数据的管理与应用、服务器、网络资源的管理分离，从而实现各自的独立管理。</a:t>
            </a:r>
          </a:p>
        </p:txBody>
      </p:sp>
    </p:spTree>
    <p:extLst>
      <p:ext uri="{BB962C8B-B14F-4D97-AF65-F5344CB8AC3E}">
        <p14:creationId xmlns:p14="http://schemas.microsoft.com/office/powerpoint/2010/main" val="35248710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存储虚拟化 </a:t>
            </a:r>
            <a:r>
              <a:rPr lang="en-US" altLang="zh-CN" dirty="0"/>
              <a:t>–</a:t>
            </a:r>
            <a:r>
              <a:rPr lang="zh-CN" altLang="en-US" dirty="0"/>
              <a:t> 定义说明</a:t>
            </a:r>
          </a:p>
        </p:txBody>
      </p:sp>
      <p:sp>
        <p:nvSpPr>
          <p:cNvPr id="4" name="灯片编号占位符 3"/>
          <p:cNvSpPr>
            <a:spLocks noGrp="1"/>
          </p:cNvSpPr>
          <p:nvPr>
            <p:ph type="sldNum" sz="quarter" idx="12"/>
          </p:nvPr>
        </p:nvSpPr>
        <p:spPr/>
        <p:txBody>
          <a:bodyPr/>
          <a:lstStyle/>
          <a:p>
            <a:fld id="{F38DF745-7D3F-47F4-83A3-874385CFAA69}" type="slidenum">
              <a:rPr lang="en-US" smtClean="0"/>
              <a:pPr/>
              <a:t>74</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t>虚拟存储是介于物理存储设备和用户之间的一个中间层</a:t>
            </a:r>
            <a:endParaRPr kumimoji="1" lang="en-US" altLang="zh-CN" dirty="0"/>
          </a:p>
          <a:p>
            <a:pPr lvl="1"/>
            <a:r>
              <a:rPr kumimoji="1" lang="zh-CN" altLang="en-US" dirty="0"/>
              <a:t>屏蔽了具体存储设备（磁盘、磁带）的物理特性</a:t>
            </a:r>
            <a:endParaRPr kumimoji="1" lang="en-US" altLang="zh-CN" dirty="0"/>
          </a:p>
          <a:p>
            <a:pPr lvl="1"/>
            <a:r>
              <a:rPr kumimoji="1" lang="zh-CN" altLang="en-US" dirty="0"/>
              <a:t>呈现出逻辑设备</a:t>
            </a:r>
            <a:endParaRPr kumimoji="1" lang="en-US" altLang="zh-CN" dirty="0"/>
          </a:p>
          <a:p>
            <a:pPr lvl="1"/>
            <a:r>
              <a:rPr kumimoji="1" lang="zh-CN" altLang="en-US" dirty="0"/>
              <a:t>通过标准化、统一的管理，实现存储资源的池化和全局共享 </a:t>
            </a:r>
          </a:p>
          <a:p>
            <a:r>
              <a:rPr kumimoji="1" lang="zh-CN" altLang="en-US" dirty="0"/>
              <a:t>用户看到存储空间而非具体的存储设备</a:t>
            </a:r>
            <a:endParaRPr kumimoji="1" lang="en-US" altLang="zh-CN" dirty="0"/>
          </a:p>
          <a:p>
            <a:pPr lvl="1"/>
            <a:r>
              <a:rPr kumimoji="1" lang="zh-CN" altLang="en-US" dirty="0"/>
              <a:t>用户所管理的是存储空间而不是具体的物理存储设备</a:t>
            </a:r>
            <a:endParaRPr kumimoji="1" lang="en-US" altLang="zh-CN" dirty="0"/>
          </a:p>
          <a:p>
            <a:pPr lvl="1"/>
            <a:r>
              <a:rPr kumimoji="1" lang="zh-CN" altLang="en-US" dirty="0"/>
              <a:t>不必关心底层设备的容量、类型和特性等</a:t>
            </a:r>
            <a:endParaRPr kumimoji="1" lang="en-US" altLang="zh-CN" dirty="0"/>
          </a:p>
          <a:p>
            <a:pPr lvl="1"/>
            <a:r>
              <a:rPr kumimoji="1" lang="zh-CN" altLang="en-US" dirty="0"/>
              <a:t>只需要关注存储容量需求 </a:t>
            </a:r>
          </a:p>
        </p:txBody>
      </p:sp>
    </p:spTree>
    <p:extLst>
      <p:ext uri="{BB962C8B-B14F-4D97-AF65-F5344CB8AC3E}">
        <p14:creationId xmlns:p14="http://schemas.microsoft.com/office/powerpoint/2010/main" val="21671063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存储虚拟化 </a:t>
            </a:r>
            <a:r>
              <a:rPr lang="en-US" altLang="zh-CN" dirty="0"/>
              <a:t>–</a:t>
            </a:r>
            <a:r>
              <a:rPr lang="zh-CN" altLang="en-US" dirty="0"/>
              <a:t> 定义说明</a:t>
            </a:r>
          </a:p>
        </p:txBody>
      </p:sp>
      <p:sp>
        <p:nvSpPr>
          <p:cNvPr id="4" name="灯片编号占位符 3"/>
          <p:cNvSpPr>
            <a:spLocks noGrp="1"/>
          </p:cNvSpPr>
          <p:nvPr>
            <p:ph type="sldNum" sz="quarter" idx="12"/>
          </p:nvPr>
        </p:nvSpPr>
        <p:spPr/>
        <p:txBody>
          <a:bodyPr/>
          <a:lstStyle/>
          <a:p>
            <a:fld id="{F38DF745-7D3F-47F4-83A3-874385CFAA69}" type="slidenum">
              <a:rPr lang="en-US" smtClean="0"/>
              <a:pPr/>
              <a:t>75</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pPr marL="0" indent="0">
              <a:buNone/>
            </a:pPr>
            <a:r>
              <a:rPr kumimoji="1" lang="zh-CN" altLang="en-US" dirty="0"/>
              <a:t>存储虚拟化定义说明</a:t>
            </a:r>
          </a:p>
          <a:p>
            <a:r>
              <a:rPr kumimoji="1" lang="zh-CN" altLang="en-US" dirty="0"/>
              <a:t>存储虚拟化是一个抽象的定义，用来描述</a:t>
            </a:r>
            <a:r>
              <a:rPr kumimoji="1" lang="zh-CN" altLang="en-US" dirty="0">
                <a:solidFill>
                  <a:schemeClr val="accent1"/>
                </a:solidFill>
              </a:rPr>
              <a:t>一类广义的技术和产品</a:t>
            </a:r>
            <a:r>
              <a:rPr kumimoji="1" lang="zh-CN" altLang="en-US" dirty="0"/>
              <a:t>。</a:t>
            </a:r>
          </a:p>
          <a:p>
            <a:r>
              <a:rPr kumimoji="1" lang="zh-CN" altLang="en-US" dirty="0"/>
              <a:t>存储虚拟化同样也是一个</a:t>
            </a:r>
            <a:r>
              <a:rPr kumimoji="1" lang="zh-CN" altLang="en-US" dirty="0">
                <a:solidFill>
                  <a:schemeClr val="accent1"/>
                </a:solidFill>
              </a:rPr>
              <a:t>抽象的技术</a:t>
            </a:r>
            <a:r>
              <a:rPr kumimoji="1" lang="zh-CN" altLang="en-US" dirty="0"/>
              <a:t>，几乎可以</a:t>
            </a:r>
            <a:r>
              <a:rPr kumimoji="1" lang="zh-CN" altLang="en-US" dirty="0">
                <a:solidFill>
                  <a:schemeClr val="accent1"/>
                </a:solidFill>
              </a:rPr>
              <a:t>应用在存储所有层面</a:t>
            </a:r>
            <a:r>
              <a:rPr kumimoji="1" lang="zh-CN" altLang="en-US" dirty="0"/>
              <a:t>：文件系统、文件、块、主机、网络、存储设备等等。</a:t>
            </a:r>
          </a:p>
          <a:p>
            <a:r>
              <a:rPr kumimoji="1" lang="zh-CN" altLang="en-US" dirty="0"/>
              <a:t>存储虚拟化并不是几十年前刚出现的一般虚拟化的概念，今天它代表了一种实实在在的先进技术，它甚至被人们看作是</a:t>
            </a:r>
            <a:r>
              <a:rPr kumimoji="1" lang="zh-CN" altLang="en-US" dirty="0">
                <a:solidFill>
                  <a:schemeClr val="accent1"/>
                </a:solidFill>
              </a:rPr>
              <a:t>继</a:t>
            </a:r>
            <a:r>
              <a:rPr kumimoji="1" lang="en" altLang="zh-CN" dirty="0">
                <a:solidFill>
                  <a:schemeClr val="accent1"/>
                </a:solidFill>
              </a:rPr>
              <a:t>SAN</a:t>
            </a:r>
            <a:r>
              <a:rPr kumimoji="1" lang="zh-CN" altLang="en-US" dirty="0">
                <a:solidFill>
                  <a:schemeClr val="accent1"/>
                </a:solidFill>
              </a:rPr>
              <a:t>之后的又一个新浪潮</a:t>
            </a:r>
            <a:r>
              <a:rPr kumimoji="1" lang="zh-CN" altLang="en-US" dirty="0"/>
              <a:t>。</a:t>
            </a:r>
          </a:p>
          <a:p>
            <a:r>
              <a:rPr kumimoji="1" lang="zh-CN" altLang="en-US" dirty="0"/>
              <a:t>目前，软件定义存储对存储虚拟化提出了更高的要求和更多的功能需求。</a:t>
            </a:r>
          </a:p>
        </p:txBody>
      </p:sp>
    </p:spTree>
    <p:extLst>
      <p:ext uri="{BB962C8B-B14F-4D97-AF65-F5344CB8AC3E}">
        <p14:creationId xmlns:p14="http://schemas.microsoft.com/office/powerpoint/2010/main" val="27080407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存储虚拟化 </a:t>
            </a:r>
            <a:r>
              <a:rPr lang="en-US" altLang="zh-CN" dirty="0"/>
              <a:t>–</a:t>
            </a:r>
            <a:r>
              <a:rPr lang="zh-CN" altLang="en-US" dirty="0"/>
              <a:t> 定义</a:t>
            </a:r>
          </a:p>
        </p:txBody>
      </p:sp>
      <p:sp>
        <p:nvSpPr>
          <p:cNvPr id="4" name="灯片编号占位符 3"/>
          <p:cNvSpPr>
            <a:spLocks noGrp="1"/>
          </p:cNvSpPr>
          <p:nvPr>
            <p:ph type="sldNum" sz="quarter" idx="12"/>
          </p:nvPr>
        </p:nvSpPr>
        <p:spPr/>
        <p:txBody>
          <a:bodyPr/>
          <a:lstStyle/>
          <a:p>
            <a:fld id="{F38DF745-7D3F-47F4-83A3-874385CFAA69}" type="slidenum">
              <a:rPr lang="en-US" smtClean="0"/>
              <a:pPr/>
              <a:t>76</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solidFill>
                  <a:schemeClr val="accent1"/>
                </a:solidFill>
              </a:rPr>
              <a:t>抽象存储</a:t>
            </a:r>
            <a:r>
              <a:rPr kumimoji="1" lang="zh-CN" altLang="en-US" dirty="0"/>
              <a:t>的定义</a:t>
            </a:r>
            <a:endParaRPr kumimoji="1" lang="en-US" altLang="zh-CN" dirty="0"/>
          </a:p>
          <a:p>
            <a:endParaRPr kumimoji="1" lang="en-US" altLang="zh-CN" dirty="0"/>
          </a:p>
          <a:p>
            <a:endParaRPr kumimoji="1" lang="en-US" altLang="zh-CN" dirty="0"/>
          </a:p>
          <a:p>
            <a:endParaRPr kumimoji="1" lang="en-US" altLang="zh-CN" dirty="0"/>
          </a:p>
          <a:p>
            <a:pPr marL="0" indent="0">
              <a:buNone/>
            </a:pPr>
            <a:endParaRPr kumimoji="1" lang="en-US" altLang="zh-CN" dirty="0"/>
          </a:p>
          <a:p>
            <a:r>
              <a:rPr kumimoji="1" lang="zh-CN" altLang="en-US" dirty="0">
                <a:solidFill>
                  <a:schemeClr val="accent1"/>
                </a:solidFill>
              </a:rPr>
              <a:t>存储池</a:t>
            </a:r>
            <a:r>
              <a:rPr kumimoji="1" lang="zh-CN" altLang="en-US" dirty="0"/>
              <a:t>的定义</a:t>
            </a:r>
          </a:p>
        </p:txBody>
      </p:sp>
      <p:pic>
        <p:nvPicPr>
          <p:cNvPr id="5" name="Picture 7">
            <a:extLst>
              <a:ext uri="{FF2B5EF4-FFF2-40B4-BE49-F238E27FC236}">
                <a16:creationId xmlns:a16="http://schemas.microsoft.com/office/drawing/2014/main" id="{9ED9043E-BE1B-F03A-CC0E-DB25B785B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344" y="1708537"/>
            <a:ext cx="7098560" cy="189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a:extLst>
              <a:ext uri="{FF2B5EF4-FFF2-40B4-BE49-F238E27FC236}">
                <a16:creationId xmlns:a16="http://schemas.microsoft.com/office/drawing/2014/main" id="{28A1A206-B041-9F8E-9103-3824D5378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698" y="4525015"/>
            <a:ext cx="7219206" cy="1905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16523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存储虚拟化 </a:t>
            </a:r>
            <a:r>
              <a:rPr lang="en-US" altLang="zh-CN" dirty="0"/>
              <a:t>–</a:t>
            </a:r>
            <a:r>
              <a:rPr lang="zh-CN" altLang="en-US" dirty="0"/>
              <a:t> 分类</a:t>
            </a:r>
          </a:p>
        </p:txBody>
      </p:sp>
      <p:sp>
        <p:nvSpPr>
          <p:cNvPr id="4" name="灯片编号占位符 3"/>
          <p:cNvSpPr>
            <a:spLocks noGrp="1"/>
          </p:cNvSpPr>
          <p:nvPr>
            <p:ph type="sldNum" sz="quarter" idx="12"/>
          </p:nvPr>
        </p:nvSpPr>
        <p:spPr/>
        <p:txBody>
          <a:bodyPr/>
          <a:lstStyle/>
          <a:p>
            <a:fld id="{F38DF745-7D3F-47F4-83A3-874385CFAA69}" type="slidenum">
              <a:rPr lang="en-US" smtClean="0"/>
              <a:pPr/>
              <a:t>77</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85492"/>
            <a:ext cx="8659905" cy="5548771"/>
          </a:xfrm>
        </p:spPr>
        <p:txBody>
          <a:bodyPr>
            <a:normAutofit/>
          </a:bodyPr>
          <a:lstStyle/>
          <a:p>
            <a:pPr marL="0" indent="0">
              <a:buNone/>
            </a:pPr>
            <a:r>
              <a:rPr kumimoji="1" lang="zh-CN" altLang="en-US" dirty="0"/>
              <a:t>虚拟化的分类标准：</a:t>
            </a:r>
            <a:endParaRPr kumimoji="1" lang="en-US" altLang="zh-CN" dirty="0"/>
          </a:p>
          <a:p>
            <a:r>
              <a:rPr kumimoji="1" lang="zh-CN" altLang="en-US" dirty="0"/>
              <a:t>虚拟化的</a:t>
            </a:r>
            <a:r>
              <a:rPr kumimoji="1" lang="zh-CN" altLang="en-US" dirty="0">
                <a:solidFill>
                  <a:schemeClr val="accent1"/>
                </a:solidFill>
              </a:rPr>
              <a:t>对象</a:t>
            </a:r>
            <a:r>
              <a:rPr kumimoji="1" lang="zh-CN" altLang="en-US" dirty="0"/>
              <a:t>（虚拟化什么？ ）</a:t>
            </a:r>
            <a:endParaRPr kumimoji="1" lang="en-US" altLang="zh-CN" dirty="0"/>
          </a:p>
          <a:p>
            <a:pPr lvl="1"/>
            <a:r>
              <a:rPr kumimoji="1" lang="zh-CN" altLang="en-US" dirty="0"/>
              <a:t>数据块、磁盘、文件系统</a:t>
            </a:r>
            <a:endParaRPr kumimoji="1" lang="en-US" altLang="zh-CN" dirty="0"/>
          </a:p>
          <a:p>
            <a:r>
              <a:rPr kumimoji="1" lang="zh-CN" altLang="en-US" dirty="0"/>
              <a:t>虚拟化的</a:t>
            </a:r>
            <a:r>
              <a:rPr kumimoji="1" lang="zh-CN" altLang="en-US" dirty="0">
                <a:solidFill>
                  <a:schemeClr val="accent1"/>
                </a:solidFill>
              </a:rPr>
              <a:t>位置</a:t>
            </a:r>
            <a:r>
              <a:rPr kumimoji="1" lang="zh-CN" altLang="en-US" dirty="0"/>
              <a:t>（在哪里虚拟化？ ）</a:t>
            </a:r>
            <a:endParaRPr kumimoji="1" lang="en-US" altLang="zh-CN" dirty="0"/>
          </a:p>
          <a:p>
            <a:pPr lvl="1"/>
            <a:r>
              <a:rPr kumimoji="1" lang="zh-CN" altLang="en-US" dirty="0"/>
              <a:t>基于存储设备、基于主机、基于网络</a:t>
            </a:r>
            <a:endParaRPr kumimoji="1" lang="en-US" altLang="zh-CN" dirty="0"/>
          </a:p>
          <a:p>
            <a:r>
              <a:rPr kumimoji="1" lang="zh-CN" altLang="en-US" dirty="0"/>
              <a:t>虚拟化的</a:t>
            </a:r>
            <a:r>
              <a:rPr kumimoji="1" lang="zh-CN" altLang="en-US" dirty="0">
                <a:solidFill>
                  <a:schemeClr val="accent1"/>
                </a:solidFill>
              </a:rPr>
              <a:t>实现方式</a:t>
            </a:r>
            <a:r>
              <a:rPr kumimoji="1" lang="zh-CN" altLang="en-US" dirty="0"/>
              <a:t>（如何进行虚拟化？ ）</a:t>
            </a:r>
            <a:endParaRPr kumimoji="1" lang="en-US" altLang="zh-CN" dirty="0"/>
          </a:p>
          <a:p>
            <a:pPr lvl="1"/>
            <a:r>
              <a:rPr kumimoji="1" lang="zh-CN" altLang="en-US" dirty="0"/>
              <a:t>带内虚拟化、带外虚拟化</a:t>
            </a:r>
          </a:p>
        </p:txBody>
      </p:sp>
    </p:spTree>
    <p:extLst>
      <p:ext uri="{BB962C8B-B14F-4D97-AF65-F5344CB8AC3E}">
        <p14:creationId xmlns:p14="http://schemas.microsoft.com/office/powerpoint/2010/main" val="12486201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r>
              <a:rPr lang="zh-CN" altLang="en-US" dirty="0"/>
              <a:t>虚拟化的对象</a:t>
            </a:r>
          </a:p>
        </p:txBody>
      </p:sp>
      <p:sp>
        <p:nvSpPr>
          <p:cNvPr id="4" name="灯片编号占位符 3"/>
          <p:cNvSpPr>
            <a:spLocks noGrp="1"/>
          </p:cNvSpPr>
          <p:nvPr>
            <p:ph type="sldNum" sz="quarter" idx="12"/>
          </p:nvPr>
        </p:nvSpPr>
        <p:spPr/>
        <p:txBody>
          <a:bodyPr/>
          <a:lstStyle/>
          <a:p>
            <a:fld id="{F38DF745-7D3F-47F4-83A3-874385CFAA69}" type="slidenum">
              <a:rPr lang="en-US" smtClean="0"/>
              <a:pPr/>
              <a:t>78</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pPr marL="0" indent="0">
              <a:buNone/>
            </a:pPr>
            <a:r>
              <a:rPr kumimoji="1" lang="zh-CN" altLang="en-US" dirty="0"/>
              <a:t>虚拟化的对象：</a:t>
            </a:r>
            <a:endParaRPr kumimoji="1" lang="en-US" altLang="zh-CN" dirty="0"/>
          </a:p>
          <a:p>
            <a:r>
              <a:rPr kumimoji="1" lang="zh-CN" altLang="en-US" dirty="0"/>
              <a:t>数据块虚拟化</a:t>
            </a:r>
            <a:endParaRPr kumimoji="1" lang="en-US" altLang="zh-CN" dirty="0"/>
          </a:p>
          <a:p>
            <a:pPr lvl="1"/>
            <a:r>
              <a:rPr kumimoji="1" lang="zh-CN" altLang="en-US" dirty="0"/>
              <a:t>对多块硬盘建立</a:t>
            </a:r>
            <a:r>
              <a:rPr kumimoji="1" lang="en-US" altLang="zh-CN" dirty="0"/>
              <a:t>RAID</a:t>
            </a:r>
            <a:r>
              <a:rPr kumimoji="1" lang="zh-CN" altLang="en-US" dirty="0"/>
              <a:t>、划分逻辑卷</a:t>
            </a:r>
            <a:endParaRPr kumimoji="1" lang="en-US" altLang="zh-CN" dirty="0"/>
          </a:p>
          <a:p>
            <a:pPr lvl="1"/>
            <a:r>
              <a:rPr kumimoji="1" lang="zh-CN" altLang="en-US" dirty="0"/>
              <a:t>逻辑卷表现为完整的物理磁盘，隐藏硬盘和</a:t>
            </a:r>
            <a:r>
              <a:rPr kumimoji="1" lang="en-US" altLang="zh-CN" dirty="0"/>
              <a:t>RAID</a:t>
            </a:r>
            <a:r>
              <a:rPr kumimoji="1" lang="zh-CN" altLang="en-US" dirty="0"/>
              <a:t>数据保护的实现细节</a:t>
            </a:r>
            <a:endParaRPr kumimoji="1" lang="en-US" altLang="zh-CN" dirty="0"/>
          </a:p>
          <a:p>
            <a:r>
              <a:rPr kumimoji="1" lang="zh-CN" altLang="en-US" dirty="0"/>
              <a:t>磁盘虚拟化</a:t>
            </a:r>
            <a:endParaRPr kumimoji="1" lang="en-US" altLang="zh-CN" dirty="0"/>
          </a:p>
          <a:p>
            <a:pPr lvl="1"/>
            <a:r>
              <a:rPr kumimoji="1" lang="zh-CN" altLang="en-US" dirty="0"/>
              <a:t>磁盘使用者无需了解磁盘的内部硬件细节，通过块地址就可以访问磁盘</a:t>
            </a:r>
            <a:endParaRPr kumimoji="1" lang="en-US" altLang="zh-CN" dirty="0"/>
          </a:p>
          <a:p>
            <a:r>
              <a:rPr kumimoji="1" lang="zh-CN" altLang="en-US" dirty="0"/>
              <a:t>文件系统虚拟化</a:t>
            </a:r>
            <a:endParaRPr kumimoji="1" lang="en-US" altLang="zh-CN" dirty="0"/>
          </a:p>
          <a:p>
            <a:pPr lvl="1"/>
            <a:r>
              <a:rPr kumimoji="1" lang="en-US" altLang="zh-CN" dirty="0"/>
              <a:t>Linux</a:t>
            </a:r>
            <a:r>
              <a:rPr kumimoji="1" lang="zh-CN" altLang="en-US" dirty="0"/>
              <a:t>的</a:t>
            </a:r>
            <a:r>
              <a:rPr kumimoji="1" lang="en-US" altLang="zh-CN" dirty="0"/>
              <a:t>VFS</a:t>
            </a:r>
            <a:r>
              <a:rPr kumimoji="1" lang="zh-CN" altLang="en-US" dirty="0"/>
              <a:t>允许使用不同的文件系统管理存储</a:t>
            </a:r>
            <a:endParaRPr kumimoji="1" lang="en-US" altLang="zh-CN" dirty="0"/>
          </a:p>
          <a:p>
            <a:pPr lvl="1"/>
            <a:r>
              <a:rPr kumimoji="1" lang="zh-CN" altLang="en-US" dirty="0"/>
              <a:t>使不同的文件系统在</a:t>
            </a:r>
            <a:r>
              <a:rPr kumimoji="1" lang="en-US" altLang="zh-CN" dirty="0"/>
              <a:t>Linux</a:t>
            </a:r>
            <a:r>
              <a:rPr kumimoji="1" lang="zh-CN" altLang="en-US" dirty="0"/>
              <a:t>内核、其他进程看来是相同的</a:t>
            </a:r>
            <a:endParaRPr kumimoji="1" lang="en-US" altLang="zh-CN" dirty="0"/>
          </a:p>
          <a:p>
            <a:endParaRPr kumimoji="1" lang="en-US" altLang="zh-CN" dirty="0"/>
          </a:p>
        </p:txBody>
      </p:sp>
    </p:spTree>
    <p:extLst>
      <p:ext uri="{BB962C8B-B14F-4D97-AF65-F5344CB8AC3E}">
        <p14:creationId xmlns:p14="http://schemas.microsoft.com/office/powerpoint/2010/main" val="34663915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372537"/>
          </a:xfrm>
        </p:spPr>
        <p:txBody>
          <a:bodyPr>
            <a:normAutofit/>
          </a:bodyPr>
          <a:lstStyle/>
          <a:p>
            <a:pPr marL="0" indent="0">
              <a:buNone/>
            </a:pPr>
            <a:r>
              <a:rPr kumimoji="1" lang="en-US" altLang="zh-CN" dirty="0"/>
              <a:t>I)</a:t>
            </a:r>
            <a:r>
              <a:rPr kumimoji="1" lang="zh-CN" altLang="en-US" dirty="0"/>
              <a:t> 基于</a:t>
            </a:r>
            <a:r>
              <a:rPr kumimoji="1" lang="zh-CN" altLang="en-US" dirty="0">
                <a:solidFill>
                  <a:schemeClr val="accent1"/>
                </a:solidFill>
              </a:rPr>
              <a:t>存储设备</a:t>
            </a:r>
            <a:r>
              <a:rPr kumimoji="1" lang="zh-CN" altLang="en-US" dirty="0"/>
              <a:t>的虚拟化</a:t>
            </a:r>
            <a:endParaRPr kumimoji="1" lang="en-US" altLang="zh-CN" dirty="0"/>
          </a:p>
          <a:p>
            <a:r>
              <a:rPr kumimoji="1" lang="zh-CN" altLang="en-US" dirty="0"/>
              <a:t>实现位置：存储控制器内</a:t>
            </a:r>
            <a:endParaRPr kumimoji="1" lang="en-US" altLang="zh-CN" dirty="0"/>
          </a:p>
          <a:p>
            <a:endParaRPr kumimoji="1" lang="en-US" altLang="zh-CN" dirty="0"/>
          </a:p>
          <a:p>
            <a:r>
              <a:rPr kumimoji="1" lang="zh-CN" altLang="en-US" dirty="0"/>
              <a:t>优势</a:t>
            </a:r>
            <a:endParaRPr kumimoji="1" lang="en-US" altLang="zh-CN" dirty="0"/>
          </a:p>
          <a:p>
            <a:pPr lvl="1"/>
            <a:r>
              <a:rPr kumimoji="1" lang="zh-CN" altLang="en-US" dirty="0"/>
              <a:t>对主机透明，不占用主机资源</a:t>
            </a:r>
            <a:endParaRPr kumimoji="1" lang="en-US" altLang="zh-CN" dirty="0"/>
          </a:p>
          <a:p>
            <a:pPr lvl="1"/>
            <a:r>
              <a:rPr kumimoji="1" lang="zh-CN" altLang="en-US" dirty="0"/>
              <a:t>容易管理</a:t>
            </a:r>
            <a:endParaRPr kumimoji="1" lang="en-US" altLang="zh-CN" dirty="0"/>
          </a:p>
          <a:p>
            <a:pPr lvl="1"/>
            <a:endParaRPr kumimoji="1" lang="en-US" altLang="zh-CN" dirty="0"/>
          </a:p>
          <a:p>
            <a:r>
              <a:rPr kumimoji="1" lang="zh-CN" altLang="en-US" dirty="0"/>
              <a:t>缺陷</a:t>
            </a:r>
            <a:endParaRPr kumimoji="1" lang="en-US" altLang="zh-CN" dirty="0"/>
          </a:p>
          <a:p>
            <a:pPr lvl="1"/>
            <a:r>
              <a:rPr kumimoji="1" lang="zh-CN" altLang="en-US" dirty="0"/>
              <a:t>没有统一的国际标准，厂商之间功能各异，互不兼容</a:t>
            </a:r>
            <a:endParaRPr kumimoji="1" lang="en-US" altLang="zh-CN" dirty="0"/>
          </a:p>
          <a:p>
            <a:pPr lvl="1"/>
            <a:r>
              <a:rPr kumimoji="1" lang="zh-CN" altLang="en-US" dirty="0"/>
              <a:t>无法跨设备实现虚拟化，设备规模受限、无法级联</a:t>
            </a:r>
            <a:endParaRPr kumimoji="1" lang="en-US" altLang="zh-CN" dirty="0"/>
          </a:p>
        </p:txBody>
      </p:sp>
      <p:pic>
        <p:nvPicPr>
          <p:cNvPr id="3" name="Picture 5">
            <a:extLst>
              <a:ext uri="{FF2B5EF4-FFF2-40B4-BE49-F238E27FC236}">
                <a16:creationId xmlns:a16="http://schemas.microsoft.com/office/drawing/2014/main" id="{9D461CB7-711F-205B-6BE0-BD2115498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1294" y="1261793"/>
            <a:ext cx="3246202" cy="278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虚拟化的位置</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79</a:t>
            </a:fld>
            <a:endParaRPr lang="en-US" dirty="0"/>
          </a:p>
        </p:txBody>
      </p:sp>
      <p:sp>
        <p:nvSpPr>
          <p:cNvPr id="5" name="Oval 7">
            <a:extLst>
              <a:ext uri="{FF2B5EF4-FFF2-40B4-BE49-F238E27FC236}">
                <a16:creationId xmlns:a16="http://schemas.microsoft.com/office/drawing/2014/main" id="{D99C51DA-EE21-8691-315F-EE48CAEFBA2D}"/>
              </a:ext>
            </a:extLst>
          </p:cNvPr>
          <p:cNvSpPr>
            <a:spLocks noChangeArrowheads="1"/>
          </p:cNvSpPr>
          <p:nvPr/>
        </p:nvSpPr>
        <p:spPr bwMode="auto">
          <a:xfrm>
            <a:off x="6882204" y="1547460"/>
            <a:ext cx="2057400" cy="2597847"/>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extLst>
      <p:ext uri="{BB962C8B-B14F-4D97-AF65-F5344CB8AC3E}">
        <p14:creationId xmlns:p14="http://schemas.microsoft.com/office/powerpoint/2010/main" val="239183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0AD6F8EB-BC95-9BF6-E389-14A8032AA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1002" y="1745672"/>
            <a:ext cx="4172998" cy="3948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虚拟化的位置</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80</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5182949" cy="5372537"/>
          </a:xfrm>
        </p:spPr>
        <p:txBody>
          <a:bodyPr>
            <a:normAutofit/>
          </a:bodyPr>
          <a:lstStyle/>
          <a:p>
            <a:pPr marL="0" indent="0">
              <a:buNone/>
            </a:pPr>
            <a:r>
              <a:rPr kumimoji="1" lang="en-US" altLang="zh-CN" dirty="0"/>
              <a:t>II)</a:t>
            </a:r>
            <a:r>
              <a:rPr kumimoji="1" lang="zh-CN" altLang="en-US" dirty="0"/>
              <a:t> 基于</a:t>
            </a:r>
            <a:r>
              <a:rPr kumimoji="1" lang="zh-CN" altLang="en-US" dirty="0">
                <a:solidFill>
                  <a:schemeClr val="accent1"/>
                </a:solidFill>
              </a:rPr>
              <a:t>服务器</a:t>
            </a:r>
            <a:r>
              <a:rPr kumimoji="1" lang="zh-CN" altLang="en-US" dirty="0"/>
              <a:t>的虚拟化</a:t>
            </a:r>
            <a:endParaRPr kumimoji="1" lang="en-US" altLang="zh-CN" dirty="0"/>
          </a:p>
          <a:p>
            <a:r>
              <a:rPr kumimoji="1" lang="zh-CN" altLang="en-US" dirty="0"/>
              <a:t>实现位置：操作系统内</a:t>
            </a:r>
            <a:endParaRPr kumimoji="1" lang="en-US" altLang="zh-CN" dirty="0"/>
          </a:p>
          <a:p>
            <a:pPr lvl="1"/>
            <a:r>
              <a:rPr kumimoji="1" lang="en-US" altLang="zh-CN" dirty="0"/>
              <a:t>E.g.,</a:t>
            </a:r>
            <a:r>
              <a:rPr kumimoji="1" lang="zh-CN" altLang="en-US" dirty="0"/>
              <a:t> 逻辑卷管理软件</a:t>
            </a:r>
            <a:endParaRPr kumimoji="1" lang="en-US" altLang="zh-CN" dirty="0"/>
          </a:p>
          <a:p>
            <a:r>
              <a:rPr kumimoji="1" lang="zh-CN" altLang="en-US" dirty="0"/>
              <a:t>优势</a:t>
            </a:r>
            <a:endParaRPr kumimoji="1" lang="en-US" altLang="zh-CN" dirty="0"/>
          </a:p>
          <a:p>
            <a:pPr lvl="1"/>
            <a:r>
              <a:rPr kumimoji="1" lang="zh-CN" altLang="en-US" dirty="0"/>
              <a:t>不依赖特殊硬件，性价比高</a:t>
            </a:r>
            <a:endParaRPr kumimoji="1" lang="en-US" altLang="zh-CN" dirty="0"/>
          </a:p>
          <a:p>
            <a:pPr lvl="1"/>
            <a:r>
              <a:rPr kumimoji="1" lang="zh-CN" altLang="en-US" dirty="0"/>
              <a:t>存储空间可跨越多个异构阵列</a:t>
            </a:r>
            <a:endParaRPr kumimoji="1" lang="en-US" altLang="zh-CN" dirty="0"/>
          </a:p>
          <a:p>
            <a:r>
              <a:rPr kumimoji="1" lang="zh-CN" altLang="en-US" dirty="0"/>
              <a:t>局限性</a:t>
            </a:r>
            <a:endParaRPr kumimoji="1" lang="en-US" altLang="zh-CN" dirty="0"/>
          </a:p>
          <a:p>
            <a:pPr lvl="1"/>
            <a:r>
              <a:rPr kumimoji="1" lang="zh-CN" altLang="en-US" dirty="0"/>
              <a:t>主机计算资源开销高</a:t>
            </a:r>
            <a:endParaRPr kumimoji="1" lang="en-US" altLang="zh-CN" dirty="0"/>
          </a:p>
          <a:p>
            <a:pPr lvl="1"/>
            <a:r>
              <a:rPr kumimoji="1" lang="zh-CN" altLang="en-US" dirty="0"/>
              <a:t>不支持异构平台</a:t>
            </a:r>
            <a:endParaRPr kumimoji="1" lang="en-US" altLang="zh-CN" dirty="0"/>
          </a:p>
        </p:txBody>
      </p:sp>
      <p:sp>
        <p:nvSpPr>
          <p:cNvPr id="5" name="Oval 5">
            <a:extLst>
              <a:ext uri="{FF2B5EF4-FFF2-40B4-BE49-F238E27FC236}">
                <a16:creationId xmlns:a16="http://schemas.microsoft.com/office/drawing/2014/main" id="{EB723BBE-D3D8-4A34-BD2A-F6EBB1897334}"/>
              </a:ext>
            </a:extLst>
          </p:cNvPr>
          <p:cNvSpPr>
            <a:spLocks noChangeArrowheads="1"/>
          </p:cNvSpPr>
          <p:nvPr/>
        </p:nvSpPr>
        <p:spPr bwMode="auto">
          <a:xfrm>
            <a:off x="6670696" y="3166709"/>
            <a:ext cx="2268908" cy="524581"/>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C00000"/>
              </a:solidFill>
            </a:endParaRPr>
          </a:p>
        </p:txBody>
      </p:sp>
    </p:spTree>
    <p:extLst>
      <p:ext uri="{BB962C8B-B14F-4D97-AF65-F5344CB8AC3E}">
        <p14:creationId xmlns:p14="http://schemas.microsoft.com/office/powerpoint/2010/main" val="348403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虚拟化的位置</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81</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372537"/>
          </a:xfrm>
        </p:spPr>
        <p:txBody>
          <a:bodyPr>
            <a:normAutofit/>
          </a:bodyPr>
          <a:lstStyle/>
          <a:p>
            <a:pPr marL="0" indent="0">
              <a:buNone/>
            </a:pPr>
            <a:r>
              <a:rPr kumimoji="1" lang="en-US" altLang="zh-CN" dirty="0"/>
              <a:t>III)</a:t>
            </a:r>
            <a:r>
              <a:rPr kumimoji="1" lang="zh-CN" altLang="en-US" dirty="0"/>
              <a:t> 基于</a:t>
            </a:r>
            <a:r>
              <a:rPr kumimoji="1" lang="zh-CN" altLang="en-US" dirty="0">
                <a:solidFill>
                  <a:schemeClr val="accent1"/>
                </a:solidFill>
              </a:rPr>
              <a:t>网络</a:t>
            </a:r>
            <a:r>
              <a:rPr kumimoji="1" lang="zh-CN" altLang="en-US" dirty="0"/>
              <a:t>的虚拟化</a:t>
            </a:r>
            <a:endParaRPr kumimoji="1" lang="en-US" altLang="zh-CN" dirty="0"/>
          </a:p>
          <a:p>
            <a:r>
              <a:rPr kumimoji="1" lang="zh-CN" altLang="en-US" dirty="0"/>
              <a:t>实现位置：主机和存储之间的网络设备</a:t>
            </a:r>
            <a:endParaRPr kumimoji="1" lang="en-US" altLang="zh-CN" dirty="0"/>
          </a:p>
          <a:p>
            <a:r>
              <a:rPr kumimoji="1" lang="zh-CN" altLang="en-US" dirty="0"/>
              <a:t>优势：类似基于存储设备的虚拟化</a:t>
            </a:r>
            <a:endParaRPr kumimoji="1" lang="en-US" altLang="zh-CN" dirty="0"/>
          </a:p>
          <a:p>
            <a:r>
              <a:rPr kumimoji="1" lang="zh-CN" altLang="en-US" dirty="0"/>
              <a:t>缺陷：不分厂商的数据管理功能较弱，成熟度较低</a:t>
            </a:r>
            <a:endParaRPr kumimoji="1" lang="en-US" altLang="zh-CN" dirty="0"/>
          </a:p>
        </p:txBody>
      </p:sp>
      <p:pic>
        <p:nvPicPr>
          <p:cNvPr id="3" name="Picture 8">
            <a:extLst>
              <a:ext uri="{FF2B5EF4-FFF2-40B4-BE49-F238E27FC236}">
                <a16:creationId xmlns:a16="http://schemas.microsoft.com/office/drawing/2014/main" id="{EE992484-133D-A9F3-96FD-EF99D3D6D2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900" y="4171901"/>
            <a:ext cx="2667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36B26A1A-5C55-5330-920D-6430EAA6E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095701"/>
            <a:ext cx="266700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80761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虚拟化的实现方式</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82</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solidFill>
                  <a:schemeClr val="accent1"/>
                </a:solidFill>
              </a:rPr>
              <a:t>带内</a:t>
            </a:r>
            <a:r>
              <a:rPr kumimoji="1" lang="zh-CN" altLang="en-US" dirty="0"/>
              <a:t>虚拟化</a:t>
            </a:r>
            <a:endParaRPr kumimoji="1" lang="en-US" altLang="zh-CN" dirty="0"/>
          </a:p>
          <a:p>
            <a:pPr lvl="1"/>
            <a:r>
              <a:rPr kumimoji="1" lang="zh-CN" altLang="en-US" dirty="0"/>
              <a:t>数据访问和虚拟化管理在同一路径</a:t>
            </a:r>
            <a:endParaRPr kumimoji="1" lang="en-US" altLang="zh-CN" dirty="0"/>
          </a:p>
          <a:p>
            <a:pPr lvl="1"/>
            <a:r>
              <a:rPr kumimoji="1" lang="zh-CN" altLang="en-US" dirty="0"/>
              <a:t>优点：服务器、存储设备的兼容性好。虚拟化层可提供缓存、复制、数据迁移等高级功能。</a:t>
            </a:r>
            <a:endParaRPr kumimoji="1" lang="en-US" altLang="zh-CN" dirty="0"/>
          </a:p>
          <a:p>
            <a:pPr lvl="1"/>
            <a:r>
              <a:rPr kumimoji="1" lang="zh-CN" altLang="en-US" dirty="0"/>
              <a:t>缺陷：虚拟化设备故障会导致系统不可用</a:t>
            </a:r>
            <a:endParaRPr kumimoji="1" lang="en-US" altLang="zh-CN" dirty="0"/>
          </a:p>
        </p:txBody>
      </p:sp>
      <p:pic>
        <p:nvPicPr>
          <p:cNvPr id="3" name="Picture 2">
            <a:extLst>
              <a:ext uri="{FF2B5EF4-FFF2-40B4-BE49-F238E27FC236}">
                <a16:creationId xmlns:a16="http://schemas.microsoft.com/office/drawing/2014/main" id="{A9F761D9-5278-822F-D87A-E66791A12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08" r="57011"/>
          <a:stretch>
            <a:fillRect/>
          </a:stretch>
        </p:blipFill>
        <p:spPr bwMode="auto">
          <a:xfrm>
            <a:off x="1287033" y="3643405"/>
            <a:ext cx="2643188" cy="259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E5645B4E-43C0-2519-4AFF-81CC62384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386" y="3643405"/>
            <a:ext cx="2313414" cy="271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5">
            <a:extLst>
              <a:ext uri="{FF2B5EF4-FFF2-40B4-BE49-F238E27FC236}">
                <a16:creationId xmlns:a16="http://schemas.microsoft.com/office/drawing/2014/main" id="{2809B74E-0BD7-6F41-373A-95E32209F3C8}"/>
              </a:ext>
            </a:extLst>
          </p:cNvPr>
          <p:cNvSpPr>
            <a:spLocks noChangeArrowheads="1"/>
          </p:cNvSpPr>
          <p:nvPr/>
        </p:nvSpPr>
        <p:spPr bwMode="auto">
          <a:xfrm>
            <a:off x="1287033" y="4928256"/>
            <a:ext cx="2741442" cy="633833"/>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C00000"/>
              </a:solidFill>
            </a:endParaRPr>
          </a:p>
        </p:txBody>
      </p:sp>
      <p:sp>
        <p:nvSpPr>
          <p:cNvPr id="8" name="Oval 5">
            <a:extLst>
              <a:ext uri="{FF2B5EF4-FFF2-40B4-BE49-F238E27FC236}">
                <a16:creationId xmlns:a16="http://schemas.microsoft.com/office/drawing/2014/main" id="{984564EE-A9F7-9348-F8E3-A019FF772E1C}"/>
              </a:ext>
            </a:extLst>
          </p:cNvPr>
          <p:cNvSpPr>
            <a:spLocks noChangeArrowheads="1"/>
          </p:cNvSpPr>
          <p:nvPr/>
        </p:nvSpPr>
        <p:spPr bwMode="auto">
          <a:xfrm>
            <a:off x="5897300" y="4345028"/>
            <a:ext cx="1959667" cy="770867"/>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C00000"/>
              </a:solidFill>
            </a:endParaRPr>
          </a:p>
        </p:txBody>
      </p:sp>
    </p:spTree>
    <p:extLst>
      <p:ext uri="{BB962C8B-B14F-4D97-AF65-F5344CB8AC3E}">
        <p14:creationId xmlns:p14="http://schemas.microsoft.com/office/powerpoint/2010/main" val="284562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虚拟化的实现方式</a:t>
            </a:r>
            <a:endParaRPr kumimoji="1" lang="en-US" altLang="zh-CN" dirty="0"/>
          </a:p>
        </p:txBody>
      </p:sp>
      <p:sp>
        <p:nvSpPr>
          <p:cNvPr id="4" name="灯片编号占位符 3"/>
          <p:cNvSpPr>
            <a:spLocks noGrp="1"/>
          </p:cNvSpPr>
          <p:nvPr>
            <p:ph type="sldNum" sz="quarter" idx="12"/>
          </p:nvPr>
        </p:nvSpPr>
        <p:spPr/>
        <p:txBody>
          <a:bodyPr/>
          <a:lstStyle/>
          <a:p>
            <a:fld id="{F38DF745-7D3F-47F4-83A3-874385CFAA69}" type="slidenum">
              <a:rPr lang="en-US" smtClean="0"/>
              <a:pPr/>
              <a:t>83</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solidFill>
                  <a:schemeClr val="accent1"/>
                </a:solidFill>
              </a:rPr>
              <a:t>带外</a:t>
            </a:r>
            <a:r>
              <a:rPr kumimoji="1" lang="zh-CN" altLang="en-US" dirty="0"/>
              <a:t>虚拟化</a:t>
            </a:r>
            <a:endParaRPr kumimoji="1" lang="en-US" altLang="zh-CN" dirty="0"/>
          </a:p>
          <a:p>
            <a:pPr lvl="1"/>
            <a:r>
              <a:rPr kumimoji="1" lang="zh-CN" altLang="en-US" dirty="0"/>
              <a:t>虚拟化引擎不在主机到存储设备的访问路径上（只能基于存储网络实现）</a:t>
            </a:r>
            <a:endParaRPr kumimoji="1" lang="en-US" altLang="zh-CN" dirty="0"/>
          </a:p>
          <a:p>
            <a:pPr lvl="1"/>
            <a:r>
              <a:rPr kumimoji="1" lang="zh-CN" altLang="en-US" dirty="0"/>
              <a:t>优点：虚拟化设备故障时整个系统还能持续提供服务</a:t>
            </a:r>
            <a:endParaRPr kumimoji="1" lang="en-US" altLang="zh-CN" dirty="0"/>
          </a:p>
          <a:p>
            <a:pPr lvl="1"/>
            <a:r>
              <a:rPr kumimoji="1" lang="zh-CN" altLang="en-US" dirty="0"/>
              <a:t>缺陷：系统资源占用较大。虚拟化层无法提供缓存等服务（数据不流经虚拟化层）</a:t>
            </a:r>
            <a:endParaRPr kumimoji="1" lang="en-US" altLang="zh-CN" dirty="0"/>
          </a:p>
        </p:txBody>
      </p:sp>
      <p:pic>
        <p:nvPicPr>
          <p:cNvPr id="3" name="Picture 2">
            <a:extLst>
              <a:ext uri="{FF2B5EF4-FFF2-40B4-BE49-F238E27FC236}">
                <a16:creationId xmlns:a16="http://schemas.microsoft.com/office/drawing/2014/main" id="{61282609-8B8F-05A0-5F9E-7622E3D86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1135" y="3886235"/>
            <a:ext cx="2620963" cy="273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a:extLst>
              <a:ext uri="{FF2B5EF4-FFF2-40B4-BE49-F238E27FC236}">
                <a16:creationId xmlns:a16="http://schemas.microsoft.com/office/drawing/2014/main" id="{AE3E3719-0FB1-C388-6F1C-33487452CC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0485" t="1608"/>
          <a:stretch>
            <a:fillRect/>
          </a:stretch>
        </p:blipFill>
        <p:spPr bwMode="auto">
          <a:xfrm>
            <a:off x="1406123" y="4022103"/>
            <a:ext cx="2693987" cy="2602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5">
            <a:extLst>
              <a:ext uri="{FF2B5EF4-FFF2-40B4-BE49-F238E27FC236}">
                <a16:creationId xmlns:a16="http://schemas.microsoft.com/office/drawing/2014/main" id="{7AE66BB0-C84C-C82A-80F8-D4C0DA5630F2}"/>
              </a:ext>
            </a:extLst>
          </p:cNvPr>
          <p:cNvSpPr>
            <a:spLocks noChangeArrowheads="1"/>
          </p:cNvSpPr>
          <p:nvPr/>
        </p:nvSpPr>
        <p:spPr bwMode="auto">
          <a:xfrm>
            <a:off x="2753116" y="4689486"/>
            <a:ext cx="1569159" cy="1092750"/>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C00000"/>
              </a:solidFill>
            </a:endParaRPr>
          </a:p>
        </p:txBody>
      </p:sp>
      <p:sp>
        <p:nvSpPr>
          <p:cNvPr id="8" name="Oval 5">
            <a:extLst>
              <a:ext uri="{FF2B5EF4-FFF2-40B4-BE49-F238E27FC236}">
                <a16:creationId xmlns:a16="http://schemas.microsoft.com/office/drawing/2014/main" id="{F62CDA09-0EBD-0B21-2770-24024F12EE56}"/>
              </a:ext>
            </a:extLst>
          </p:cNvPr>
          <p:cNvSpPr>
            <a:spLocks noChangeArrowheads="1"/>
          </p:cNvSpPr>
          <p:nvPr/>
        </p:nvSpPr>
        <p:spPr bwMode="auto">
          <a:xfrm>
            <a:off x="6250795" y="4036410"/>
            <a:ext cx="1204474" cy="1644857"/>
          </a:xfrm>
          <a:prstGeom prst="ellipse">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rgbClr val="C00000"/>
              </a:solidFill>
            </a:endParaRPr>
          </a:p>
        </p:txBody>
      </p:sp>
    </p:spTree>
    <p:extLst>
      <p:ext uri="{BB962C8B-B14F-4D97-AF65-F5344CB8AC3E}">
        <p14:creationId xmlns:p14="http://schemas.microsoft.com/office/powerpoint/2010/main" val="238092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虚拟化的意义 </a:t>
            </a:r>
            <a:r>
              <a:rPr kumimoji="1" lang="en-US" altLang="zh-CN" dirty="0"/>
              <a:t>(1)</a:t>
            </a:r>
          </a:p>
        </p:txBody>
      </p:sp>
      <p:sp>
        <p:nvSpPr>
          <p:cNvPr id="4" name="灯片编号占位符 3"/>
          <p:cNvSpPr>
            <a:spLocks noGrp="1"/>
          </p:cNvSpPr>
          <p:nvPr>
            <p:ph type="sldNum" sz="quarter" idx="12"/>
          </p:nvPr>
        </p:nvSpPr>
        <p:spPr/>
        <p:txBody>
          <a:bodyPr/>
          <a:lstStyle/>
          <a:p>
            <a:fld id="{F38DF745-7D3F-47F4-83A3-874385CFAA69}" type="slidenum">
              <a:rPr lang="en-US" smtClean="0"/>
              <a:pPr/>
              <a:t>84</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t>简化存储</a:t>
            </a:r>
            <a:r>
              <a:rPr kumimoji="1" lang="zh-CN" altLang="en-US" dirty="0">
                <a:solidFill>
                  <a:schemeClr val="accent1"/>
                </a:solidFill>
              </a:rPr>
              <a:t>容量的管理</a:t>
            </a:r>
            <a:endParaRPr kumimoji="1" lang="en-US" altLang="zh-CN" dirty="0">
              <a:solidFill>
                <a:schemeClr val="accent1"/>
              </a:solidFill>
            </a:endParaRPr>
          </a:p>
          <a:p>
            <a:pPr lvl="1"/>
            <a:r>
              <a:rPr kumimoji="1" lang="zh-CN" altLang="en-US" dirty="0"/>
              <a:t>用户可以将注意力集中在存储系统的容量需求上，而不必再关心存储系统容量、类型或者物理磁盘的特性。管理员可简单通过增加物理磁盘来扩大存储系统的容量，甚至逻辑卷容量而不需系统宕机。</a:t>
            </a:r>
          </a:p>
          <a:p>
            <a:r>
              <a:rPr kumimoji="1" lang="zh-CN" altLang="en-US" dirty="0"/>
              <a:t>简化了存储系统的</a:t>
            </a:r>
            <a:r>
              <a:rPr kumimoji="1" lang="zh-CN" altLang="en-US" dirty="0">
                <a:solidFill>
                  <a:schemeClr val="accent1"/>
                </a:solidFill>
              </a:rPr>
              <a:t>配置</a:t>
            </a:r>
            <a:endParaRPr kumimoji="1" lang="en-US" altLang="zh-CN" dirty="0">
              <a:solidFill>
                <a:schemeClr val="accent1"/>
              </a:solidFill>
            </a:endParaRPr>
          </a:p>
          <a:p>
            <a:pPr lvl="1"/>
            <a:r>
              <a:rPr kumimoji="1" lang="zh-CN" altLang="en-US" dirty="0"/>
              <a:t>用户需要提供的配置参数局限于存储容量需求上，可以随意使用多个不同</a:t>
            </a:r>
            <a:r>
              <a:rPr kumimoji="1" lang="en" altLang="zh-CN" dirty="0"/>
              <a:t>RAID</a:t>
            </a:r>
            <a:r>
              <a:rPr kumimoji="1" lang="zh-CN" altLang="en-US" dirty="0"/>
              <a:t>级别的磁盘容量而不需要特殊的配置。</a:t>
            </a:r>
            <a:endParaRPr kumimoji="1" lang="en-US" altLang="zh-CN" dirty="0"/>
          </a:p>
          <a:p>
            <a:r>
              <a:rPr kumimoji="1" lang="zh-CN" altLang="en-US" dirty="0"/>
              <a:t>简化了存储的</a:t>
            </a:r>
            <a:r>
              <a:rPr kumimoji="1" lang="zh-CN" altLang="en-US" dirty="0">
                <a:solidFill>
                  <a:schemeClr val="accent1"/>
                </a:solidFill>
              </a:rPr>
              <a:t>分配</a:t>
            </a:r>
            <a:r>
              <a:rPr kumimoji="1" lang="zh-CN" altLang="en-US" dirty="0"/>
              <a:t>工作</a:t>
            </a:r>
            <a:endParaRPr kumimoji="1" lang="en-US" altLang="zh-CN" dirty="0"/>
          </a:p>
          <a:p>
            <a:pPr lvl="1"/>
            <a:r>
              <a:rPr kumimoji="1" lang="zh-CN" altLang="en-US" dirty="0"/>
              <a:t>通过虚拟磁盘的概念，存储系统管理员只需给出什么时候需要多大容量的虚拟磁盘即可。同时，当用户不再需要时还能释放虚拟磁盘空间。 </a:t>
            </a:r>
          </a:p>
          <a:p>
            <a:pPr lvl="1"/>
            <a:endParaRPr kumimoji="1" lang="zh-CN" altLang="en-US" dirty="0"/>
          </a:p>
        </p:txBody>
      </p:sp>
    </p:spTree>
    <p:extLst>
      <p:ext uri="{BB962C8B-B14F-4D97-AF65-F5344CB8AC3E}">
        <p14:creationId xmlns:p14="http://schemas.microsoft.com/office/powerpoint/2010/main" val="35356880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463" y="150144"/>
            <a:ext cx="7999505" cy="680702"/>
          </a:xfrm>
        </p:spPr>
        <p:txBody>
          <a:bodyPr/>
          <a:lstStyle/>
          <a:p>
            <a:pPr marL="0" indent="0">
              <a:buNone/>
            </a:pPr>
            <a:r>
              <a:rPr kumimoji="1" lang="zh-CN" altLang="en-US" dirty="0"/>
              <a:t>虚拟化的意义 </a:t>
            </a:r>
            <a:r>
              <a:rPr kumimoji="1" lang="en-US" altLang="zh-CN" dirty="0"/>
              <a:t>(2)</a:t>
            </a:r>
          </a:p>
        </p:txBody>
      </p:sp>
      <p:sp>
        <p:nvSpPr>
          <p:cNvPr id="4" name="灯片编号占位符 3"/>
          <p:cNvSpPr>
            <a:spLocks noGrp="1"/>
          </p:cNvSpPr>
          <p:nvPr>
            <p:ph type="sldNum" sz="quarter" idx="12"/>
          </p:nvPr>
        </p:nvSpPr>
        <p:spPr/>
        <p:txBody>
          <a:bodyPr/>
          <a:lstStyle/>
          <a:p>
            <a:fld id="{F38DF745-7D3F-47F4-83A3-874385CFAA69}" type="slidenum">
              <a:rPr lang="en-US" smtClean="0"/>
              <a:pPr/>
              <a:t>85</a:t>
            </a:fld>
            <a:endParaRPr lang="en-US" dirty="0"/>
          </a:p>
        </p:txBody>
      </p:sp>
      <p:sp>
        <p:nvSpPr>
          <p:cNvPr id="6" name="内容占位符 5">
            <a:extLst>
              <a:ext uri="{FF2B5EF4-FFF2-40B4-BE49-F238E27FC236}">
                <a16:creationId xmlns:a16="http://schemas.microsoft.com/office/drawing/2014/main" id="{62A141B4-A6AA-DED6-5EB3-75A26029B08A}"/>
              </a:ext>
            </a:extLst>
          </p:cNvPr>
          <p:cNvSpPr>
            <a:spLocks noGrp="1"/>
          </p:cNvSpPr>
          <p:nvPr>
            <p:ph idx="1"/>
          </p:nvPr>
        </p:nvSpPr>
        <p:spPr>
          <a:xfrm>
            <a:off x="279700" y="1075764"/>
            <a:ext cx="8659905" cy="5548771"/>
          </a:xfrm>
        </p:spPr>
        <p:txBody>
          <a:bodyPr>
            <a:normAutofit/>
          </a:bodyPr>
          <a:lstStyle/>
          <a:p>
            <a:r>
              <a:rPr kumimoji="1" lang="zh-CN" altLang="en-US" dirty="0"/>
              <a:t>逻辑卷容量能随意扩张，且简化</a:t>
            </a:r>
            <a:r>
              <a:rPr kumimoji="1" lang="zh-CN" altLang="en-US" dirty="0">
                <a:solidFill>
                  <a:schemeClr val="accent1"/>
                </a:solidFill>
              </a:rPr>
              <a:t>数据管理</a:t>
            </a:r>
            <a:endParaRPr kumimoji="1" lang="en-US" altLang="zh-CN" dirty="0">
              <a:solidFill>
                <a:schemeClr val="accent1"/>
              </a:solidFill>
            </a:endParaRPr>
          </a:p>
          <a:p>
            <a:pPr lvl="1"/>
            <a:r>
              <a:rPr kumimoji="1" lang="zh-CN" altLang="en-US" dirty="0"/>
              <a:t>用户能容易对逻辑卷的数据进行管理、复制、镜像以及数据交互，还能实现基于多个时间点的数据快照</a:t>
            </a:r>
            <a:endParaRPr kumimoji="1" lang="en-US" altLang="zh-CN" dirty="0"/>
          </a:p>
          <a:p>
            <a:r>
              <a:rPr kumimoji="1" lang="zh-CN" altLang="en-US" dirty="0"/>
              <a:t>针对多个</a:t>
            </a:r>
            <a:r>
              <a:rPr kumimoji="1" lang="zh-CN" altLang="en-US" dirty="0">
                <a:solidFill>
                  <a:schemeClr val="accent1"/>
                </a:solidFill>
              </a:rPr>
              <a:t>异构服务器</a:t>
            </a:r>
            <a:r>
              <a:rPr kumimoji="1" lang="zh-CN" altLang="en-US" dirty="0"/>
              <a:t>提供集中的存储系统</a:t>
            </a:r>
            <a:endParaRPr kumimoji="1" lang="en-US" altLang="zh-CN" dirty="0"/>
          </a:p>
          <a:p>
            <a:pPr lvl="1"/>
            <a:r>
              <a:rPr kumimoji="1" lang="zh-CN" altLang="en-US" dirty="0"/>
              <a:t>不同的服务器以及不同的操作系统都能使用以及共享海量的网络存储系统。</a:t>
            </a:r>
          </a:p>
          <a:p>
            <a:r>
              <a:rPr kumimoji="1" lang="zh-CN" altLang="en-US" dirty="0"/>
              <a:t>能有效提高存储</a:t>
            </a:r>
            <a:r>
              <a:rPr kumimoji="1" lang="zh-CN" altLang="en-US" dirty="0">
                <a:solidFill>
                  <a:schemeClr val="accent1"/>
                </a:solidFill>
              </a:rPr>
              <a:t>资源利用率</a:t>
            </a:r>
            <a:endParaRPr kumimoji="1" lang="en-US" altLang="zh-CN" dirty="0">
              <a:solidFill>
                <a:schemeClr val="accent1"/>
              </a:solidFill>
            </a:endParaRPr>
          </a:p>
          <a:p>
            <a:pPr lvl="1"/>
            <a:r>
              <a:rPr kumimoji="1" lang="zh-CN" altLang="en-US" dirty="0"/>
              <a:t>存储容量的分配机制能提高存储资源利用率，最大程度满足用户对存储资源的空间需求。由于虚拟磁盘的存储空间采用的条带化方法分配，虚拟化技术能够有效提高虚拟磁盘的性能。</a:t>
            </a:r>
          </a:p>
        </p:txBody>
      </p:sp>
    </p:spTree>
    <p:extLst>
      <p:ext uri="{BB962C8B-B14F-4D97-AF65-F5344CB8AC3E}">
        <p14:creationId xmlns:p14="http://schemas.microsoft.com/office/powerpoint/2010/main" val="3622042060"/>
      </p:ext>
    </p:extLst>
  </p:cSld>
  <p:clrMapOvr>
    <a:masterClrMapping/>
  </p:clrMapOvr>
</p:sld>
</file>

<file path=ppt/theme/theme1.xml><?xml version="1.0" encoding="utf-8"?>
<a:theme xmlns:a="http://schemas.openxmlformats.org/drawingml/2006/main" name="清华-模板-陆游游">
  <a:themeElements>
    <a:clrScheme name="紫罗兰色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紫色-课程.potx" id="{7AB92867-8009-45A3-9869-60EC16CE616B}" vid="{2E6A2535-CAE9-46E9-A202-FEFA66B8FAE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紫色-课程</Template>
  <TotalTime>22891</TotalTime>
  <Words>4120</Words>
  <Application>Microsoft Office PowerPoint</Application>
  <PresentationFormat>全屏显示(4:3)</PresentationFormat>
  <Paragraphs>799</Paragraphs>
  <Slides>85</Slides>
  <Notes>53</Notes>
  <HiddenSlides>11</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85</vt:i4>
      </vt:variant>
    </vt:vector>
  </HeadingPairs>
  <TitlesOfParts>
    <vt:vector size="98" baseType="lpstr">
      <vt:lpstr>等线</vt:lpstr>
      <vt:lpstr>微软雅黑</vt:lpstr>
      <vt:lpstr>Arial</vt:lpstr>
      <vt:lpstr>Calibri</vt:lpstr>
      <vt:lpstr>Cambria Math</vt:lpstr>
      <vt:lpstr>Open Sans</vt:lpstr>
      <vt:lpstr>Tahoma</vt:lpstr>
      <vt:lpstr>Times New Roman</vt:lpstr>
      <vt:lpstr>Verdana</vt:lpstr>
      <vt:lpstr>Wingdings</vt:lpstr>
      <vt:lpstr>Work Sans</vt:lpstr>
      <vt:lpstr>清华-模板-陆游游</vt:lpstr>
      <vt:lpstr>图片</vt:lpstr>
      <vt:lpstr>存储灾备</vt:lpstr>
      <vt:lpstr>目录</vt:lpstr>
      <vt:lpstr>基本概念</vt:lpstr>
      <vt:lpstr>基本概念 – 故障分类</vt:lpstr>
      <vt:lpstr>基本概念 – 故障分类</vt:lpstr>
      <vt:lpstr>基本概念 - 容错 vs 容灾</vt:lpstr>
      <vt:lpstr>基本概念 - 故障模型</vt:lpstr>
      <vt:lpstr>基本概念 – 故障模型</vt:lpstr>
      <vt:lpstr>可靠性指标</vt:lpstr>
      <vt:lpstr>MTTF</vt:lpstr>
      <vt:lpstr>MTTR</vt:lpstr>
      <vt:lpstr>MTBF</vt:lpstr>
      <vt:lpstr>MTBF</vt:lpstr>
      <vt:lpstr>其他指标</vt:lpstr>
      <vt:lpstr>What is a dependable system?</vt:lpstr>
      <vt:lpstr>Availability &amp; Reliability</vt:lpstr>
      <vt:lpstr>Safety &amp; Maintainability</vt:lpstr>
      <vt:lpstr>Availability</vt:lpstr>
      <vt:lpstr>Availability - System Classes</vt:lpstr>
      <vt:lpstr>Availability - 一分钟宕机成本</vt:lpstr>
      <vt:lpstr>Reliability</vt:lpstr>
      <vt:lpstr>Reliability</vt:lpstr>
      <vt:lpstr>Reliability – Series System</vt:lpstr>
      <vt:lpstr>Reliability – Parallel System</vt:lpstr>
      <vt:lpstr>Availability vs. Reliability</vt:lpstr>
      <vt:lpstr>Safety &amp; Maintainability</vt:lpstr>
      <vt:lpstr>Dependability - the Big Idea</vt:lpstr>
      <vt:lpstr>浴缸曲线</vt:lpstr>
      <vt:lpstr>容错的方法</vt:lpstr>
      <vt:lpstr>Error Detection</vt:lpstr>
      <vt:lpstr>System Recovery</vt:lpstr>
      <vt:lpstr>Fault Masking</vt:lpstr>
      <vt:lpstr>Reconfiguration</vt:lpstr>
      <vt:lpstr>Redundancy</vt:lpstr>
      <vt:lpstr>冗余 - Hardware Redundancy</vt:lpstr>
      <vt:lpstr>冗余 - Time Redundancy</vt:lpstr>
      <vt:lpstr>冗余 - Information Redundancy</vt:lpstr>
      <vt:lpstr>冗余 - Software Redundancy</vt:lpstr>
      <vt:lpstr>目录</vt:lpstr>
      <vt:lpstr>数据的可靠存储</vt:lpstr>
      <vt:lpstr>数据备份</vt:lpstr>
      <vt:lpstr>备份</vt:lpstr>
      <vt:lpstr>Full Backups</vt:lpstr>
      <vt:lpstr>Differential Backups</vt:lpstr>
      <vt:lpstr>Differential Backups - Restore</vt:lpstr>
      <vt:lpstr>Differential Backups</vt:lpstr>
      <vt:lpstr>Incremental Backups</vt:lpstr>
      <vt:lpstr>Incremental Backups - Restore</vt:lpstr>
      <vt:lpstr>Incremental Backups</vt:lpstr>
      <vt:lpstr>数据的可靠存储</vt:lpstr>
      <vt:lpstr>数据镜像</vt:lpstr>
      <vt:lpstr>数据镜像</vt:lpstr>
      <vt:lpstr>数据镜像</vt:lpstr>
      <vt:lpstr>镜像的容灾功能</vt:lpstr>
      <vt:lpstr>数据的可靠存储</vt:lpstr>
      <vt:lpstr>快照（Snapshot）</vt:lpstr>
      <vt:lpstr>快照</vt:lpstr>
      <vt:lpstr>快照 – Copy on Write</vt:lpstr>
      <vt:lpstr>快照 – Copy on Write</vt:lpstr>
      <vt:lpstr>快照 – Copy on Write</vt:lpstr>
      <vt:lpstr>快照 – Redirect on Write</vt:lpstr>
      <vt:lpstr>快照 – Redirect on Write</vt:lpstr>
      <vt:lpstr>快照 – CoW v.s. RoW</vt:lpstr>
      <vt:lpstr>快照 – CoW v.s. RoW</vt:lpstr>
      <vt:lpstr>快照 – Log-structure Architecture</vt:lpstr>
      <vt:lpstr>连续数据保护</vt:lpstr>
      <vt:lpstr>连续数据保护</vt:lpstr>
      <vt:lpstr>快照 vs 备份</vt:lpstr>
      <vt:lpstr>快照 vs 备份</vt:lpstr>
      <vt:lpstr>快照 vs 备份</vt:lpstr>
      <vt:lpstr>目录</vt:lpstr>
      <vt:lpstr>存储虚拟化 – 背景</vt:lpstr>
      <vt:lpstr>存储虚拟化 – 定义</vt:lpstr>
      <vt:lpstr>存储虚拟化 – 定义说明</vt:lpstr>
      <vt:lpstr>存储虚拟化 – 定义说明</vt:lpstr>
      <vt:lpstr>存储虚拟化 – 定义</vt:lpstr>
      <vt:lpstr>存储虚拟化 – 分类</vt:lpstr>
      <vt:lpstr>虚拟化的对象</vt:lpstr>
      <vt:lpstr>虚拟化的位置</vt:lpstr>
      <vt:lpstr>虚拟化的位置</vt:lpstr>
      <vt:lpstr>虚拟化的位置</vt:lpstr>
      <vt:lpstr>虚拟化的实现方式</vt:lpstr>
      <vt:lpstr>虚拟化的实现方式</vt:lpstr>
      <vt:lpstr>虚拟化的意义 (1)</vt:lpstr>
      <vt:lpstr>虚拟化的意义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专题1: 闪存存储系统</dc:title>
  <dc:creator>Lu Youyou</dc:creator>
  <cp:lastModifiedBy>Youyou Lu</cp:lastModifiedBy>
  <cp:revision>2278</cp:revision>
  <dcterms:created xsi:type="dcterms:W3CDTF">2021-02-21T11:46:29Z</dcterms:created>
  <dcterms:modified xsi:type="dcterms:W3CDTF">2023-05-24T02:49:10Z</dcterms:modified>
</cp:coreProperties>
</file>